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段階ごとに必要なコンテキストだけを読み込むことで、AIの生成品質を最適化する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46304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Tier 1</a:t>
            </a:r>
          </a:p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構成設計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371600"/>
            <a:ext cx="310896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構成方針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を決定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30368" y="1737360"/>
            <a:ext cx="100584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49240" y="1371600"/>
            <a:ext cx="310896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outline.json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76488" y="1737360"/>
            <a:ext cx="100584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595360" y="1371600"/>
            <a:ext cx="310896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構成確定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46304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Recipe</a:t>
            </a:r>
          </a:p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意図設計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331720"/>
            <a:ext cx="310896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パターン選択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30368" y="2697480"/>
            <a:ext cx="100584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49240" y="2331720"/>
            <a:ext cx="310896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レイアウト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の設計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76488" y="2697480"/>
            <a:ext cx="100584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595360" y="2331720"/>
            <a:ext cx="310896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recipe.json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39"/>
            <a:ext cx="146304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Tier 2</a:t>
            </a:r>
          </a:p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実装設計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291839"/>
            <a:ext cx="310896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色・フォント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指定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30368" y="3657600"/>
            <a:ext cx="100584" cy="91439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49240" y="3291839"/>
            <a:ext cx="310896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座標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配置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76488" y="3657600"/>
            <a:ext cx="100584" cy="91439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595360" y="3291839"/>
            <a:ext cx="310896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PPTX JSON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