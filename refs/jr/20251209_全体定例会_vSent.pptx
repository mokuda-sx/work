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2.xml" ContentType="application/vnd.openxmlformats-officedocument.presentationml.tags+xml"/>
  <Override PartName="/ppt/slideLayouts/slideLayout11.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1.xml" ContentType="application/vnd.openxmlformats-officedocument.presentationml.notesSlide+xml"/>
  <Override PartName="/ppt/tags/tag66.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 id="2147483666" r:id="rId3"/>
  </p:sldMasterIdLst>
  <p:notesMasterIdLst>
    <p:notesMasterId r:id="rId31"/>
  </p:notesMasterIdLst>
  <p:handoutMasterIdLst>
    <p:handoutMasterId r:id="rId32"/>
  </p:handoutMasterIdLst>
  <p:sldIdLst>
    <p:sldId id="2147482989" r:id="rId4"/>
    <p:sldId id="2147482990" r:id="rId5"/>
    <p:sldId id="2147483007" r:id="rId6"/>
    <p:sldId id="2147482993" r:id="rId7"/>
    <p:sldId id="2147483008" r:id="rId8"/>
    <p:sldId id="2147483009" r:id="rId9"/>
    <p:sldId id="2147482996" r:id="rId10"/>
    <p:sldId id="2147483010" r:id="rId11"/>
    <p:sldId id="2147482994" r:id="rId12"/>
    <p:sldId id="2147482995" r:id="rId13"/>
    <p:sldId id="2147483000" r:id="rId14"/>
    <p:sldId id="2147483001" r:id="rId15"/>
    <p:sldId id="2147483006" r:id="rId16"/>
    <p:sldId id="2147483002" r:id="rId17"/>
    <p:sldId id="2147482997" r:id="rId18"/>
    <p:sldId id="2147483016" r:id="rId19"/>
    <p:sldId id="2147482998" r:id="rId20"/>
    <p:sldId id="2147483004" r:id="rId21"/>
    <p:sldId id="2147483014" r:id="rId22"/>
    <p:sldId id="2147482999" r:id="rId23"/>
    <p:sldId id="2147483011" r:id="rId24"/>
    <p:sldId id="2147483026" r:id="rId25"/>
    <p:sldId id="2147483027" r:id="rId26"/>
    <p:sldId id="2147483028" r:id="rId27"/>
    <p:sldId id="2147483029" r:id="rId28"/>
    <p:sldId id="2147483012" r:id="rId29"/>
    <p:sldId id="2147483013" r:id="rId30"/>
  </p:sldIdLst>
  <p:sldSz cx="12192000" cy="6858000"/>
  <p:notesSz cx="6858000" cy="9144000"/>
  <p:custDataLst>
    <p:tags r:id="rId33"/>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518E1774-C950-4928-A359-BAD459655121}">
          <p14:sldIdLst>
            <p14:sldId id="2147482989"/>
            <p14:sldId id="2147482990"/>
            <p14:sldId id="2147483007"/>
            <p14:sldId id="2147482993"/>
            <p14:sldId id="2147483008"/>
            <p14:sldId id="2147483009"/>
            <p14:sldId id="2147482996"/>
            <p14:sldId id="2147483010"/>
            <p14:sldId id="2147482994"/>
            <p14:sldId id="2147482995"/>
            <p14:sldId id="2147483000"/>
            <p14:sldId id="2147483001"/>
            <p14:sldId id="2147483006"/>
            <p14:sldId id="2147483002"/>
            <p14:sldId id="2147482997"/>
            <p14:sldId id="2147483016"/>
            <p14:sldId id="2147482998"/>
            <p14:sldId id="2147483004"/>
            <p14:sldId id="2147483014"/>
            <p14:sldId id="2147482999"/>
            <p14:sldId id="2147483011"/>
            <p14:sldId id="2147483026"/>
            <p14:sldId id="2147483027"/>
            <p14:sldId id="2147483028"/>
            <p14:sldId id="2147483029"/>
            <p14:sldId id="2147483012"/>
            <p14:sldId id="2147483013"/>
          </p14:sldIdLst>
        </p14:section>
      </p14:sectionLst>
    </p:ext>
    <p:ext uri="{EFAFB233-063F-42B5-8137-9DF3F51BA10A}">
      <p15:sldGuideLst xmlns:p15="http://schemas.microsoft.com/office/powerpoint/2012/main">
        <p15:guide id="2" pos="3840" userDrawn="1">
          <p15:clr>
            <a:srgbClr val="A4A3A4"/>
          </p15:clr>
        </p15:guide>
        <p15:guide id="3" orient="horz"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8B42"/>
    <a:srgbClr val="007AC0"/>
    <a:srgbClr val="00C3A7"/>
    <a:srgbClr val="00ACD1"/>
    <a:srgbClr val="EBEDF2"/>
    <a:srgbClr val="C8F3D9"/>
    <a:srgbClr val="D6DFF0"/>
    <a:srgbClr val="5ADC8E"/>
    <a:srgbClr val="5C5C5C"/>
    <a:srgbClr val="A2CC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C92862-8F89-4A40-A906-492BCFEF29CB}" v="34" dt="2025-12-08T22:18:14.185"/>
    <p1510:client id="{6BC44E47-4733-4AFA-8349-D9EF032FAE94}" v="3453" dt="2025-12-09T06:57:37.097"/>
    <p1510:client id="{DFDE94A5-C9EE-4B4C-8641-BD02A659BD0C}" v="165" dt="2025-12-09T06:57:39.869"/>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6" d="100"/>
          <a:sy n="116" d="100"/>
        </p:scale>
        <p:origin x="276" y="108"/>
      </p:cViewPr>
      <p:guideLst>
        <p:guide pos="3840"/>
        <p:guide orient="horz"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microsoft.com/office/2015/10/relationships/revisionInfo" Target="revisionInfo.xml"/><Relationship Id="rId21" Type="http://schemas.openxmlformats.org/officeDocument/2006/relationships/slide" Target="slides/slide18.xml"/><Relationship Id="rId34"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ags" Target="tags/tag1.xml"/><Relationship Id="rId38"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saya Takezawa" userId="43441423193_tp_box_2" providerId="OAuth2" clId="{59FD17FC-B75E-4AAB-B44C-B28D10D6AB37}"/>
    <pc:docChg chg="undo custSel modSld">
      <pc:chgData name="Masaya Takezawa" userId="43441423193_tp_box_2" providerId="OAuth2" clId="{59FD17FC-B75E-4AAB-B44C-B28D10D6AB37}" dt="2025-12-09T06:57:39.869" v="163" actId="729"/>
      <pc:docMkLst>
        <pc:docMk/>
      </pc:docMkLst>
      <pc:sldChg chg="addSp modSp mod">
        <pc:chgData name="Masaya Takezawa" userId="43441423193_tp_box_2" providerId="OAuth2" clId="{59FD17FC-B75E-4AAB-B44C-B28D10D6AB37}" dt="2025-12-09T03:59:50.435" v="160" actId="20577"/>
        <pc:sldMkLst>
          <pc:docMk/>
          <pc:sldMk cId="2898482478" sldId="2147483004"/>
        </pc:sldMkLst>
        <pc:spChg chg="add mod">
          <ac:chgData name="Masaya Takezawa" userId="43441423193_tp_box_2" providerId="OAuth2" clId="{59FD17FC-B75E-4AAB-B44C-B28D10D6AB37}" dt="2025-12-09T03:59:50.435" v="160" actId="20577"/>
          <ac:spMkLst>
            <pc:docMk/>
            <pc:sldMk cId="2898482478" sldId="2147483004"/>
            <ac:spMk id="2" creationId="{2777F11E-1AF5-8590-F5B9-DFC2BE38BEE8}"/>
          </ac:spMkLst>
        </pc:spChg>
      </pc:sldChg>
      <pc:sldChg chg="addSp delSp modSp mod">
        <pc:chgData name="Masaya Takezawa" userId="43441423193_tp_box_2" providerId="OAuth2" clId="{59FD17FC-B75E-4AAB-B44C-B28D10D6AB37}" dt="2025-12-09T03:59:56.788" v="161"/>
        <pc:sldMkLst>
          <pc:docMk/>
          <pc:sldMk cId="2389737052" sldId="2147483014"/>
        </pc:sldMkLst>
        <pc:spChg chg="add mod">
          <ac:chgData name="Masaya Takezawa" userId="43441423193_tp_box_2" providerId="OAuth2" clId="{59FD17FC-B75E-4AAB-B44C-B28D10D6AB37}" dt="2025-12-09T01:24:59.404" v="125" actId="1076"/>
          <ac:spMkLst>
            <pc:docMk/>
            <pc:sldMk cId="2389737052" sldId="2147483014"/>
            <ac:spMk id="5" creationId="{A620390B-D29F-F93C-E021-E6B55F04B2CA}"/>
          </ac:spMkLst>
        </pc:spChg>
        <pc:spChg chg="mod">
          <ac:chgData name="Masaya Takezawa" userId="43441423193_tp_box_2" providerId="OAuth2" clId="{59FD17FC-B75E-4AAB-B44C-B28D10D6AB37}" dt="2025-12-09T01:24:42.437" v="121"/>
          <ac:spMkLst>
            <pc:docMk/>
            <pc:sldMk cId="2389737052" sldId="2147483014"/>
            <ac:spMk id="9" creationId="{19C27A75-DB78-BEFD-CC04-74B94AA36F6E}"/>
          </ac:spMkLst>
        </pc:spChg>
        <pc:spChg chg="mod">
          <ac:chgData name="Masaya Takezawa" userId="43441423193_tp_box_2" providerId="OAuth2" clId="{59FD17FC-B75E-4AAB-B44C-B28D10D6AB37}" dt="2025-12-09T01:24:42.437" v="121"/>
          <ac:spMkLst>
            <pc:docMk/>
            <pc:sldMk cId="2389737052" sldId="2147483014"/>
            <ac:spMk id="10" creationId="{7E02A7DF-3D66-B31D-C2AB-980D4865299D}"/>
          </ac:spMkLst>
        </pc:spChg>
        <pc:spChg chg="mod">
          <ac:chgData name="Masaya Takezawa" userId="43441423193_tp_box_2" providerId="OAuth2" clId="{59FD17FC-B75E-4AAB-B44C-B28D10D6AB37}" dt="2025-12-09T01:24:42.437" v="121"/>
          <ac:spMkLst>
            <pc:docMk/>
            <pc:sldMk cId="2389737052" sldId="2147483014"/>
            <ac:spMk id="12" creationId="{81364979-A280-7204-8AEB-A0AA2DDB6AB8}"/>
          </ac:spMkLst>
        </pc:spChg>
        <pc:spChg chg="mod">
          <ac:chgData name="Masaya Takezawa" userId="43441423193_tp_box_2" providerId="OAuth2" clId="{59FD17FC-B75E-4AAB-B44C-B28D10D6AB37}" dt="2025-12-09T01:24:42.437" v="121"/>
          <ac:spMkLst>
            <pc:docMk/>
            <pc:sldMk cId="2389737052" sldId="2147483014"/>
            <ac:spMk id="13" creationId="{0BDF788E-EDD8-E269-8CAE-2DB9B16BCAE0}"/>
          </ac:spMkLst>
        </pc:spChg>
        <pc:spChg chg="add mod">
          <ac:chgData name="Masaya Takezawa" userId="43441423193_tp_box_2" providerId="OAuth2" clId="{59FD17FC-B75E-4AAB-B44C-B28D10D6AB37}" dt="2025-12-09T01:24:48.749" v="123" actId="571"/>
          <ac:spMkLst>
            <pc:docMk/>
            <pc:sldMk cId="2389737052" sldId="2147483014"/>
            <ac:spMk id="14" creationId="{FE76E1DF-C4A8-D295-F455-EEDB74B26ADC}"/>
          </ac:spMkLst>
        </pc:spChg>
        <pc:spChg chg="mod">
          <ac:chgData name="Masaya Takezawa" userId="43441423193_tp_box_2" providerId="OAuth2" clId="{59FD17FC-B75E-4AAB-B44C-B28D10D6AB37}" dt="2025-12-09T01:24:48.749" v="123" actId="571"/>
          <ac:spMkLst>
            <pc:docMk/>
            <pc:sldMk cId="2389737052" sldId="2147483014"/>
            <ac:spMk id="16" creationId="{BD7D9136-151E-7C41-CEF0-0CD821A600B7}"/>
          </ac:spMkLst>
        </pc:spChg>
        <pc:spChg chg="mod">
          <ac:chgData name="Masaya Takezawa" userId="43441423193_tp_box_2" providerId="OAuth2" clId="{59FD17FC-B75E-4AAB-B44C-B28D10D6AB37}" dt="2025-12-09T01:24:48.749" v="123" actId="571"/>
          <ac:spMkLst>
            <pc:docMk/>
            <pc:sldMk cId="2389737052" sldId="2147483014"/>
            <ac:spMk id="17" creationId="{7A8AE09D-5EEA-FA83-8D86-EA6FD734ECF8}"/>
          </ac:spMkLst>
        </pc:spChg>
        <pc:spChg chg="mod">
          <ac:chgData name="Masaya Takezawa" userId="43441423193_tp_box_2" providerId="OAuth2" clId="{59FD17FC-B75E-4AAB-B44C-B28D10D6AB37}" dt="2025-12-09T01:24:48.749" v="123" actId="571"/>
          <ac:spMkLst>
            <pc:docMk/>
            <pc:sldMk cId="2389737052" sldId="2147483014"/>
            <ac:spMk id="21" creationId="{F6DF9790-C71E-2487-C64F-479B7AB5D252}"/>
          </ac:spMkLst>
        </pc:spChg>
        <pc:spChg chg="mod">
          <ac:chgData name="Masaya Takezawa" userId="43441423193_tp_box_2" providerId="OAuth2" clId="{59FD17FC-B75E-4AAB-B44C-B28D10D6AB37}" dt="2025-12-09T01:25:31.730" v="129" actId="14100"/>
          <ac:spMkLst>
            <pc:docMk/>
            <pc:sldMk cId="2389737052" sldId="2147483014"/>
            <ac:spMk id="25" creationId="{9E011FA1-8755-8C26-D21F-B38057C7E9CD}"/>
          </ac:spMkLst>
        </pc:spChg>
        <pc:spChg chg="mod">
          <ac:chgData name="Masaya Takezawa" userId="43441423193_tp_box_2" providerId="OAuth2" clId="{59FD17FC-B75E-4AAB-B44C-B28D10D6AB37}" dt="2025-12-09T01:25:31.730" v="129" actId="14100"/>
          <ac:spMkLst>
            <pc:docMk/>
            <pc:sldMk cId="2389737052" sldId="2147483014"/>
            <ac:spMk id="26" creationId="{019AE543-E34B-FFA7-4ECE-95DA6DF1FF66}"/>
          </ac:spMkLst>
        </pc:spChg>
        <pc:spChg chg="mod">
          <ac:chgData name="Masaya Takezawa" userId="43441423193_tp_box_2" providerId="OAuth2" clId="{59FD17FC-B75E-4AAB-B44C-B28D10D6AB37}" dt="2025-12-09T01:25:31.730" v="129" actId="14100"/>
          <ac:spMkLst>
            <pc:docMk/>
            <pc:sldMk cId="2389737052" sldId="2147483014"/>
            <ac:spMk id="27" creationId="{2A5DC8E9-190A-5470-D91F-0C5EE15AA73A}"/>
          </ac:spMkLst>
        </pc:spChg>
        <pc:spChg chg="mod">
          <ac:chgData name="Masaya Takezawa" userId="43441423193_tp_box_2" providerId="OAuth2" clId="{59FD17FC-B75E-4AAB-B44C-B28D10D6AB37}" dt="2025-12-09T01:25:31.730" v="129" actId="14100"/>
          <ac:spMkLst>
            <pc:docMk/>
            <pc:sldMk cId="2389737052" sldId="2147483014"/>
            <ac:spMk id="28" creationId="{BD056317-1D33-CC8A-83F7-944328B21BE0}"/>
          </ac:spMkLst>
        </pc:spChg>
        <pc:spChg chg="mod">
          <ac:chgData name="Masaya Takezawa" userId="43441423193_tp_box_2" providerId="OAuth2" clId="{59FD17FC-B75E-4AAB-B44C-B28D10D6AB37}" dt="2025-12-09T01:24:48.749" v="123" actId="571"/>
          <ac:spMkLst>
            <pc:docMk/>
            <pc:sldMk cId="2389737052" sldId="2147483014"/>
            <ac:spMk id="29" creationId="{6A4E64DD-2CFD-97A3-9550-481A30BB94FF}"/>
          </ac:spMkLst>
        </pc:spChg>
        <pc:spChg chg="add mod">
          <ac:chgData name="Masaya Takezawa" userId="43441423193_tp_box_2" providerId="OAuth2" clId="{59FD17FC-B75E-4AAB-B44C-B28D10D6AB37}" dt="2025-12-09T01:26:08.843" v="134" actId="255"/>
          <ac:spMkLst>
            <pc:docMk/>
            <pc:sldMk cId="2389737052" sldId="2147483014"/>
            <ac:spMk id="30" creationId="{5A39B757-4728-663E-0888-7E53BED42722}"/>
          </ac:spMkLst>
        </pc:spChg>
        <pc:spChg chg="mod">
          <ac:chgData name="Masaya Takezawa" userId="43441423193_tp_box_2" providerId="OAuth2" clId="{59FD17FC-B75E-4AAB-B44C-B28D10D6AB37}" dt="2025-12-09T01:25:18.155" v="128" actId="1076"/>
          <ac:spMkLst>
            <pc:docMk/>
            <pc:sldMk cId="2389737052" sldId="2147483014"/>
            <ac:spMk id="34" creationId="{51F5BA71-677F-ED82-A098-E43F316AAE9F}"/>
          </ac:spMkLst>
        </pc:spChg>
        <pc:spChg chg="mod">
          <ac:chgData name="Masaya Takezawa" userId="43441423193_tp_box_2" providerId="OAuth2" clId="{59FD17FC-B75E-4AAB-B44C-B28D10D6AB37}" dt="2025-12-09T01:26:08.843" v="134" actId="255"/>
          <ac:spMkLst>
            <pc:docMk/>
            <pc:sldMk cId="2389737052" sldId="2147483014"/>
            <ac:spMk id="35" creationId="{27F2D2FC-2835-DA0C-1C11-306760D3F896}"/>
          </ac:spMkLst>
        </pc:spChg>
        <pc:spChg chg="mod">
          <ac:chgData name="Masaya Takezawa" userId="43441423193_tp_box_2" providerId="OAuth2" clId="{59FD17FC-B75E-4AAB-B44C-B28D10D6AB37}" dt="2025-12-09T01:25:18.155" v="128" actId="1076"/>
          <ac:spMkLst>
            <pc:docMk/>
            <pc:sldMk cId="2389737052" sldId="2147483014"/>
            <ac:spMk id="36" creationId="{31C9D553-90F8-932F-4003-A039263BC35D}"/>
          </ac:spMkLst>
        </pc:spChg>
        <pc:spChg chg="mod">
          <ac:chgData name="Masaya Takezawa" userId="43441423193_tp_box_2" providerId="OAuth2" clId="{59FD17FC-B75E-4AAB-B44C-B28D10D6AB37}" dt="2025-12-09T01:25:18.155" v="128" actId="1076"/>
          <ac:spMkLst>
            <pc:docMk/>
            <pc:sldMk cId="2389737052" sldId="2147483014"/>
            <ac:spMk id="37" creationId="{1A502595-3E98-D828-68F3-7BFBA4B988FC}"/>
          </ac:spMkLst>
        </pc:spChg>
        <pc:spChg chg="mod">
          <ac:chgData name="Masaya Takezawa" userId="43441423193_tp_box_2" providerId="OAuth2" clId="{59FD17FC-B75E-4AAB-B44C-B28D10D6AB37}" dt="2025-12-09T01:25:48.442" v="131"/>
          <ac:spMkLst>
            <pc:docMk/>
            <pc:sldMk cId="2389737052" sldId="2147483014"/>
            <ac:spMk id="38" creationId="{26570EC3-96A1-B2F7-8CF7-01BB22394A3D}"/>
          </ac:spMkLst>
        </pc:spChg>
        <pc:spChg chg="mod">
          <ac:chgData name="Masaya Takezawa" userId="43441423193_tp_box_2" providerId="OAuth2" clId="{59FD17FC-B75E-4AAB-B44C-B28D10D6AB37}" dt="2025-12-09T01:25:48.442" v="131"/>
          <ac:spMkLst>
            <pc:docMk/>
            <pc:sldMk cId="2389737052" sldId="2147483014"/>
            <ac:spMk id="39" creationId="{E1AB51C9-89F6-1B01-1FB8-273970653458}"/>
          </ac:spMkLst>
        </pc:spChg>
        <pc:spChg chg="mod">
          <ac:chgData name="Masaya Takezawa" userId="43441423193_tp_box_2" providerId="OAuth2" clId="{59FD17FC-B75E-4AAB-B44C-B28D10D6AB37}" dt="2025-12-09T01:25:48.442" v="131"/>
          <ac:spMkLst>
            <pc:docMk/>
            <pc:sldMk cId="2389737052" sldId="2147483014"/>
            <ac:spMk id="41" creationId="{54D8B240-17E9-3934-AAE5-588EE90516D5}"/>
          </ac:spMkLst>
        </pc:spChg>
        <pc:spChg chg="mod">
          <ac:chgData name="Masaya Takezawa" userId="43441423193_tp_box_2" providerId="OAuth2" clId="{59FD17FC-B75E-4AAB-B44C-B28D10D6AB37}" dt="2025-12-09T01:25:48.442" v="131"/>
          <ac:spMkLst>
            <pc:docMk/>
            <pc:sldMk cId="2389737052" sldId="2147483014"/>
            <ac:spMk id="42" creationId="{53D96215-927E-60E9-5695-A198A2678EE7}"/>
          </ac:spMkLst>
        </pc:spChg>
        <pc:spChg chg="mod">
          <ac:chgData name="Masaya Takezawa" userId="43441423193_tp_box_2" providerId="OAuth2" clId="{59FD17FC-B75E-4AAB-B44C-B28D10D6AB37}" dt="2025-12-09T01:27:25.380" v="145" actId="571"/>
          <ac:spMkLst>
            <pc:docMk/>
            <pc:sldMk cId="2389737052" sldId="2147483014"/>
            <ac:spMk id="44" creationId="{EF71FB4F-A475-CCB4-8C80-2572BB85AFD5}"/>
          </ac:spMkLst>
        </pc:spChg>
        <pc:spChg chg="mod">
          <ac:chgData name="Masaya Takezawa" userId="43441423193_tp_box_2" providerId="OAuth2" clId="{59FD17FC-B75E-4AAB-B44C-B28D10D6AB37}" dt="2025-12-09T01:27:25.380" v="145" actId="571"/>
          <ac:spMkLst>
            <pc:docMk/>
            <pc:sldMk cId="2389737052" sldId="2147483014"/>
            <ac:spMk id="45" creationId="{D453A885-0ACD-7AC9-E0A9-D3B2BE70E86C}"/>
          </ac:spMkLst>
        </pc:spChg>
        <pc:spChg chg="add mod">
          <ac:chgData name="Masaya Takezawa" userId="43441423193_tp_box_2" providerId="OAuth2" clId="{59FD17FC-B75E-4AAB-B44C-B28D10D6AB37}" dt="2025-12-09T03:59:56.788" v="161"/>
          <ac:spMkLst>
            <pc:docMk/>
            <pc:sldMk cId="2389737052" sldId="2147483014"/>
            <ac:spMk id="46" creationId="{F472C441-461A-F431-5B71-EAA74231165D}"/>
          </ac:spMkLst>
        </pc:spChg>
        <pc:grpChg chg="add mod">
          <ac:chgData name="Masaya Takezawa" userId="43441423193_tp_box_2" providerId="OAuth2" clId="{59FD17FC-B75E-4AAB-B44C-B28D10D6AB37}" dt="2025-12-09T01:24:59.404" v="125" actId="1076"/>
          <ac:grpSpMkLst>
            <pc:docMk/>
            <pc:sldMk cId="2389737052" sldId="2147483014"/>
            <ac:grpSpMk id="6" creationId="{B1005432-5C91-965B-8390-CA9B024058AE}"/>
          </ac:grpSpMkLst>
        </pc:grpChg>
        <pc:grpChg chg="add mod">
          <ac:chgData name="Masaya Takezawa" userId="43441423193_tp_box_2" providerId="OAuth2" clId="{59FD17FC-B75E-4AAB-B44C-B28D10D6AB37}" dt="2025-12-09T01:24:59.404" v="125" actId="1076"/>
          <ac:grpSpMkLst>
            <pc:docMk/>
            <pc:sldMk cId="2389737052" sldId="2147483014"/>
            <ac:grpSpMk id="11" creationId="{635FEB7F-FD63-F1AE-7513-564B470E8F54}"/>
          </ac:grpSpMkLst>
        </pc:grpChg>
        <pc:grpChg chg="add mod">
          <ac:chgData name="Masaya Takezawa" userId="43441423193_tp_box_2" providerId="OAuth2" clId="{59FD17FC-B75E-4AAB-B44C-B28D10D6AB37}" dt="2025-12-09T01:24:48.749" v="123" actId="571"/>
          <ac:grpSpMkLst>
            <pc:docMk/>
            <pc:sldMk cId="2389737052" sldId="2147483014"/>
            <ac:grpSpMk id="15" creationId="{B009C6EF-6DD1-E229-9F6F-1723AA221A47}"/>
          </ac:grpSpMkLst>
        </pc:grpChg>
        <pc:grpChg chg="add mod">
          <ac:chgData name="Masaya Takezawa" userId="43441423193_tp_box_2" providerId="OAuth2" clId="{59FD17FC-B75E-4AAB-B44C-B28D10D6AB37}" dt="2025-12-09T01:24:48.749" v="123" actId="571"/>
          <ac:grpSpMkLst>
            <pc:docMk/>
            <pc:sldMk cId="2389737052" sldId="2147483014"/>
            <ac:grpSpMk id="18" creationId="{BEC3DA85-2312-8330-217A-7AAA1935544D}"/>
          </ac:grpSpMkLst>
        </pc:grpChg>
        <pc:grpChg chg="mod">
          <ac:chgData name="Masaya Takezawa" userId="43441423193_tp_box_2" providerId="OAuth2" clId="{59FD17FC-B75E-4AAB-B44C-B28D10D6AB37}" dt="2025-12-09T01:25:45.189" v="130" actId="1076"/>
          <ac:grpSpMkLst>
            <pc:docMk/>
            <pc:sldMk cId="2389737052" sldId="2147483014"/>
            <ac:grpSpMk id="31" creationId="{132FDD89-B52C-99BD-4A1D-52CA4BFF4F55}"/>
          </ac:grpSpMkLst>
        </pc:grpChg>
        <pc:grpChg chg="add mod">
          <ac:chgData name="Masaya Takezawa" userId="43441423193_tp_box_2" providerId="OAuth2" clId="{59FD17FC-B75E-4AAB-B44C-B28D10D6AB37}" dt="2025-12-09T01:44:24.851" v="146" actId="1076"/>
          <ac:grpSpMkLst>
            <pc:docMk/>
            <pc:sldMk cId="2389737052" sldId="2147483014"/>
            <ac:grpSpMk id="33" creationId="{25D1F40E-922E-197D-9636-A6BD1546CF7E}"/>
          </ac:grpSpMkLst>
        </pc:grpChg>
        <pc:grpChg chg="add del mod">
          <ac:chgData name="Masaya Takezawa" userId="43441423193_tp_box_2" providerId="OAuth2" clId="{59FD17FC-B75E-4AAB-B44C-B28D10D6AB37}" dt="2025-12-09T01:26:38.755" v="142" actId="478"/>
          <ac:grpSpMkLst>
            <pc:docMk/>
            <pc:sldMk cId="2389737052" sldId="2147483014"/>
            <ac:grpSpMk id="40" creationId="{FBA7518A-7997-B04C-CEE1-A3A348AE0AC9}"/>
          </ac:grpSpMkLst>
        </pc:grpChg>
        <pc:grpChg chg="add mod">
          <ac:chgData name="Masaya Takezawa" userId="43441423193_tp_box_2" providerId="OAuth2" clId="{59FD17FC-B75E-4AAB-B44C-B28D10D6AB37}" dt="2025-12-09T01:44:30.754" v="147" actId="1076"/>
          <ac:grpSpMkLst>
            <pc:docMk/>
            <pc:sldMk cId="2389737052" sldId="2147483014"/>
            <ac:grpSpMk id="43" creationId="{53931BA2-EC70-1E80-3940-EE878D6991AA}"/>
          </ac:grpSpMkLst>
        </pc:grpChg>
      </pc:sldChg>
      <pc:sldChg chg="delSp mod">
        <pc:chgData name="Masaya Takezawa" userId="43441423193_tp_box_2" providerId="OAuth2" clId="{59FD17FC-B75E-4AAB-B44C-B28D10D6AB37}" dt="2025-12-09T06:57:27.873" v="162" actId="478"/>
        <pc:sldMkLst>
          <pc:docMk/>
          <pc:sldMk cId="910451881" sldId="2147483016"/>
        </pc:sldMkLst>
        <pc:picChg chg="del">
          <ac:chgData name="Masaya Takezawa" userId="43441423193_tp_box_2" providerId="OAuth2" clId="{59FD17FC-B75E-4AAB-B44C-B28D10D6AB37}" dt="2025-12-09T06:57:27.873" v="162" actId="478"/>
          <ac:picMkLst>
            <pc:docMk/>
            <pc:sldMk cId="910451881" sldId="2147483016"/>
            <ac:picMk id="5" creationId="{DC792B99-2752-117D-A505-BA28B271EC37}"/>
          </ac:picMkLst>
        </pc:picChg>
      </pc:sldChg>
      <pc:sldChg chg="mod modShow">
        <pc:chgData name="Masaya Takezawa" userId="43441423193_tp_box_2" providerId="OAuth2" clId="{59FD17FC-B75E-4AAB-B44C-B28D10D6AB37}" dt="2025-12-09T06:57:39.869" v="163" actId="729"/>
        <pc:sldMkLst>
          <pc:docMk/>
          <pc:sldMk cId="676213348" sldId="2147483017"/>
        </pc:sldMkLst>
      </pc:sldChg>
    </pc:docChg>
  </pc:docChgLst>
  <pc:docChgLst>
    <pc:chgData name="Daichi Kawaguchi" userId="39803997058_tp_box_2" providerId="OAuth2" clId="{0EA2D1D5-1A4A-4DDE-98D0-B129D135DBAE}"/>
    <pc:docChg chg="undo redo custSel mod addSld delSld modSld sldOrd modSection">
      <pc:chgData name="Daichi Kawaguchi" userId="39803997058_tp_box_2" providerId="OAuth2" clId="{0EA2D1D5-1A4A-4DDE-98D0-B129D135DBAE}" dt="2025-12-09T06:57:37.097" v="10664" actId="20577"/>
      <pc:docMkLst>
        <pc:docMk/>
      </pc:docMkLst>
      <pc:sldChg chg="addSp delSp modSp mod">
        <pc:chgData name="Daichi Kawaguchi" userId="39803997058_tp_box_2" providerId="OAuth2" clId="{0EA2D1D5-1A4A-4DDE-98D0-B129D135DBAE}" dt="2025-12-08T11:17:08.798" v="955" actId="478"/>
        <pc:sldMkLst>
          <pc:docMk/>
          <pc:sldMk cId="1186859253" sldId="2147482989"/>
        </pc:sldMkLst>
        <pc:spChg chg="add del mod">
          <ac:chgData name="Daichi Kawaguchi" userId="39803997058_tp_box_2" providerId="OAuth2" clId="{0EA2D1D5-1A4A-4DDE-98D0-B129D135DBAE}" dt="2025-12-08T11:17:08.798" v="955" actId="478"/>
          <ac:spMkLst>
            <pc:docMk/>
            <pc:sldMk cId="1186859253" sldId="2147482989"/>
            <ac:spMk id="7" creationId="{9AE35B3B-A32A-DBFC-38DE-A3A25B0D9778}"/>
          </ac:spMkLst>
        </pc:spChg>
      </pc:sldChg>
      <pc:sldChg chg="addSp delSp modSp mod">
        <pc:chgData name="Daichi Kawaguchi" userId="39803997058_tp_box_2" providerId="OAuth2" clId="{0EA2D1D5-1A4A-4DDE-98D0-B129D135DBAE}" dt="2025-12-09T06:34:21.251" v="10005"/>
        <pc:sldMkLst>
          <pc:docMk/>
          <pc:sldMk cId="3892663447" sldId="2147482990"/>
        </pc:sldMkLst>
        <pc:spChg chg="add del mod">
          <ac:chgData name="Daichi Kawaguchi" userId="39803997058_tp_box_2" providerId="OAuth2" clId="{0EA2D1D5-1A4A-4DDE-98D0-B129D135DBAE}" dt="2025-12-08T21:39:52.236" v="4224" actId="478"/>
          <ac:spMkLst>
            <pc:docMk/>
            <pc:sldMk cId="3892663447" sldId="2147482990"/>
            <ac:spMk id="2" creationId="{383966FB-33A3-8DFE-2BCF-FC57A82E4AF0}"/>
          </ac:spMkLst>
        </pc:spChg>
        <pc:spChg chg="mod">
          <ac:chgData name="Daichi Kawaguchi" userId="39803997058_tp_box_2" providerId="OAuth2" clId="{0EA2D1D5-1A4A-4DDE-98D0-B129D135DBAE}" dt="2025-12-09T06:34:21.251" v="10005"/>
          <ac:spMkLst>
            <pc:docMk/>
            <pc:sldMk cId="3892663447" sldId="2147482990"/>
            <ac:spMk id="4" creationId="{CDB45FF0-296F-AD4C-0595-2D9FD0AF6E96}"/>
          </ac:spMkLst>
        </pc:spChg>
      </pc:sldChg>
      <pc:sldChg chg="modSp mod">
        <pc:chgData name="Daichi Kawaguchi" userId="39803997058_tp_box_2" providerId="OAuth2" clId="{0EA2D1D5-1A4A-4DDE-98D0-B129D135DBAE}" dt="2025-12-09T04:56:20.777" v="9676" actId="20577"/>
        <pc:sldMkLst>
          <pc:docMk/>
          <pc:sldMk cId="1349163956" sldId="2147482993"/>
        </pc:sldMkLst>
        <pc:spChg chg="mod">
          <ac:chgData name="Daichi Kawaguchi" userId="39803997058_tp_box_2" providerId="OAuth2" clId="{0EA2D1D5-1A4A-4DDE-98D0-B129D135DBAE}" dt="2025-12-09T04:56:20.777" v="9676" actId="20577"/>
          <ac:spMkLst>
            <pc:docMk/>
            <pc:sldMk cId="1349163956" sldId="2147482993"/>
            <ac:spMk id="2" creationId="{671F740D-3D73-6F83-C9B3-3781A8172B92}"/>
          </ac:spMkLst>
        </pc:spChg>
      </pc:sldChg>
      <pc:sldChg chg="addSp delSp modSp mod">
        <pc:chgData name="Daichi Kawaguchi" userId="39803997058_tp_box_2" providerId="OAuth2" clId="{0EA2D1D5-1A4A-4DDE-98D0-B129D135DBAE}" dt="2025-12-09T03:22:43.656" v="8608" actId="20577"/>
        <pc:sldMkLst>
          <pc:docMk/>
          <pc:sldMk cId="1792000600" sldId="2147482994"/>
        </pc:sldMkLst>
        <pc:spChg chg="mod">
          <ac:chgData name="Daichi Kawaguchi" userId="39803997058_tp_box_2" providerId="OAuth2" clId="{0EA2D1D5-1A4A-4DDE-98D0-B129D135DBAE}" dt="2025-12-08T03:01:04.027" v="496" actId="20577"/>
          <ac:spMkLst>
            <pc:docMk/>
            <pc:sldMk cId="1792000600" sldId="2147482994"/>
            <ac:spMk id="3" creationId="{1C1E057D-B894-9E4A-5257-89F9620FC952}"/>
          </ac:spMkLst>
        </pc:spChg>
        <pc:spChg chg="mod">
          <ac:chgData name="Daichi Kawaguchi" userId="39803997058_tp_box_2" providerId="OAuth2" clId="{0EA2D1D5-1A4A-4DDE-98D0-B129D135DBAE}" dt="2025-12-08T21:40:24.290" v="4243"/>
          <ac:spMkLst>
            <pc:docMk/>
            <pc:sldMk cId="1792000600" sldId="2147482994"/>
            <ac:spMk id="4" creationId="{1D4388CD-D76B-1D5F-26D0-7D20F7DA348D}"/>
          </ac:spMkLst>
        </pc:spChg>
        <pc:spChg chg="add mod">
          <ac:chgData name="Daichi Kawaguchi" userId="39803997058_tp_box_2" providerId="OAuth2" clId="{0EA2D1D5-1A4A-4DDE-98D0-B129D135DBAE}" dt="2025-12-08T11:19:39.684" v="1016" actId="1035"/>
          <ac:spMkLst>
            <pc:docMk/>
            <pc:sldMk cId="1792000600" sldId="2147482994"/>
            <ac:spMk id="6" creationId="{D7B9EED6-8F46-9EEE-4A97-D5971BDC69CB}"/>
          </ac:spMkLst>
        </pc:spChg>
        <pc:graphicFrameChg chg="add mod modGraphic">
          <ac:chgData name="Daichi Kawaguchi" userId="39803997058_tp_box_2" providerId="OAuth2" clId="{0EA2D1D5-1A4A-4DDE-98D0-B129D135DBAE}" dt="2025-12-09T03:22:43.656" v="8608" actId="20577"/>
          <ac:graphicFrameMkLst>
            <pc:docMk/>
            <pc:sldMk cId="1792000600" sldId="2147482994"/>
            <ac:graphicFrameMk id="5" creationId="{634830B8-9A54-DFD8-0D62-EF08DD6F15B9}"/>
          </ac:graphicFrameMkLst>
        </pc:graphicFrameChg>
      </pc:sldChg>
      <pc:sldChg chg="addSp delSp modSp mod ord">
        <pc:chgData name="Daichi Kawaguchi" userId="39803997058_tp_box_2" providerId="OAuth2" clId="{0EA2D1D5-1A4A-4DDE-98D0-B129D135DBAE}" dt="2025-12-09T04:19:14.871" v="9580" actId="20577"/>
        <pc:sldMkLst>
          <pc:docMk/>
          <pc:sldMk cId="1711912420" sldId="2147482995"/>
        </pc:sldMkLst>
        <pc:spChg chg="add del mod">
          <ac:chgData name="Daichi Kawaguchi" userId="39803997058_tp_box_2" providerId="OAuth2" clId="{0EA2D1D5-1A4A-4DDE-98D0-B129D135DBAE}" dt="2025-12-09T01:36:06.676" v="7834" actId="478"/>
          <ac:spMkLst>
            <pc:docMk/>
            <pc:sldMk cId="1711912420" sldId="2147482995"/>
            <ac:spMk id="2" creationId="{5D867EB8-0EF5-7AC4-340E-E80CB4DDC92D}"/>
          </ac:spMkLst>
        </pc:spChg>
        <pc:spChg chg="mod">
          <ac:chgData name="Daichi Kawaguchi" userId="39803997058_tp_box_2" providerId="OAuth2" clId="{0EA2D1D5-1A4A-4DDE-98D0-B129D135DBAE}" dt="2025-12-09T01:37:10.784" v="7885" actId="20577"/>
          <ac:spMkLst>
            <pc:docMk/>
            <pc:sldMk cId="1711912420" sldId="2147482995"/>
            <ac:spMk id="3" creationId="{F89643F3-3EAC-3DBB-D985-D5C81423FC60}"/>
          </ac:spMkLst>
        </pc:spChg>
        <pc:spChg chg="mod">
          <ac:chgData name="Daichi Kawaguchi" userId="39803997058_tp_box_2" providerId="OAuth2" clId="{0EA2D1D5-1A4A-4DDE-98D0-B129D135DBAE}" dt="2025-12-08T03:52:59.604" v="548" actId="20577"/>
          <ac:spMkLst>
            <pc:docMk/>
            <pc:sldMk cId="1711912420" sldId="2147482995"/>
            <ac:spMk id="4" creationId="{070E7B8A-C66D-6BED-A41A-59C858FD2D7D}"/>
          </ac:spMkLst>
        </pc:spChg>
        <pc:spChg chg="mod">
          <ac:chgData name="Daichi Kawaguchi" userId="39803997058_tp_box_2" providerId="OAuth2" clId="{0EA2D1D5-1A4A-4DDE-98D0-B129D135DBAE}" dt="2025-12-08T21:13:21.861" v="1327" actId="20577"/>
          <ac:spMkLst>
            <pc:docMk/>
            <pc:sldMk cId="1711912420" sldId="2147482995"/>
            <ac:spMk id="6" creationId="{880BF002-D745-C439-A160-4B27D9D1B29F}"/>
          </ac:spMkLst>
        </pc:spChg>
        <pc:spChg chg="del mod">
          <ac:chgData name="Daichi Kawaguchi" userId="39803997058_tp_box_2" providerId="OAuth2" clId="{0EA2D1D5-1A4A-4DDE-98D0-B129D135DBAE}" dt="2025-12-08T21:12:51.074" v="1288" actId="478"/>
          <ac:spMkLst>
            <pc:docMk/>
            <pc:sldMk cId="1711912420" sldId="2147482995"/>
            <ac:spMk id="7" creationId="{E4733326-97E8-2219-63CA-BF8B1090CBD6}"/>
          </ac:spMkLst>
        </pc:spChg>
        <pc:spChg chg="mod">
          <ac:chgData name="Daichi Kawaguchi" userId="39803997058_tp_box_2" providerId="OAuth2" clId="{0EA2D1D5-1A4A-4DDE-98D0-B129D135DBAE}" dt="2025-12-08T21:19:01.383" v="1925" actId="20577"/>
          <ac:spMkLst>
            <pc:docMk/>
            <pc:sldMk cId="1711912420" sldId="2147482995"/>
            <ac:spMk id="8" creationId="{3AF203BB-6B21-8D64-97EA-401A806138C7}"/>
          </ac:spMkLst>
        </pc:spChg>
        <pc:spChg chg="mod">
          <ac:chgData name="Daichi Kawaguchi" userId="39803997058_tp_box_2" providerId="OAuth2" clId="{0EA2D1D5-1A4A-4DDE-98D0-B129D135DBAE}" dt="2025-12-08T21:14:13.560" v="1374" actId="20577"/>
          <ac:spMkLst>
            <pc:docMk/>
            <pc:sldMk cId="1711912420" sldId="2147482995"/>
            <ac:spMk id="10" creationId="{16900858-DAA3-5660-DB37-7F6CE51FE646}"/>
          </ac:spMkLst>
        </pc:spChg>
        <pc:spChg chg="mod">
          <ac:chgData name="Daichi Kawaguchi" userId="39803997058_tp_box_2" providerId="OAuth2" clId="{0EA2D1D5-1A4A-4DDE-98D0-B129D135DBAE}" dt="2025-12-08T21:17:29.407" v="1683" actId="20577"/>
          <ac:spMkLst>
            <pc:docMk/>
            <pc:sldMk cId="1711912420" sldId="2147482995"/>
            <ac:spMk id="11" creationId="{5051A72A-6AF0-B72C-D7BF-9514F2B722B2}"/>
          </ac:spMkLst>
        </pc:spChg>
        <pc:spChg chg="mod">
          <ac:chgData name="Daichi Kawaguchi" userId="39803997058_tp_box_2" providerId="OAuth2" clId="{0EA2D1D5-1A4A-4DDE-98D0-B129D135DBAE}" dt="2025-12-08T21:14:03.228" v="1366" actId="20577"/>
          <ac:spMkLst>
            <pc:docMk/>
            <pc:sldMk cId="1711912420" sldId="2147482995"/>
            <ac:spMk id="13" creationId="{2575A94A-D85A-CC5C-08D7-532B92B4D807}"/>
          </ac:spMkLst>
        </pc:spChg>
        <pc:spChg chg="mod">
          <ac:chgData name="Daichi Kawaguchi" userId="39803997058_tp_box_2" providerId="OAuth2" clId="{0EA2D1D5-1A4A-4DDE-98D0-B129D135DBAE}" dt="2025-12-08T21:21:02.271" v="1939" actId="948"/>
          <ac:spMkLst>
            <pc:docMk/>
            <pc:sldMk cId="1711912420" sldId="2147482995"/>
            <ac:spMk id="14" creationId="{FA5C49DE-55D3-9E7E-2B37-FBB75D4DA716}"/>
          </ac:spMkLst>
        </pc:spChg>
        <pc:spChg chg="mod">
          <ac:chgData name="Daichi Kawaguchi" userId="39803997058_tp_box_2" providerId="OAuth2" clId="{0EA2D1D5-1A4A-4DDE-98D0-B129D135DBAE}" dt="2025-12-08T21:14:10.801" v="1367" actId="571"/>
          <ac:spMkLst>
            <pc:docMk/>
            <pc:sldMk cId="1711912420" sldId="2147482995"/>
            <ac:spMk id="16" creationId="{128288A5-7F2F-7903-7D6D-C36DB3766D01}"/>
          </ac:spMkLst>
        </pc:spChg>
        <pc:spChg chg="mod">
          <ac:chgData name="Daichi Kawaguchi" userId="39803997058_tp_box_2" providerId="OAuth2" clId="{0EA2D1D5-1A4A-4DDE-98D0-B129D135DBAE}" dt="2025-12-08T21:22:09.785" v="2067" actId="20577"/>
          <ac:spMkLst>
            <pc:docMk/>
            <pc:sldMk cId="1711912420" sldId="2147482995"/>
            <ac:spMk id="17" creationId="{6D4BE0CA-E360-FEAF-9D4B-B215B3F6AA39}"/>
          </ac:spMkLst>
        </pc:spChg>
        <pc:spChg chg="mod">
          <ac:chgData name="Daichi Kawaguchi" userId="39803997058_tp_box_2" providerId="OAuth2" clId="{0EA2D1D5-1A4A-4DDE-98D0-B129D135DBAE}" dt="2025-12-09T01:30:15.251" v="7591"/>
          <ac:spMkLst>
            <pc:docMk/>
            <pc:sldMk cId="1711912420" sldId="2147482995"/>
            <ac:spMk id="18" creationId="{5D8348B4-E4FA-8424-805E-4D29A221DF94}"/>
          </ac:spMkLst>
        </pc:spChg>
        <pc:spChg chg="mod">
          <ac:chgData name="Daichi Kawaguchi" userId="39803997058_tp_box_2" providerId="OAuth2" clId="{0EA2D1D5-1A4A-4DDE-98D0-B129D135DBAE}" dt="2025-12-09T03:33:39.352" v="9114" actId="947"/>
          <ac:spMkLst>
            <pc:docMk/>
            <pc:sldMk cId="1711912420" sldId="2147482995"/>
            <ac:spMk id="19" creationId="{5BDD928D-241D-443A-7AE8-D934A5CE0CA2}"/>
          </ac:spMkLst>
        </pc:spChg>
        <pc:spChg chg="mod">
          <ac:chgData name="Daichi Kawaguchi" userId="39803997058_tp_box_2" providerId="OAuth2" clId="{0EA2D1D5-1A4A-4DDE-98D0-B129D135DBAE}" dt="2025-12-09T01:30:15.251" v="7591"/>
          <ac:spMkLst>
            <pc:docMk/>
            <pc:sldMk cId="1711912420" sldId="2147482995"/>
            <ac:spMk id="21" creationId="{D688CF22-7E1B-6C8A-95A6-0094D5C8C239}"/>
          </ac:spMkLst>
        </pc:spChg>
        <pc:spChg chg="mod">
          <ac:chgData name="Daichi Kawaguchi" userId="39803997058_tp_box_2" providerId="OAuth2" clId="{0EA2D1D5-1A4A-4DDE-98D0-B129D135DBAE}" dt="2025-12-09T01:40:07.863" v="7906" actId="113"/>
          <ac:spMkLst>
            <pc:docMk/>
            <pc:sldMk cId="1711912420" sldId="2147482995"/>
            <ac:spMk id="22" creationId="{190D5F9F-9941-9321-E43D-9BD7083B5628}"/>
          </ac:spMkLst>
        </pc:spChg>
        <pc:spChg chg="mod">
          <ac:chgData name="Daichi Kawaguchi" userId="39803997058_tp_box_2" providerId="OAuth2" clId="{0EA2D1D5-1A4A-4DDE-98D0-B129D135DBAE}" dt="2025-12-09T01:30:15.251" v="7591"/>
          <ac:spMkLst>
            <pc:docMk/>
            <pc:sldMk cId="1711912420" sldId="2147482995"/>
            <ac:spMk id="24" creationId="{C416D0DE-3460-090D-11BC-CA0FBD87F658}"/>
          </ac:spMkLst>
        </pc:spChg>
        <pc:spChg chg="mod">
          <ac:chgData name="Daichi Kawaguchi" userId="39803997058_tp_box_2" providerId="OAuth2" clId="{0EA2D1D5-1A4A-4DDE-98D0-B129D135DBAE}" dt="2025-12-09T04:19:14.871" v="9580" actId="20577"/>
          <ac:spMkLst>
            <pc:docMk/>
            <pc:sldMk cId="1711912420" sldId="2147482995"/>
            <ac:spMk id="25" creationId="{115C69C1-F465-1AEB-36C3-868FFA51C1E9}"/>
          </ac:spMkLst>
        </pc:spChg>
        <pc:spChg chg="mod">
          <ac:chgData name="Daichi Kawaguchi" userId="39803997058_tp_box_2" providerId="OAuth2" clId="{0EA2D1D5-1A4A-4DDE-98D0-B129D135DBAE}" dt="2025-12-09T01:30:15.251" v="7591"/>
          <ac:spMkLst>
            <pc:docMk/>
            <pc:sldMk cId="1711912420" sldId="2147482995"/>
            <ac:spMk id="27" creationId="{6171E809-E261-1B6C-B53E-48BEA0E3E3E5}"/>
          </ac:spMkLst>
        </pc:spChg>
        <pc:spChg chg="mod">
          <ac:chgData name="Daichi Kawaguchi" userId="39803997058_tp_box_2" providerId="OAuth2" clId="{0EA2D1D5-1A4A-4DDE-98D0-B129D135DBAE}" dt="2025-12-09T01:35:56.218" v="7832"/>
          <ac:spMkLst>
            <pc:docMk/>
            <pc:sldMk cId="1711912420" sldId="2147482995"/>
            <ac:spMk id="28" creationId="{0ABA9395-3AB5-9D9A-75A0-BE6806D2196A}"/>
          </ac:spMkLst>
        </pc:spChg>
        <pc:spChg chg="mod">
          <ac:chgData name="Daichi Kawaguchi" userId="39803997058_tp_box_2" providerId="OAuth2" clId="{0EA2D1D5-1A4A-4DDE-98D0-B129D135DBAE}" dt="2025-12-09T01:30:15.251" v="7591"/>
          <ac:spMkLst>
            <pc:docMk/>
            <pc:sldMk cId="1711912420" sldId="2147482995"/>
            <ac:spMk id="30" creationId="{AD5A7C5B-C1CB-7188-E669-D27E4999571A}"/>
          </ac:spMkLst>
        </pc:spChg>
        <pc:spChg chg="mod">
          <ac:chgData name="Daichi Kawaguchi" userId="39803997058_tp_box_2" providerId="OAuth2" clId="{0EA2D1D5-1A4A-4DDE-98D0-B129D135DBAE}" dt="2025-12-09T03:26:33.446" v="8901" actId="255"/>
          <ac:spMkLst>
            <pc:docMk/>
            <pc:sldMk cId="1711912420" sldId="2147482995"/>
            <ac:spMk id="31" creationId="{663A164C-DAD3-3D90-8111-82127E0A7C50}"/>
          </ac:spMkLst>
        </pc:spChg>
        <pc:spChg chg="add mod">
          <ac:chgData name="Daichi Kawaguchi" userId="39803997058_tp_box_2" providerId="OAuth2" clId="{0EA2D1D5-1A4A-4DDE-98D0-B129D135DBAE}" dt="2025-12-09T03:35:07.892" v="9334" actId="404"/>
          <ac:spMkLst>
            <pc:docMk/>
            <pc:sldMk cId="1711912420" sldId="2147482995"/>
            <ac:spMk id="32" creationId="{4F083C41-09F7-805D-14E1-405F892741A3}"/>
          </ac:spMkLst>
        </pc:spChg>
        <pc:grpChg chg="add del mod">
          <ac:chgData name="Daichi Kawaguchi" userId="39803997058_tp_box_2" providerId="OAuth2" clId="{0EA2D1D5-1A4A-4DDE-98D0-B129D135DBAE}" dt="2025-12-09T01:36:02.274" v="7833" actId="478"/>
          <ac:grpSpMkLst>
            <pc:docMk/>
            <pc:sldMk cId="1711912420" sldId="2147482995"/>
            <ac:grpSpMk id="5" creationId="{D8EA7DDD-D570-EE3C-8DCF-C45EF6D35C5E}"/>
          </ac:grpSpMkLst>
        </pc:grpChg>
        <pc:grpChg chg="mod">
          <ac:chgData name="Daichi Kawaguchi" userId="39803997058_tp_box_2" providerId="OAuth2" clId="{0EA2D1D5-1A4A-4DDE-98D0-B129D135DBAE}" dt="2025-12-09T03:31:58.579" v="9091" actId="465"/>
          <ac:grpSpMkLst>
            <pc:docMk/>
            <pc:sldMk cId="1711912420" sldId="2147482995"/>
            <ac:grpSpMk id="7" creationId="{19C87A95-8AF4-26BE-D8B2-1428DAA41B1F}"/>
          </ac:grpSpMkLst>
        </pc:grpChg>
        <pc:grpChg chg="add del mod">
          <ac:chgData name="Daichi Kawaguchi" userId="39803997058_tp_box_2" providerId="OAuth2" clId="{0EA2D1D5-1A4A-4DDE-98D0-B129D135DBAE}" dt="2025-12-09T01:36:02.274" v="7833" actId="478"/>
          <ac:grpSpMkLst>
            <pc:docMk/>
            <pc:sldMk cId="1711912420" sldId="2147482995"/>
            <ac:grpSpMk id="9" creationId="{A5BA6977-A064-6723-0B69-57008D45F109}"/>
          </ac:grpSpMkLst>
        </pc:grpChg>
        <pc:grpChg chg="add del mod">
          <ac:chgData name="Daichi Kawaguchi" userId="39803997058_tp_box_2" providerId="OAuth2" clId="{0EA2D1D5-1A4A-4DDE-98D0-B129D135DBAE}" dt="2025-12-09T01:36:02.274" v="7833" actId="478"/>
          <ac:grpSpMkLst>
            <pc:docMk/>
            <pc:sldMk cId="1711912420" sldId="2147482995"/>
            <ac:grpSpMk id="12" creationId="{1AE65B8B-63B0-3B5D-67FC-B808A8DF2D2D}"/>
          </ac:grpSpMkLst>
        </pc:grpChg>
        <pc:grpChg chg="add del mod">
          <ac:chgData name="Daichi Kawaguchi" userId="39803997058_tp_box_2" providerId="OAuth2" clId="{0EA2D1D5-1A4A-4DDE-98D0-B129D135DBAE}" dt="2025-12-09T01:36:02.274" v="7833" actId="478"/>
          <ac:grpSpMkLst>
            <pc:docMk/>
            <pc:sldMk cId="1711912420" sldId="2147482995"/>
            <ac:grpSpMk id="15" creationId="{DE67D711-CC01-2D66-169E-ED0432753440}"/>
          </ac:grpSpMkLst>
        </pc:grpChg>
        <pc:grpChg chg="mod">
          <ac:chgData name="Daichi Kawaguchi" userId="39803997058_tp_box_2" providerId="OAuth2" clId="{0EA2D1D5-1A4A-4DDE-98D0-B129D135DBAE}" dt="2025-12-09T03:31:58.579" v="9091" actId="465"/>
          <ac:grpSpMkLst>
            <pc:docMk/>
            <pc:sldMk cId="1711912420" sldId="2147482995"/>
            <ac:grpSpMk id="20" creationId="{A1249C83-C898-BA11-B98C-9EE59DCDA715}"/>
          </ac:grpSpMkLst>
        </pc:grpChg>
        <pc:grpChg chg="mod">
          <ac:chgData name="Daichi Kawaguchi" userId="39803997058_tp_box_2" providerId="OAuth2" clId="{0EA2D1D5-1A4A-4DDE-98D0-B129D135DBAE}" dt="2025-12-09T03:31:58.579" v="9091" actId="465"/>
          <ac:grpSpMkLst>
            <pc:docMk/>
            <pc:sldMk cId="1711912420" sldId="2147482995"/>
            <ac:grpSpMk id="23" creationId="{CD7B180D-062C-B805-9F6F-CFC74542BC99}"/>
          </ac:grpSpMkLst>
        </pc:grpChg>
        <pc:grpChg chg="mod">
          <ac:chgData name="Daichi Kawaguchi" userId="39803997058_tp_box_2" providerId="OAuth2" clId="{0EA2D1D5-1A4A-4DDE-98D0-B129D135DBAE}" dt="2025-12-09T03:31:50.422" v="9090" actId="1036"/>
          <ac:grpSpMkLst>
            <pc:docMk/>
            <pc:sldMk cId="1711912420" sldId="2147482995"/>
            <ac:grpSpMk id="29" creationId="{761B83AB-6C26-FF2B-9973-2B7B6A318215}"/>
          </ac:grpSpMkLst>
        </pc:grpChg>
      </pc:sldChg>
      <pc:sldChg chg="addSp modSp add mod ord">
        <pc:chgData name="Daichi Kawaguchi" userId="39803997058_tp_box_2" providerId="OAuth2" clId="{0EA2D1D5-1A4A-4DDE-98D0-B129D135DBAE}" dt="2025-12-09T04:55:16.157" v="9662" actId="20577"/>
        <pc:sldMkLst>
          <pc:docMk/>
          <pc:sldMk cId="1515528405" sldId="2147482996"/>
        </pc:sldMkLst>
        <pc:spChg chg="mod">
          <ac:chgData name="Daichi Kawaguchi" userId="39803997058_tp_box_2" providerId="OAuth2" clId="{0EA2D1D5-1A4A-4DDE-98D0-B129D135DBAE}" dt="2025-12-09T04:55:16.157" v="9662" actId="20577"/>
          <ac:spMkLst>
            <pc:docMk/>
            <pc:sldMk cId="1515528405" sldId="2147482996"/>
            <ac:spMk id="3" creationId="{65F6D59A-6881-4EF5-1102-A14975FD47A2}"/>
          </ac:spMkLst>
        </pc:spChg>
        <pc:spChg chg="mod">
          <ac:chgData name="Daichi Kawaguchi" userId="39803997058_tp_box_2" providerId="OAuth2" clId="{0EA2D1D5-1A4A-4DDE-98D0-B129D135DBAE}" dt="2025-12-08T11:22:56.736" v="1019"/>
          <ac:spMkLst>
            <pc:docMk/>
            <pc:sldMk cId="1515528405" sldId="2147482996"/>
            <ac:spMk id="4" creationId="{3DBDF689-B39B-72EA-7850-0DFC9252E858}"/>
          </ac:spMkLst>
        </pc:spChg>
        <pc:spChg chg="mod">
          <ac:chgData name="Daichi Kawaguchi" userId="39803997058_tp_box_2" providerId="OAuth2" clId="{0EA2D1D5-1A4A-4DDE-98D0-B129D135DBAE}" dt="2025-12-09T03:19:00.341" v="8492" actId="20577"/>
          <ac:spMkLst>
            <pc:docMk/>
            <pc:sldMk cId="1515528405" sldId="2147482996"/>
            <ac:spMk id="5" creationId="{8BDEC048-DF0D-1E50-005C-77344036829C}"/>
          </ac:spMkLst>
        </pc:spChg>
        <pc:spChg chg="mod">
          <ac:chgData name="Daichi Kawaguchi" userId="39803997058_tp_box_2" providerId="OAuth2" clId="{0EA2D1D5-1A4A-4DDE-98D0-B129D135DBAE}" dt="2025-12-09T04:46:48.036" v="9599" actId="20577"/>
          <ac:spMkLst>
            <pc:docMk/>
            <pc:sldMk cId="1515528405" sldId="2147482996"/>
            <ac:spMk id="6" creationId="{C1BADD9F-F4B2-C920-BB04-61D2E01D25EA}"/>
          </ac:spMkLst>
        </pc:spChg>
        <pc:spChg chg="mod">
          <ac:chgData name="Daichi Kawaguchi" userId="39803997058_tp_box_2" providerId="OAuth2" clId="{0EA2D1D5-1A4A-4DDE-98D0-B129D135DBAE}" dt="2025-12-09T03:16:02.977" v="8142" actId="1036"/>
          <ac:spMkLst>
            <pc:docMk/>
            <pc:sldMk cId="1515528405" sldId="2147482996"/>
            <ac:spMk id="7" creationId="{026B7236-9ABB-B6C7-1B1F-3B61426F06E3}"/>
          </ac:spMkLst>
        </pc:spChg>
        <pc:grpChg chg="add mod">
          <ac:chgData name="Daichi Kawaguchi" userId="39803997058_tp_box_2" providerId="OAuth2" clId="{0EA2D1D5-1A4A-4DDE-98D0-B129D135DBAE}" dt="2025-12-09T03:18:55.924" v="8480" actId="14100"/>
          <ac:grpSpMkLst>
            <pc:docMk/>
            <pc:sldMk cId="1515528405" sldId="2147482996"/>
            <ac:grpSpMk id="2" creationId="{80E960A3-7602-B739-49CF-3B1BA2E6F2C5}"/>
          </ac:grpSpMkLst>
        </pc:grpChg>
        <pc:graphicFrameChg chg="add mod">
          <ac:chgData name="Daichi Kawaguchi" userId="39803997058_tp_box_2" providerId="OAuth2" clId="{0EA2D1D5-1A4A-4DDE-98D0-B129D135DBAE}" dt="2025-12-09T04:45:32.952" v="9581"/>
          <ac:graphicFrameMkLst>
            <pc:docMk/>
            <pc:sldMk cId="1515528405" sldId="2147482996"/>
            <ac:graphicFrameMk id="8" creationId="{7123228B-3B74-7958-A617-FA23EBA2C7FB}"/>
          </ac:graphicFrameMkLst>
        </pc:graphicFrameChg>
      </pc:sldChg>
      <pc:sldChg chg="addSp delSp modSp add mod">
        <pc:chgData name="Daichi Kawaguchi" userId="39803997058_tp_box_2" providerId="OAuth2" clId="{0EA2D1D5-1A4A-4DDE-98D0-B129D135DBAE}" dt="2025-12-09T03:37:27.958" v="9405" actId="465"/>
        <pc:sldMkLst>
          <pc:docMk/>
          <pc:sldMk cId="2158894901" sldId="2147482997"/>
        </pc:sldMkLst>
        <pc:spChg chg="add del">
          <ac:chgData name="Daichi Kawaguchi" userId="39803997058_tp_box_2" providerId="OAuth2" clId="{0EA2D1D5-1A4A-4DDE-98D0-B129D135DBAE}" dt="2025-12-09T00:47:15.695" v="5530" actId="478"/>
          <ac:spMkLst>
            <pc:docMk/>
            <pc:sldMk cId="2158894901" sldId="2147482997"/>
            <ac:spMk id="2" creationId="{24DD719A-8EFC-1E5F-2FFE-58A50DBFAED8}"/>
          </ac:spMkLst>
        </pc:spChg>
        <pc:spChg chg="del">
          <ac:chgData name="Daichi Kawaguchi" userId="39803997058_tp_box_2" providerId="OAuth2" clId="{0EA2D1D5-1A4A-4DDE-98D0-B129D135DBAE}" dt="2025-12-08T11:25:15.263" v="1240" actId="478"/>
          <ac:spMkLst>
            <pc:docMk/>
            <pc:sldMk cId="2158894901" sldId="2147482997"/>
            <ac:spMk id="2" creationId="{CBFECBE3-E577-4636-C017-DF0ECB9ACC6A}"/>
          </ac:spMkLst>
        </pc:spChg>
        <pc:spChg chg="mod">
          <ac:chgData name="Daichi Kawaguchi" userId="39803997058_tp_box_2" providerId="OAuth2" clId="{0EA2D1D5-1A4A-4DDE-98D0-B129D135DBAE}" dt="2025-12-09T00:49:11.508" v="5711" actId="20577"/>
          <ac:spMkLst>
            <pc:docMk/>
            <pc:sldMk cId="2158894901" sldId="2147482997"/>
            <ac:spMk id="3" creationId="{E556B7CB-013A-66F3-6B8A-EED7B19FB094}"/>
          </ac:spMkLst>
        </pc:spChg>
        <pc:spChg chg="mod">
          <ac:chgData name="Daichi Kawaguchi" userId="39803997058_tp_box_2" providerId="OAuth2" clId="{0EA2D1D5-1A4A-4DDE-98D0-B129D135DBAE}" dt="2025-12-08T11:25:00.722" v="1233" actId="20577"/>
          <ac:spMkLst>
            <pc:docMk/>
            <pc:sldMk cId="2158894901" sldId="2147482997"/>
            <ac:spMk id="4" creationId="{76290565-08B2-DAA5-79AC-C9FBFF7E5ACB}"/>
          </ac:spMkLst>
        </pc:spChg>
        <pc:spChg chg="mod">
          <ac:chgData name="Daichi Kawaguchi" userId="39803997058_tp_box_2" providerId="OAuth2" clId="{0EA2D1D5-1A4A-4DDE-98D0-B129D135DBAE}" dt="2025-12-09T00:59:16.321" v="6205" actId="255"/>
          <ac:spMkLst>
            <pc:docMk/>
            <pc:sldMk cId="2158894901" sldId="2147482997"/>
            <ac:spMk id="6" creationId="{45297E65-7C19-4020-595E-A44162EAD973}"/>
          </ac:spMkLst>
        </pc:spChg>
        <pc:spChg chg="del mod">
          <ac:chgData name="Daichi Kawaguchi" userId="39803997058_tp_box_2" providerId="OAuth2" clId="{0EA2D1D5-1A4A-4DDE-98D0-B129D135DBAE}" dt="2025-12-08T21:26:09.015" v="2597" actId="478"/>
          <ac:spMkLst>
            <pc:docMk/>
            <pc:sldMk cId="2158894901" sldId="2147482997"/>
            <ac:spMk id="7" creationId="{2629ABE9-9CF4-5F11-0F8C-D04B90AD6094}"/>
          </ac:spMkLst>
        </pc:spChg>
        <pc:spChg chg="mod">
          <ac:chgData name="Daichi Kawaguchi" userId="39803997058_tp_box_2" providerId="OAuth2" clId="{0EA2D1D5-1A4A-4DDE-98D0-B129D135DBAE}" dt="2025-12-09T01:00:46.906" v="6277" actId="948"/>
          <ac:spMkLst>
            <pc:docMk/>
            <pc:sldMk cId="2158894901" sldId="2147482997"/>
            <ac:spMk id="8" creationId="{EE3D4ED0-7A0F-91BB-E6B6-AB3C11DA584B}"/>
          </ac:spMkLst>
        </pc:spChg>
        <pc:spChg chg="mod">
          <ac:chgData name="Daichi Kawaguchi" userId="39803997058_tp_box_2" providerId="OAuth2" clId="{0EA2D1D5-1A4A-4DDE-98D0-B129D135DBAE}" dt="2025-12-09T00:59:16.321" v="6205" actId="255"/>
          <ac:spMkLst>
            <pc:docMk/>
            <pc:sldMk cId="2158894901" sldId="2147482997"/>
            <ac:spMk id="10" creationId="{A4C76E54-7170-F657-FB88-0C413932E85F}"/>
          </ac:spMkLst>
        </pc:spChg>
        <pc:spChg chg="mod">
          <ac:chgData name="Daichi Kawaguchi" userId="39803997058_tp_box_2" providerId="OAuth2" clId="{0EA2D1D5-1A4A-4DDE-98D0-B129D135DBAE}" dt="2025-12-09T00:59:16.321" v="6205" actId="255"/>
          <ac:spMkLst>
            <pc:docMk/>
            <pc:sldMk cId="2158894901" sldId="2147482997"/>
            <ac:spMk id="11" creationId="{33A1ED05-B91C-E531-8A87-F6E3F1A86704}"/>
          </ac:spMkLst>
        </pc:spChg>
        <pc:spChg chg="mod">
          <ac:chgData name="Daichi Kawaguchi" userId="39803997058_tp_box_2" providerId="OAuth2" clId="{0EA2D1D5-1A4A-4DDE-98D0-B129D135DBAE}" dt="2025-12-09T00:59:16.321" v="6205" actId="255"/>
          <ac:spMkLst>
            <pc:docMk/>
            <pc:sldMk cId="2158894901" sldId="2147482997"/>
            <ac:spMk id="13" creationId="{63A7666B-1E5E-DCD4-BD62-EF7B4B2B16F3}"/>
          </ac:spMkLst>
        </pc:spChg>
        <pc:spChg chg="mod">
          <ac:chgData name="Daichi Kawaguchi" userId="39803997058_tp_box_2" providerId="OAuth2" clId="{0EA2D1D5-1A4A-4DDE-98D0-B129D135DBAE}" dt="2025-12-09T00:59:16.321" v="6205" actId="255"/>
          <ac:spMkLst>
            <pc:docMk/>
            <pc:sldMk cId="2158894901" sldId="2147482997"/>
            <ac:spMk id="14" creationId="{ABE2C6E1-3446-FB08-AB40-981D6F8E4A67}"/>
          </ac:spMkLst>
        </pc:spChg>
        <pc:spChg chg="mod">
          <ac:chgData name="Daichi Kawaguchi" userId="39803997058_tp_box_2" providerId="OAuth2" clId="{0EA2D1D5-1A4A-4DDE-98D0-B129D135DBAE}" dt="2025-12-08T21:26:09.525" v="2598"/>
          <ac:spMkLst>
            <pc:docMk/>
            <pc:sldMk cId="2158894901" sldId="2147482997"/>
            <ac:spMk id="16" creationId="{76F23BC7-4A03-0C23-0C69-02FB6AF79652}"/>
          </ac:spMkLst>
        </pc:spChg>
        <pc:spChg chg="mod">
          <ac:chgData name="Daichi Kawaguchi" userId="39803997058_tp_box_2" providerId="OAuth2" clId="{0EA2D1D5-1A4A-4DDE-98D0-B129D135DBAE}" dt="2025-12-09T01:00:54.086" v="6278" actId="948"/>
          <ac:spMkLst>
            <pc:docMk/>
            <pc:sldMk cId="2158894901" sldId="2147482997"/>
            <ac:spMk id="17" creationId="{1082D1B1-D6EA-F5F4-0FDB-2CD005AF7DF6}"/>
          </ac:spMkLst>
        </pc:spChg>
        <pc:spChg chg="add del mod topLvl">
          <ac:chgData name="Daichi Kawaguchi" userId="39803997058_tp_box_2" providerId="OAuth2" clId="{0EA2D1D5-1A4A-4DDE-98D0-B129D135DBAE}" dt="2025-12-09T00:47:15.113" v="5529" actId="478"/>
          <ac:spMkLst>
            <pc:docMk/>
            <pc:sldMk cId="2158894901" sldId="2147482997"/>
            <ac:spMk id="18" creationId="{66EBCA41-7985-6CBA-CBE8-D1F5ADDFF267}"/>
          </ac:spMkLst>
        </pc:spChg>
        <pc:spChg chg="add del mod topLvl">
          <ac:chgData name="Daichi Kawaguchi" userId="39803997058_tp_box_2" providerId="OAuth2" clId="{0EA2D1D5-1A4A-4DDE-98D0-B129D135DBAE}" dt="2025-12-09T00:47:15.903" v="5531" actId="478"/>
          <ac:spMkLst>
            <pc:docMk/>
            <pc:sldMk cId="2158894901" sldId="2147482997"/>
            <ac:spMk id="19" creationId="{EF031E38-7B25-E1D5-1788-D5B86E4229F7}"/>
          </ac:spMkLst>
        </pc:spChg>
        <pc:spChg chg="mod">
          <ac:chgData name="Daichi Kawaguchi" userId="39803997058_tp_box_2" providerId="OAuth2" clId="{0EA2D1D5-1A4A-4DDE-98D0-B129D135DBAE}" dt="2025-12-09T01:06:00.939" v="6499" actId="2711"/>
          <ac:spMkLst>
            <pc:docMk/>
            <pc:sldMk cId="2158894901" sldId="2147482997"/>
            <ac:spMk id="21" creationId="{1D11DC7D-8B37-3829-BEBF-2DBE313B0AFB}"/>
          </ac:spMkLst>
        </pc:spChg>
        <pc:spChg chg="mod">
          <ac:chgData name="Daichi Kawaguchi" userId="39803997058_tp_box_2" providerId="OAuth2" clId="{0EA2D1D5-1A4A-4DDE-98D0-B129D135DBAE}" dt="2025-12-09T01:06:46.144" v="6557" actId="20577"/>
          <ac:spMkLst>
            <pc:docMk/>
            <pc:sldMk cId="2158894901" sldId="2147482997"/>
            <ac:spMk id="22" creationId="{3335990A-3CAF-9F33-CEFA-FE47153C60F3}"/>
          </ac:spMkLst>
        </pc:spChg>
        <pc:spChg chg="mod">
          <ac:chgData name="Daichi Kawaguchi" userId="39803997058_tp_box_2" providerId="OAuth2" clId="{0EA2D1D5-1A4A-4DDE-98D0-B129D135DBAE}" dt="2025-12-09T00:59:16.321" v="6205" actId="255"/>
          <ac:spMkLst>
            <pc:docMk/>
            <pc:sldMk cId="2158894901" sldId="2147482997"/>
            <ac:spMk id="24" creationId="{8592B16F-CEEA-6885-6310-B6CD5993488A}"/>
          </ac:spMkLst>
        </pc:spChg>
        <pc:spChg chg="mod">
          <ac:chgData name="Daichi Kawaguchi" userId="39803997058_tp_box_2" providerId="OAuth2" clId="{0EA2D1D5-1A4A-4DDE-98D0-B129D135DBAE}" dt="2025-12-09T01:00:39.412" v="6276" actId="948"/>
          <ac:spMkLst>
            <pc:docMk/>
            <pc:sldMk cId="2158894901" sldId="2147482997"/>
            <ac:spMk id="25" creationId="{C98B81CF-3B07-97E0-1CF7-C048F18E9F57}"/>
          </ac:spMkLst>
        </pc:spChg>
        <pc:grpChg chg="add mod">
          <ac:chgData name="Daichi Kawaguchi" userId="39803997058_tp_box_2" providerId="OAuth2" clId="{0EA2D1D5-1A4A-4DDE-98D0-B129D135DBAE}" dt="2025-12-09T03:37:27.958" v="9405" actId="465"/>
          <ac:grpSpMkLst>
            <pc:docMk/>
            <pc:sldMk cId="2158894901" sldId="2147482997"/>
            <ac:grpSpMk id="5" creationId="{3BC7029C-1EA2-25A5-4934-FE54E3A58C84}"/>
          </ac:grpSpMkLst>
        </pc:grpChg>
        <pc:grpChg chg="add del mod">
          <ac:chgData name="Daichi Kawaguchi" userId="39803997058_tp_box_2" providerId="OAuth2" clId="{0EA2D1D5-1A4A-4DDE-98D0-B129D135DBAE}" dt="2025-12-09T00:47:15.113" v="5529" actId="478"/>
          <ac:grpSpMkLst>
            <pc:docMk/>
            <pc:sldMk cId="2158894901" sldId="2147482997"/>
            <ac:grpSpMk id="7" creationId="{8947DC5C-FC01-69E4-3DF5-07C5780B3E5E}"/>
          </ac:grpSpMkLst>
        </pc:grpChg>
        <pc:grpChg chg="add mod">
          <ac:chgData name="Daichi Kawaguchi" userId="39803997058_tp_box_2" providerId="OAuth2" clId="{0EA2D1D5-1A4A-4DDE-98D0-B129D135DBAE}" dt="2025-12-09T03:37:27.958" v="9405" actId="465"/>
          <ac:grpSpMkLst>
            <pc:docMk/>
            <pc:sldMk cId="2158894901" sldId="2147482997"/>
            <ac:grpSpMk id="9" creationId="{DC3C568E-DC2F-82E2-8758-8A47B0FCF211}"/>
          </ac:grpSpMkLst>
        </pc:grpChg>
        <pc:grpChg chg="mod">
          <ac:chgData name="Daichi Kawaguchi" userId="39803997058_tp_box_2" providerId="OAuth2" clId="{0EA2D1D5-1A4A-4DDE-98D0-B129D135DBAE}" dt="2025-12-09T03:37:27.958" v="9405" actId="465"/>
          <ac:grpSpMkLst>
            <pc:docMk/>
            <pc:sldMk cId="2158894901" sldId="2147482997"/>
            <ac:grpSpMk id="12" creationId="{2D2233EF-07B4-75DC-372F-FC04A6142F0D}"/>
          </ac:grpSpMkLst>
        </pc:grpChg>
        <pc:grpChg chg="mod">
          <ac:chgData name="Daichi Kawaguchi" userId="39803997058_tp_box_2" providerId="OAuth2" clId="{0EA2D1D5-1A4A-4DDE-98D0-B129D135DBAE}" dt="2025-12-09T01:07:33.022" v="6578" actId="1035"/>
          <ac:grpSpMkLst>
            <pc:docMk/>
            <pc:sldMk cId="2158894901" sldId="2147482997"/>
            <ac:grpSpMk id="15" creationId="{8715BE5B-7025-798F-09EF-0B4EE5F80565}"/>
          </ac:grpSpMkLst>
        </pc:grpChg>
        <pc:grpChg chg="add mod">
          <ac:chgData name="Daichi Kawaguchi" userId="39803997058_tp_box_2" providerId="OAuth2" clId="{0EA2D1D5-1A4A-4DDE-98D0-B129D135DBAE}" dt="2025-12-09T03:37:22.621" v="9404" actId="1036"/>
          <ac:grpSpMkLst>
            <pc:docMk/>
            <pc:sldMk cId="2158894901" sldId="2147482997"/>
            <ac:grpSpMk id="20" creationId="{247E0607-0E41-F049-5644-3A12B83DCC75}"/>
          </ac:grpSpMkLst>
        </pc:grpChg>
        <pc:grpChg chg="add del mod">
          <ac:chgData name="Daichi Kawaguchi" userId="39803997058_tp_box_2" providerId="OAuth2" clId="{0EA2D1D5-1A4A-4DDE-98D0-B129D135DBAE}" dt="2025-12-09T01:03:38.105" v="6331" actId="478"/>
          <ac:grpSpMkLst>
            <pc:docMk/>
            <pc:sldMk cId="2158894901" sldId="2147482997"/>
            <ac:grpSpMk id="23" creationId="{36C279C1-A756-511F-A49F-8540540B08D8}"/>
          </ac:grpSpMkLst>
        </pc:grpChg>
      </pc:sldChg>
      <pc:sldChg chg="addSp delSp modSp add mod">
        <pc:chgData name="Daichi Kawaguchi" userId="39803997058_tp_box_2" providerId="OAuth2" clId="{0EA2D1D5-1A4A-4DDE-98D0-B129D135DBAE}" dt="2025-12-09T03:41:04.561" v="9526" actId="20577"/>
        <pc:sldMkLst>
          <pc:docMk/>
          <pc:sldMk cId="537305175" sldId="2147482998"/>
        </pc:sldMkLst>
        <pc:spChg chg="mod">
          <ac:chgData name="Daichi Kawaguchi" userId="39803997058_tp_box_2" providerId="OAuth2" clId="{0EA2D1D5-1A4A-4DDE-98D0-B129D135DBAE}" dt="2025-12-08T21:30:39.520" v="3240" actId="20577"/>
          <ac:spMkLst>
            <pc:docMk/>
            <pc:sldMk cId="537305175" sldId="2147482998"/>
            <ac:spMk id="3" creationId="{AD41867B-78B0-F1B7-3306-CC620638D968}"/>
          </ac:spMkLst>
        </pc:spChg>
        <pc:spChg chg="mod">
          <ac:chgData name="Daichi Kawaguchi" userId="39803997058_tp_box_2" providerId="OAuth2" clId="{0EA2D1D5-1A4A-4DDE-98D0-B129D135DBAE}" dt="2025-12-08T11:25:32.069" v="1261" actId="20577"/>
          <ac:spMkLst>
            <pc:docMk/>
            <pc:sldMk cId="537305175" sldId="2147482998"/>
            <ac:spMk id="4" creationId="{FAF03E1F-D6C7-DC6C-45C9-E4723302A7AD}"/>
          </ac:spMkLst>
        </pc:spChg>
        <pc:spChg chg="mod">
          <ac:chgData name="Daichi Kawaguchi" userId="39803997058_tp_box_2" providerId="OAuth2" clId="{0EA2D1D5-1A4A-4DDE-98D0-B129D135DBAE}" dt="2025-12-08T21:28:57.097" v="3070"/>
          <ac:spMkLst>
            <pc:docMk/>
            <pc:sldMk cId="537305175" sldId="2147482998"/>
            <ac:spMk id="5" creationId="{F3574EF9-638A-5501-DA9A-682713472FA0}"/>
          </ac:spMkLst>
        </pc:spChg>
        <pc:spChg chg="mod">
          <ac:chgData name="Daichi Kawaguchi" userId="39803997058_tp_box_2" providerId="OAuth2" clId="{0EA2D1D5-1A4A-4DDE-98D0-B129D135DBAE}" dt="2025-12-08T21:32:19.733" v="3386" actId="20577"/>
          <ac:spMkLst>
            <pc:docMk/>
            <pc:sldMk cId="537305175" sldId="2147482998"/>
            <ac:spMk id="6" creationId="{19364D27-E573-D7B1-5E6B-CD4EE55E512F}"/>
          </ac:spMkLst>
        </pc:spChg>
        <pc:spChg chg="del">
          <ac:chgData name="Daichi Kawaguchi" userId="39803997058_tp_box_2" providerId="OAuth2" clId="{0EA2D1D5-1A4A-4DDE-98D0-B129D135DBAE}" dt="2025-12-08T21:28:49.721" v="3069" actId="478"/>
          <ac:spMkLst>
            <pc:docMk/>
            <pc:sldMk cId="537305175" sldId="2147482998"/>
            <ac:spMk id="7" creationId="{08C5180E-2DFE-6CB0-BE4F-65C98B0F709D}"/>
          </ac:spMkLst>
        </pc:spChg>
        <pc:spChg chg="mod">
          <ac:chgData name="Daichi Kawaguchi" userId="39803997058_tp_box_2" providerId="OAuth2" clId="{0EA2D1D5-1A4A-4DDE-98D0-B129D135DBAE}" dt="2025-12-08T21:28:57.097" v="3070"/>
          <ac:spMkLst>
            <pc:docMk/>
            <pc:sldMk cId="537305175" sldId="2147482998"/>
            <ac:spMk id="9" creationId="{0B3AB1F4-3F42-4364-696F-0CD6E13F4EB4}"/>
          </ac:spMkLst>
        </pc:spChg>
        <pc:spChg chg="mod">
          <ac:chgData name="Daichi Kawaguchi" userId="39803997058_tp_box_2" providerId="OAuth2" clId="{0EA2D1D5-1A4A-4DDE-98D0-B129D135DBAE}" dt="2025-12-08T21:28:57.097" v="3070"/>
          <ac:spMkLst>
            <pc:docMk/>
            <pc:sldMk cId="537305175" sldId="2147482998"/>
            <ac:spMk id="10" creationId="{31935020-0F2E-5866-BF76-C3479DE6A684}"/>
          </ac:spMkLst>
        </pc:spChg>
        <pc:spChg chg="mod">
          <ac:chgData name="Daichi Kawaguchi" userId="39803997058_tp_box_2" providerId="OAuth2" clId="{0EA2D1D5-1A4A-4DDE-98D0-B129D135DBAE}" dt="2025-12-08T21:28:57.097" v="3070"/>
          <ac:spMkLst>
            <pc:docMk/>
            <pc:sldMk cId="537305175" sldId="2147482998"/>
            <ac:spMk id="12" creationId="{DCCE5623-20D6-4AFA-A810-88ACA44CFEB5}"/>
          </ac:spMkLst>
        </pc:spChg>
        <pc:spChg chg="mod">
          <ac:chgData name="Daichi Kawaguchi" userId="39803997058_tp_box_2" providerId="OAuth2" clId="{0EA2D1D5-1A4A-4DDE-98D0-B129D135DBAE}" dt="2025-12-08T21:32:34.910" v="3433" actId="20577"/>
          <ac:spMkLst>
            <pc:docMk/>
            <pc:sldMk cId="537305175" sldId="2147482998"/>
            <ac:spMk id="13" creationId="{25450114-4840-C84A-DAF1-A73FB0C4A26E}"/>
          </ac:spMkLst>
        </pc:spChg>
        <pc:spChg chg="mod">
          <ac:chgData name="Daichi Kawaguchi" userId="39803997058_tp_box_2" providerId="OAuth2" clId="{0EA2D1D5-1A4A-4DDE-98D0-B129D135DBAE}" dt="2025-12-08T21:28:57.097" v="3070"/>
          <ac:spMkLst>
            <pc:docMk/>
            <pc:sldMk cId="537305175" sldId="2147482998"/>
            <ac:spMk id="15" creationId="{7BA51E20-E6FF-8E1B-BBE1-01BE3AE7B42B}"/>
          </ac:spMkLst>
        </pc:spChg>
        <pc:spChg chg="mod">
          <ac:chgData name="Daichi Kawaguchi" userId="39803997058_tp_box_2" providerId="OAuth2" clId="{0EA2D1D5-1A4A-4DDE-98D0-B129D135DBAE}" dt="2025-12-08T21:33:46.489" v="3675" actId="20577"/>
          <ac:spMkLst>
            <pc:docMk/>
            <pc:sldMk cId="537305175" sldId="2147482998"/>
            <ac:spMk id="16" creationId="{CB322C16-2E7D-5255-76FE-FAA6D548CCD5}"/>
          </ac:spMkLst>
        </pc:spChg>
        <pc:spChg chg="mod">
          <ac:chgData name="Daichi Kawaguchi" userId="39803997058_tp_box_2" providerId="OAuth2" clId="{0EA2D1D5-1A4A-4DDE-98D0-B129D135DBAE}" dt="2025-12-09T01:11:43.365" v="6869"/>
          <ac:spMkLst>
            <pc:docMk/>
            <pc:sldMk cId="537305175" sldId="2147482998"/>
            <ac:spMk id="17" creationId="{A1A479AF-61B3-81D9-84A2-A0620E096C72}"/>
          </ac:spMkLst>
        </pc:spChg>
        <pc:spChg chg="mod">
          <ac:chgData name="Daichi Kawaguchi" userId="39803997058_tp_box_2" providerId="OAuth2" clId="{0EA2D1D5-1A4A-4DDE-98D0-B129D135DBAE}" dt="2025-12-09T03:41:04.561" v="9526" actId="20577"/>
          <ac:spMkLst>
            <pc:docMk/>
            <pc:sldMk cId="537305175" sldId="2147482998"/>
            <ac:spMk id="18" creationId="{3D4C04B2-3143-AFF8-89E3-5D0F0926692E}"/>
          </ac:spMkLst>
        </pc:spChg>
        <pc:spChg chg="mod">
          <ac:chgData name="Daichi Kawaguchi" userId="39803997058_tp_box_2" providerId="OAuth2" clId="{0EA2D1D5-1A4A-4DDE-98D0-B129D135DBAE}" dt="2025-12-09T01:11:43.365" v="6869"/>
          <ac:spMkLst>
            <pc:docMk/>
            <pc:sldMk cId="537305175" sldId="2147482998"/>
            <ac:spMk id="20" creationId="{BBE8BCF6-C826-52E8-E4AF-AC56D51816A1}"/>
          </ac:spMkLst>
        </pc:spChg>
        <pc:spChg chg="mod">
          <ac:chgData name="Daichi Kawaguchi" userId="39803997058_tp_box_2" providerId="OAuth2" clId="{0EA2D1D5-1A4A-4DDE-98D0-B129D135DBAE}" dt="2025-12-09T03:40:32.499" v="9502" actId="404"/>
          <ac:spMkLst>
            <pc:docMk/>
            <pc:sldMk cId="537305175" sldId="2147482998"/>
            <ac:spMk id="21" creationId="{825A1FA9-E36A-B6CB-58C0-23441E346918}"/>
          </ac:spMkLst>
        </pc:spChg>
        <pc:spChg chg="mod">
          <ac:chgData name="Daichi Kawaguchi" userId="39803997058_tp_box_2" providerId="OAuth2" clId="{0EA2D1D5-1A4A-4DDE-98D0-B129D135DBAE}" dt="2025-12-09T01:11:43.365" v="6869"/>
          <ac:spMkLst>
            <pc:docMk/>
            <pc:sldMk cId="537305175" sldId="2147482998"/>
            <ac:spMk id="23" creationId="{43DE14D2-5E17-32BD-F394-87A420B1DE9A}"/>
          </ac:spMkLst>
        </pc:spChg>
        <pc:spChg chg="mod">
          <ac:chgData name="Daichi Kawaguchi" userId="39803997058_tp_box_2" providerId="OAuth2" clId="{0EA2D1D5-1A4A-4DDE-98D0-B129D135DBAE}" dt="2025-12-09T03:40:30.506" v="9501" actId="404"/>
          <ac:spMkLst>
            <pc:docMk/>
            <pc:sldMk cId="537305175" sldId="2147482998"/>
            <ac:spMk id="24" creationId="{64755F90-799F-7206-F881-AE8F82A258C2}"/>
          </ac:spMkLst>
        </pc:spChg>
        <pc:spChg chg="mod">
          <ac:chgData name="Daichi Kawaguchi" userId="39803997058_tp_box_2" providerId="OAuth2" clId="{0EA2D1D5-1A4A-4DDE-98D0-B129D135DBAE}" dt="2025-12-09T01:11:43.365" v="6869"/>
          <ac:spMkLst>
            <pc:docMk/>
            <pc:sldMk cId="537305175" sldId="2147482998"/>
            <ac:spMk id="26" creationId="{6CFC320D-822F-08FB-B703-0AD00A039D96}"/>
          </ac:spMkLst>
        </pc:spChg>
        <pc:spChg chg="mod">
          <ac:chgData name="Daichi Kawaguchi" userId="39803997058_tp_box_2" providerId="OAuth2" clId="{0EA2D1D5-1A4A-4DDE-98D0-B129D135DBAE}" dt="2025-12-09T03:40:34.683" v="9503" actId="404"/>
          <ac:spMkLst>
            <pc:docMk/>
            <pc:sldMk cId="537305175" sldId="2147482998"/>
            <ac:spMk id="27" creationId="{A179FC9A-9182-4063-9F8F-E49A14AC8284}"/>
          </ac:spMkLst>
        </pc:spChg>
        <pc:spChg chg="mod">
          <ac:chgData name="Daichi Kawaguchi" userId="39803997058_tp_box_2" providerId="OAuth2" clId="{0EA2D1D5-1A4A-4DDE-98D0-B129D135DBAE}" dt="2025-12-09T01:11:43.365" v="6869"/>
          <ac:spMkLst>
            <pc:docMk/>
            <pc:sldMk cId="537305175" sldId="2147482998"/>
            <ac:spMk id="29" creationId="{3AB3944A-656A-0451-78B1-A3B7165B799E}"/>
          </ac:spMkLst>
        </pc:spChg>
        <pc:spChg chg="mod">
          <ac:chgData name="Daichi Kawaguchi" userId="39803997058_tp_box_2" providerId="OAuth2" clId="{0EA2D1D5-1A4A-4DDE-98D0-B129D135DBAE}" dt="2025-12-09T03:40:01.133" v="9489" actId="948"/>
          <ac:spMkLst>
            <pc:docMk/>
            <pc:sldMk cId="537305175" sldId="2147482998"/>
            <ac:spMk id="30" creationId="{77EAA188-74E3-C4E4-2073-D4A84F572815}"/>
          </ac:spMkLst>
        </pc:spChg>
        <pc:grpChg chg="add del mod">
          <ac:chgData name="Daichi Kawaguchi" userId="39803997058_tp_box_2" providerId="OAuth2" clId="{0EA2D1D5-1A4A-4DDE-98D0-B129D135DBAE}" dt="2025-12-09T01:26:22.322" v="7268" actId="478"/>
          <ac:grpSpMkLst>
            <pc:docMk/>
            <pc:sldMk cId="537305175" sldId="2147482998"/>
            <ac:grpSpMk id="2" creationId="{CD0A23A7-A43C-43BB-9EAE-F676C65BEC46}"/>
          </ac:grpSpMkLst>
        </pc:grpChg>
        <pc:grpChg chg="mod">
          <ac:chgData name="Daichi Kawaguchi" userId="39803997058_tp_box_2" providerId="OAuth2" clId="{0EA2D1D5-1A4A-4DDE-98D0-B129D135DBAE}" dt="2025-12-09T03:40:51.960" v="9510" actId="465"/>
          <ac:grpSpMkLst>
            <pc:docMk/>
            <pc:sldMk cId="537305175" sldId="2147482998"/>
            <ac:grpSpMk id="7" creationId="{FF0D326B-75AD-4405-BB63-E209F94FFCBC}"/>
          </ac:grpSpMkLst>
        </pc:grpChg>
        <pc:grpChg chg="del mod">
          <ac:chgData name="Daichi Kawaguchi" userId="39803997058_tp_box_2" providerId="OAuth2" clId="{0EA2D1D5-1A4A-4DDE-98D0-B129D135DBAE}" dt="2025-12-09T01:26:22.322" v="7268" actId="478"/>
          <ac:grpSpMkLst>
            <pc:docMk/>
            <pc:sldMk cId="537305175" sldId="2147482998"/>
            <ac:grpSpMk id="8" creationId="{11B2AE56-0F3D-7C2A-8DBE-471E5BEA90E5}"/>
          </ac:grpSpMkLst>
        </pc:grpChg>
        <pc:grpChg chg="add del mod">
          <ac:chgData name="Daichi Kawaguchi" userId="39803997058_tp_box_2" providerId="OAuth2" clId="{0EA2D1D5-1A4A-4DDE-98D0-B129D135DBAE}" dt="2025-12-09T01:26:22.322" v="7268" actId="478"/>
          <ac:grpSpMkLst>
            <pc:docMk/>
            <pc:sldMk cId="537305175" sldId="2147482998"/>
            <ac:grpSpMk id="11" creationId="{09144CC9-08D3-0C79-9994-F34414EF8D5C}"/>
          </ac:grpSpMkLst>
        </pc:grpChg>
        <pc:grpChg chg="del mod">
          <ac:chgData name="Daichi Kawaguchi" userId="39803997058_tp_box_2" providerId="OAuth2" clId="{0EA2D1D5-1A4A-4DDE-98D0-B129D135DBAE}" dt="2025-12-09T01:26:22.322" v="7268" actId="478"/>
          <ac:grpSpMkLst>
            <pc:docMk/>
            <pc:sldMk cId="537305175" sldId="2147482998"/>
            <ac:grpSpMk id="14" creationId="{A17C6723-01F1-1E16-428E-A36310682B08}"/>
          </ac:grpSpMkLst>
        </pc:grpChg>
        <pc:grpChg chg="mod">
          <ac:chgData name="Daichi Kawaguchi" userId="39803997058_tp_box_2" providerId="OAuth2" clId="{0EA2D1D5-1A4A-4DDE-98D0-B129D135DBAE}" dt="2025-12-09T03:40:51.960" v="9510" actId="465"/>
          <ac:grpSpMkLst>
            <pc:docMk/>
            <pc:sldMk cId="537305175" sldId="2147482998"/>
            <ac:grpSpMk id="19" creationId="{563AB178-32D9-193F-75C3-95269297197F}"/>
          </ac:grpSpMkLst>
        </pc:grpChg>
        <pc:grpChg chg="mod">
          <ac:chgData name="Daichi Kawaguchi" userId="39803997058_tp_box_2" providerId="OAuth2" clId="{0EA2D1D5-1A4A-4DDE-98D0-B129D135DBAE}" dt="2025-12-09T03:40:51.960" v="9510" actId="465"/>
          <ac:grpSpMkLst>
            <pc:docMk/>
            <pc:sldMk cId="537305175" sldId="2147482998"/>
            <ac:grpSpMk id="22" creationId="{237A43A9-F8BC-811A-5215-4505FE1F7B8F}"/>
          </ac:grpSpMkLst>
        </pc:grpChg>
        <pc:grpChg chg="mod">
          <ac:chgData name="Daichi Kawaguchi" userId="39803997058_tp_box_2" providerId="OAuth2" clId="{0EA2D1D5-1A4A-4DDE-98D0-B129D135DBAE}" dt="2025-12-09T03:40:43.822" v="9509" actId="1035"/>
          <ac:grpSpMkLst>
            <pc:docMk/>
            <pc:sldMk cId="537305175" sldId="2147482998"/>
            <ac:grpSpMk id="28" creationId="{5A0A3238-40AC-1C1F-C619-AE38AB963A1F}"/>
          </ac:grpSpMkLst>
        </pc:grpChg>
      </pc:sldChg>
      <pc:sldChg chg="addSp delSp modSp add mod">
        <pc:chgData name="Daichi Kawaguchi" userId="39803997058_tp_box_2" providerId="OAuth2" clId="{0EA2D1D5-1A4A-4DDE-98D0-B129D135DBAE}" dt="2025-12-09T06:32:26.181" v="9901" actId="20577"/>
        <pc:sldMkLst>
          <pc:docMk/>
          <pc:sldMk cId="1782084202" sldId="2147482999"/>
        </pc:sldMkLst>
        <pc:spChg chg="mod">
          <ac:chgData name="Daichi Kawaguchi" userId="39803997058_tp_box_2" providerId="OAuth2" clId="{0EA2D1D5-1A4A-4DDE-98D0-B129D135DBAE}" dt="2025-12-08T21:35:19.728" v="3931" actId="20577"/>
          <ac:spMkLst>
            <pc:docMk/>
            <pc:sldMk cId="1782084202" sldId="2147482999"/>
            <ac:spMk id="3" creationId="{2CD6C861-FFC7-FC22-793B-AB197983D934}"/>
          </ac:spMkLst>
        </pc:spChg>
        <pc:spChg chg="mod">
          <ac:chgData name="Daichi Kawaguchi" userId="39803997058_tp_box_2" providerId="OAuth2" clId="{0EA2D1D5-1A4A-4DDE-98D0-B129D135DBAE}" dt="2025-12-08T11:25:42.712" v="1287" actId="20577"/>
          <ac:spMkLst>
            <pc:docMk/>
            <pc:sldMk cId="1782084202" sldId="2147482999"/>
            <ac:spMk id="4" creationId="{454A274F-0EBA-994D-DC20-C66EFC1118D8}"/>
          </ac:spMkLst>
        </pc:spChg>
        <pc:spChg chg="mod">
          <ac:chgData name="Daichi Kawaguchi" userId="39803997058_tp_box_2" providerId="OAuth2" clId="{0EA2D1D5-1A4A-4DDE-98D0-B129D135DBAE}" dt="2025-12-08T21:34:06.590" v="3677"/>
          <ac:spMkLst>
            <pc:docMk/>
            <pc:sldMk cId="1782084202" sldId="2147482999"/>
            <ac:spMk id="5" creationId="{7E4E25EC-0BE9-4CE7-7A7E-A3129949E9C4}"/>
          </ac:spMkLst>
        </pc:spChg>
        <pc:spChg chg="mod">
          <ac:chgData name="Daichi Kawaguchi" userId="39803997058_tp_box_2" providerId="OAuth2" clId="{0EA2D1D5-1A4A-4DDE-98D0-B129D135DBAE}" dt="2025-12-08T21:35:44.104" v="4013" actId="20577"/>
          <ac:spMkLst>
            <pc:docMk/>
            <pc:sldMk cId="1782084202" sldId="2147482999"/>
            <ac:spMk id="6" creationId="{D08D8D36-2B60-0021-A327-8C60E0A8B306}"/>
          </ac:spMkLst>
        </pc:spChg>
        <pc:spChg chg="del">
          <ac:chgData name="Daichi Kawaguchi" userId="39803997058_tp_box_2" providerId="OAuth2" clId="{0EA2D1D5-1A4A-4DDE-98D0-B129D135DBAE}" dt="2025-12-08T21:34:06.141" v="3676" actId="478"/>
          <ac:spMkLst>
            <pc:docMk/>
            <pc:sldMk cId="1782084202" sldId="2147482999"/>
            <ac:spMk id="7" creationId="{2032B0B9-2E84-0C1A-BB93-8F1CB628FEE8}"/>
          </ac:spMkLst>
        </pc:spChg>
        <pc:spChg chg="add del mod">
          <ac:chgData name="Daichi Kawaguchi" userId="39803997058_tp_box_2" providerId="OAuth2" clId="{0EA2D1D5-1A4A-4DDE-98D0-B129D135DBAE}" dt="2025-12-09T03:48:16.796" v="9553" actId="478"/>
          <ac:spMkLst>
            <pc:docMk/>
            <pc:sldMk cId="1782084202" sldId="2147482999"/>
            <ac:spMk id="7" creationId="{E252B6DA-A034-8BE8-C581-20DFACF78686}"/>
          </ac:spMkLst>
        </pc:spChg>
        <pc:spChg chg="mod">
          <ac:chgData name="Daichi Kawaguchi" userId="39803997058_tp_box_2" providerId="OAuth2" clId="{0EA2D1D5-1A4A-4DDE-98D0-B129D135DBAE}" dt="2025-12-08T21:34:06.590" v="3677"/>
          <ac:spMkLst>
            <pc:docMk/>
            <pc:sldMk cId="1782084202" sldId="2147482999"/>
            <ac:spMk id="9" creationId="{724F19BA-6DDD-5590-A984-236FDDDD6610}"/>
          </ac:spMkLst>
        </pc:spChg>
        <pc:spChg chg="mod">
          <ac:chgData name="Daichi Kawaguchi" userId="39803997058_tp_box_2" providerId="OAuth2" clId="{0EA2D1D5-1A4A-4DDE-98D0-B129D135DBAE}" dt="2025-12-08T21:36:57.429" v="4101" actId="20577"/>
          <ac:spMkLst>
            <pc:docMk/>
            <pc:sldMk cId="1782084202" sldId="2147482999"/>
            <ac:spMk id="10" creationId="{1A9C2727-82AE-BBF8-B251-05E805BDCA6F}"/>
          </ac:spMkLst>
        </pc:spChg>
        <pc:spChg chg="mod">
          <ac:chgData name="Daichi Kawaguchi" userId="39803997058_tp_box_2" providerId="OAuth2" clId="{0EA2D1D5-1A4A-4DDE-98D0-B129D135DBAE}" dt="2025-12-08T21:34:06.590" v="3677"/>
          <ac:spMkLst>
            <pc:docMk/>
            <pc:sldMk cId="1782084202" sldId="2147482999"/>
            <ac:spMk id="12" creationId="{2AA4811E-46F0-7D41-1F9D-578910819345}"/>
          </ac:spMkLst>
        </pc:spChg>
        <pc:spChg chg="mod">
          <ac:chgData name="Daichi Kawaguchi" userId="39803997058_tp_box_2" providerId="OAuth2" clId="{0EA2D1D5-1A4A-4DDE-98D0-B129D135DBAE}" dt="2025-12-08T21:34:06.590" v="3677"/>
          <ac:spMkLst>
            <pc:docMk/>
            <pc:sldMk cId="1782084202" sldId="2147482999"/>
            <ac:spMk id="13" creationId="{0BA51B27-AAA2-B07F-403E-5720A37EBA8D}"/>
          </ac:spMkLst>
        </pc:spChg>
        <pc:spChg chg="mod">
          <ac:chgData name="Daichi Kawaguchi" userId="39803997058_tp_box_2" providerId="OAuth2" clId="{0EA2D1D5-1A4A-4DDE-98D0-B129D135DBAE}" dt="2025-12-08T21:34:06.590" v="3677"/>
          <ac:spMkLst>
            <pc:docMk/>
            <pc:sldMk cId="1782084202" sldId="2147482999"/>
            <ac:spMk id="15" creationId="{06EEFC97-0FD8-80E9-A339-A1A51CA41CE4}"/>
          </ac:spMkLst>
        </pc:spChg>
        <pc:spChg chg="mod">
          <ac:chgData name="Daichi Kawaguchi" userId="39803997058_tp_box_2" providerId="OAuth2" clId="{0EA2D1D5-1A4A-4DDE-98D0-B129D135DBAE}" dt="2025-12-08T21:37:09.877" v="4103"/>
          <ac:spMkLst>
            <pc:docMk/>
            <pc:sldMk cId="1782084202" sldId="2147482999"/>
            <ac:spMk id="16" creationId="{A0830811-1E8E-46DC-165F-5F89D27101E1}"/>
          </ac:spMkLst>
        </pc:spChg>
        <pc:spChg chg="mod">
          <ac:chgData name="Daichi Kawaguchi" userId="39803997058_tp_box_2" providerId="OAuth2" clId="{0EA2D1D5-1A4A-4DDE-98D0-B129D135DBAE}" dt="2025-12-09T00:28:58.134" v="5490" actId="403"/>
          <ac:spMkLst>
            <pc:docMk/>
            <pc:sldMk cId="1782084202" sldId="2147482999"/>
            <ac:spMk id="18" creationId="{AE005F44-62C6-AD42-4221-7B89DC45B22D}"/>
          </ac:spMkLst>
        </pc:spChg>
        <pc:spChg chg="mod">
          <ac:chgData name="Daichi Kawaguchi" userId="39803997058_tp_box_2" providerId="OAuth2" clId="{0EA2D1D5-1A4A-4DDE-98D0-B129D135DBAE}" dt="2025-12-09T00:28:45.207" v="5439" actId="571"/>
          <ac:spMkLst>
            <pc:docMk/>
            <pc:sldMk cId="1782084202" sldId="2147482999"/>
            <ac:spMk id="19" creationId="{D3436538-3BA0-BDA8-5D74-D18FFDD3C4CD}"/>
          </ac:spMkLst>
        </pc:spChg>
        <pc:spChg chg="mod">
          <ac:chgData name="Daichi Kawaguchi" userId="39803997058_tp_box_2" providerId="OAuth2" clId="{0EA2D1D5-1A4A-4DDE-98D0-B129D135DBAE}" dt="2025-12-09T01:26:38.978" v="7271"/>
          <ac:spMkLst>
            <pc:docMk/>
            <pc:sldMk cId="1782084202" sldId="2147482999"/>
            <ac:spMk id="21" creationId="{48AC3AD9-E71F-AB1A-C72A-C64C029C69F2}"/>
          </ac:spMkLst>
        </pc:spChg>
        <pc:spChg chg="mod">
          <ac:chgData name="Daichi Kawaguchi" userId="39803997058_tp_box_2" providerId="OAuth2" clId="{0EA2D1D5-1A4A-4DDE-98D0-B129D135DBAE}" dt="2025-12-09T01:29:07.818" v="7457"/>
          <ac:spMkLst>
            <pc:docMk/>
            <pc:sldMk cId="1782084202" sldId="2147482999"/>
            <ac:spMk id="22" creationId="{5EAAEC82-C8A2-0B63-067E-AFC89511C4B3}"/>
          </ac:spMkLst>
        </pc:spChg>
        <pc:spChg chg="mod">
          <ac:chgData name="Daichi Kawaguchi" userId="39803997058_tp_box_2" providerId="OAuth2" clId="{0EA2D1D5-1A4A-4DDE-98D0-B129D135DBAE}" dt="2025-12-09T01:26:38.978" v="7271"/>
          <ac:spMkLst>
            <pc:docMk/>
            <pc:sldMk cId="1782084202" sldId="2147482999"/>
            <ac:spMk id="24" creationId="{7C8DFD85-7CD1-7E3F-D566-25BD0EACA6F5}"/>
          </ac:spMkLst>
        </pc:spChg>
        <pc:spChg chg="mod">
          <ac:chgData name="Daichi Kawaguchi" userId="39803997058_tp_box_2" providerId="OAuth2" clId="{0EA2D1D5-1A4A-4DDE-98D0-B129D135DBAE}" dt="2025-12-09T06:32:26.181" v="9901" actId="20577"/>
          <ac:spMkLst>
            <pc:docMk/>
            <pc:sldMk cId="1782084202" sldId="2147482999"/>
            <ac:spMk id="25" creationId="{DF371018-D413-9366-5F9F-F23DF9571DED}"/>
          </ac:spMkLst>
        </pc:spChg>
        <pc:spChg chg="mod">
          <ac:chgData name="Daichi Kawaguchi" userId="39803997058_tp_box_2" providerId="OAuth2" clId="{0EA2D1D5-1A4A-4DDE-98D0-B129D135DBAE}" dt="2025-12-09T01:26:38.978" v="7271"/>
          <ac:spMkLst>
            <pc:docMk/>
            <pc:sldMk cId="1782084202" sldId="2147482999"/>
            <ac:spMk id="27" creationId="{4646CFD6-EE9C-B3CA-E9E1-E4B2B254D2C8}"/>
          </ac:spMkLst>
        </pc:spChg>
        <pc:spChg chg="mod">
          <ac:chgData name="Daichi Kawaguchi" userId="39803997058_tp_box_2" providerId="OAuth2" clId="{0EA2D1D5-1A4A-4DDE-98D0-B129D135DBAE}" dt="2025-12-09T01:29:12.973" v="7464" actId="20577"/>
          <ac:spMkLst>
            <pc:docMk/>
            <pc:sldMk cId="1782084202" sldId="2147482999"/>
            <ac:spMk id="28" creationId="{A9FFC479-EBE9-AFB3-408D-91429415144E}"/>
          </ac:spMkLst>
        </pc:spChg>
        <pc:spChg chg="mod">
          <ac:chgData name="Daichi Kawaguchi" userId="39803997058_tp_box_2" providerId="OAuth2" clId="{0EA2D1D5-1A4A-4DDE-98D0-B129D135DBAE}" dt="2025-12-09T01:26:38.978" v="7271"/>
          <ac:spMkLst>
            <pc:docMk/>
            <pc:sldMk cId="1782084202" sldId="2147482999"/>
            <ac:spMk id="30" creationId="{55086011-149D-51B6-4154-86C0F8C401E2}"/>
          </ac:spMkLst>
        </pc:spChg>
        <pc:spChg chg="mod">
          <ac:chgData name="Daichi Kawaguchi" userId="39803997058_tp_box_2" providerId="OAuth2" clId="{0EA2D1D5-1A4A-4DDE-98D0-B129D135DBAE}" dt="2025-12-09T01:29:28.883" v="7466"/>
          <ac:spMkLst>
            <pc:docMk/>
            <pc:sldMk cId="1782084202" sldId="2147482999"/>
            <ac:spMk id="31" creationId="{866B02E6-7055-93CF-1FBB-57EDE598620A}"/>
          </ac:spMkLst>
        </pc:spChg>
        <pc:spChg chg="mod">
          <ac:chgData name="Daichi Kawaguchi" userId="39803997058_tp_box_2" providerId="OAuth2" clId="{0EA2D1D5-1A4A-4DDE-98D0-B129D135DBAE}" dt="2025-12-09T01:26:38.978" v="7271"/>
          <ac:spMkLst>
            <pc:docMk/>
            <pc:sldMk cId="1782084202" sldId="2147482999"/>
            <ac:spMk id="33" creationId="{266F3489-E76C-56C9-1AE9-9428E3F417A1}"/>
          </ac:spMkLst>
        </pc:spChg>
        <pc:spChg chg="mod">
          <ac:chgData name="Daichi Kawaguchi" userId="39803997058_tp_box_2" providerId="OAuth2" clId="{0EA2D1D5-1A4A-4DDE-98D0-B129D135DBAE}" dt="2025-12-09T03:42:10.798" v="9550" actId="20577"/>
          <ac:spMkLst>
            <pc:docMk/>
            <pc:sldMk cId="1782084202" sldId="2147482999"/>
            <ac:spMk id="34" creationId="{1DD97A8E-094D-9E86-C1C6-7333782F9FD9}"/>
          </ac:spMkLst>
        </pc:spChg>
        <pc:grpChg chg="add del mod">
          <ac:chgData name="Daichi Kawaguchi" userId="39803997058_tp_box_2" providerId="OAuth2" clId="{0EA2D1D5-1A4A-4DDE-98D0-B129D135DBAE}" dt="2025-12-09T03:41:37.899" v="9527" actId="478"/>
          <ac:grpSpMkLst>
            <pc:docMk/>
            <pc:sldMk cId="1782084202" sldId="2147482999"/>
            <ac:grpSpMk id="2" creationId="{6A15CA84-6F94-4772-5469-F79C1E2A2A3C}"/>
          </ac:grpSpMkLst>
        </pc:grpChg>
        <pc:grpChg chg="add del mod">
          <ac:chgData name="Daichi Kawaguchi" userId="39803997058_tp_box_2" providerId="OAuth2" clId="{0EA2D1D5-1A4A-4DDE-98D0-B129D135DBAE}" dt="2025-12-09T03:41:37.899" v="9527" actId="478"/>
          <ac:grpSpMkLst>
            <pc:docMk/>
            <pc:sldMk cId="1782084202" sldId="2147482999"/>
            <ac:grpSpMk id="8" creationId="{0AB56EA8-9857-2212-99FC-ED42BE99E29B}"/>
          </ac:grpSpMkLst>
        </pc:grpChg>
        <pc:grpChg chg="del mod">
          <ac:chgData name="Daichi Kawaguchi" userId="39803997058_tp_box_2" providerId="OAuth2" clId="{0EA2D1D5-1A4A-4DDE-98D0-B129D135DBAE}" dt="2025-12-09T03:41:37.899" v="9527" actId="478"/>
          <ac:grpSpMkLst>
            <pc:docMk/>
            <pc:sldMk cId="1782084202" sldId="2147482999"/>
            <ac:grpSpMk id="11" creationId="{BDF8B7F0-06CC-A12B-2D9A-1D9CB128846B}"/>
          </ac:grpSpMkLst>
        </pc:grpChg>
        <pc:grpChg chg="del mod">
          <ac:chgData name="Daichi Kawaguchi" userId="39803997058_tp_box_2" providerId="OAuth2" clId="{0EA2D1D5-1A4A-4DDE-98D0-B129D135DBAE}" dt="2025-12-09T03:41:37.899" v="9527" actId="478"/>
          <ac:grpSpMkLst>
            <pc:docMk/>
            <pc:sldMk cId="1782084202" sldId="2147482999"/>
            <ac:grpSpMk id="14" creationId="{1E011AA8-BEBD-D925-1BFF-413481D9CB4D}"/>
          </ac:grpSpMkLst>
        </pc:grpChg>
        <pc:grpChg chg="add del mod">
          <ac:chgData name="Daichi Kawaguchi" userId="39803997058_tp_box_2" providerId="OAuth2" clId="{0EA2D1D5-1A4A-4DDE-98D0-B129D135DBAE}" dt="2025-12-09T03:41:37.899" v="9527" actId="478"/>
          <ac:grpSpMkLst>
            <pc:docMk/>
            <pc:sldMk cId="1782084202" sldId="2147482999"/>
            <ac:grpSpMk id="17" creationId="{DF0CBFC6-61E2-CAA7-04F0-5BEF9BF92F8A}"/>
          </ac:grpSpMkLst>
        </pc:grpChg>
        <pc:grpChg chg="mod">
          <ac:chgData name="Daichi Kawaguchi" userId="39803997058_tp_box_2" providerId="OAuth2" clId="{0EA2D1D5-1A4A-4DDE-98D0-B129D135DBAE}" dt="2025-12-09T03:42:28.288" v="9552" actId="465"/>
          <ac:grpSpMkLst>
            <pc:docMk/>
            <pc:sldMk cId="1782084202" sldId="2147482999"/>
            <ac:grpSpMk id="20" creationId="{C020A095-1ADF-3E41-7F4A-44830BA23E63}"/>
          </ac:grpSpMkLst>
        </pc:grpChg>
        <pc:grpChg chg="mod">
          <ac:chgData name="Daichi Kawaguchi" userId="39803997058_tp_box_2" providerId="OAuth2" clId="{0EA2D1D5-1A4A-4DDE-98D0-B129D135DBAE}" dt="2025-12-09T03:42:28.288" v="9552" actId="465"/>
          <ac:grpSpMkLst>
            <pc:docMk/>
            <pc:sldMk cId="1782084202" sldId="2147482999"/>
            <ac:grpSpMk id="23" creationId="{1EECD918-CF38-1F69-2549-6CAB2D7AA131}"/>
          </ac:grpSpMkLst>
        </pc:grpChg>
        <pc:grpChg chg="mod">
          <ac:chgData name="Daichi Kawaguchi" userId="39803997058_tp_box_2" providerId="OAuth2" clId="{0EA2D1D5-1A4A-4DDE-98D0-B129D135DBAE}" dt="2025-12-09T03:42:28.288" v="9552" actId="465"/>
          <ac:grpSpMkLst>
            <pc:docMk/>
            <pc:sldMk cId="1782084202" sldId="2147482999"/>
            <ac:grpSpMk id="26" creationId="{51ECD784-DF3B-679D-324D-A0D77BE1E630}"/>
          </ac:grpSpMkLst>
        </pc:grpChg>
        <pc:grpChg chg="mod">
          <ac:chgData name="Daichi Kawaguchi" userId="39803997058_tp_box_2" providerId="OAuth2" clId="{0EA2D1D5-1A4A-4DDE-98D0-B129D135DBAE}" dt="2025-12-09T03:41:58.466" v="9538" actId="14100"/>
          <ac:grpSpMkLst>
            <pc:docMk/>
            <pc:sldMk cId="1782084202" sldId="2147482999"/>
            <ac:grpSpMk id="32" creationId="{CAE523F8-27E3-8AE6-8916-8A271B7E6722}"/>
          </ac:grpSpMkLst>
        </pc:grpChg>
      </pc:sldChg>
      <pc:sldChg chg="addSp modSp add mod">
        <pc:chgData name="Daichi Kawaguchi" userId="39803997058_tp_box_2" providerId="OAuth2" clId="{0EA2D1D5-1A4A-4DDE-98D0-B129D135DBAE}" dt="2025-12-09T03:36:11.527" v="9396" actId="14100"/>
        <pc:sldMkLst>
          <pc:docMk/>
          <pc:sldMk cId="99562516" sldId="2147483000"/>
        </pc:sldMkLst>
        <pc:spChg chg="add mod">
          <ac:chgData name="Daichi Kawaguchi" userId="39803997058_tp_box_2" providerId="OAuth2" clId="{0EA2D1D5-1A4A-4DDE-98D0-B129D135DBAE}" dt="2025-12-09T03:36:11.527" v="9396" actId="14100"/>
          <ac:spMkLst>
            <pc:docMk/>
            <pc:sldMk cId="99562516" sldId="2147483000"/>
            <ac:spMk id="2" creationId="{84240869-2478-FFDB-65C4-E36EF4F61054}"/>
          </ac:spMkLst>
        </pc:spChg>
        <pc:spChg chg="mod">
          <ac:chgData name="Daichi Kawaguchi" userId="39803997058_tp_box_2" providerId="OAuth2" clId="{0EA2D1D5-1A4A-4DDE-98D0-B129D135DBAE}" dt="2025-12-08T21:24:28.083" v="2325" actId="20577"/>
          <ac:spMkLst>
            <pc:docMk/>
            <pc:sldMk cId="99562516" sldId="2147483000"/>
            <ac:spMk id="4" creationId="{9837860D-E10E-87B5-10A6-4504B6312009}"/>
          </ac:spMkLst>
        </pc:spChg>
      </pc:sldChg>
      <pc:sldChg chg="addSp delSp modSp add mod">
        <pc:chgData name="Daichi Kawaguchi" userId="39803997058_tp_box_2" providerId="OAuth2" clId="{0EA2D1D5-1A4A-4DDE-98D0-B129D135DBAE}" dt="2025-12-09T03:36:19.882" v="9397"/>
        <pc:sldMkLst>
          <pc:docMk/>
          <pc:sldMk cId="918027293" sldId="2147483001"/>
        </pc:sldMkLst>
        <pc:spChg chg="mod">
          <ac:chgData name="Daichi Kawaguchi" userId="39803997058_tp_box_2" providerId="OAuth2" clId="{0EA2D1D5-1A4A-4DDE-98D0-B129D135DBAE}" dt="2025-12-08T21:25:15.431" v="2432" actId="20577"/>
          <ac:spMkLst>
            <pc:docMk/>
            <pc:sldMk cId="918027293" sldId="2147483001"/>
            <ac:spMk id="3" creationId="{D8A182F1-6736-A6D3-C377-986418CE543A}"/>
          </ac:spMkLst>
        </pc:spChg>
        <pc:spChg chg="mod">
          <ac:chgData name="Daichi Kawaguchi" userId="39803997058_tp_box_2" providerId="OAuth2" clId="{0EA2D1D5-1A4A-4DDE-98D0-B129D135DBAE}" dt="2025-12-08T21:24:42.642" v="2338" actId="20577"/>
          <ac:spMkLst>
            <pc:docMk/>
            <pc:sldMk cId="918027293" sldId="2147483001"/>
            <ac:spMk id="4" creationId="{30838D7A-6406-AC24-D1D4-48EEF9504A76}"/>
          </ac:spMkLst>
        </pc:spChg>
        <pc:spChg chg="del">
          <ac:chgData name="Daichi Kawaguchi" userId="39803997058_tp_box_2" providerId="OAuth2" clId="{0EA2D1D5-1A4A-4DDE-98D0-B129D135DBAE}" dt="2025-12-08T21:25:38.375" v="2576" actId="478"/>
          <ac:spMkLst>
            <pc:docMk/>
            <pc:sldMk cId="918027293" sldId="2147483001"/>
            <ac:spMk id="5" creationId="{439AB53A-B1DB-3690-E001-3934EFAE6A28}"/>
          </ac:spMkLst>
        </pc:spChg>
        <pc:spChg chg="add del mod modVis">
          <ac:chgData name="Daichi Kawaguchi" userId="39803997058_tp_box_2" providerId="OAuth2" clId="{0EA2D1D5-1A4A-4DDE-98D0-B129D135DBAE}" dt="2025-12-09T01:42:29.587" v="8112"/>
          <ac:spMkLst>
            <pc:docMk/>
            <pc:sldMk cId="918027293" sldId="2147483001"/>
            <ac:spMk id="5" creationId="{6C25CB8A-1ADE-58CE-A327-D068DBE1E81B}"/>
          </ac:spMkLst>
        </pc:spChg>
        <pc:spChg chg="mod">
          <ac:chgData name="Daichi Kawaguchi" userId="39803997058_tp_box_2" providerId="OAuth2" clId="{0EA2D1D5-1A4A-4DDE-98D0-B129D135DBAE}" dt="2025-12-09T01:42:29.582" v="8110"/>
          <ac:spMkLst>
            <pc:docMk/>
            <pc:sldMk cId="918027293" sldId="2147483001"/>
            <ac:spMk id="6" creationId="{0A35A060-C17F-A791-A5D6-1FACCD2788C8}"/>
          </ac:spMkLst>
        </pc:spChg>
        <pc:spChg chg="add del mod modVis">
          <ac:chgData name="Daichi Kawaguchi" userId="39803997058_tp_box_2" providerId="OAuth2" clId="{0EA2D1D5-1A4A-4DDE-98D0-B129D135DBAE}" dt="2025-12-08T21:25:24.375" v="2559"/>
          <ac:spMkLst>
            <pc:docMk/>
            <pc:sldMk cId="918027293" sldId="2147483001"/>
            <ac:spMk id="7" creationId="{846FAE6F-DF85-C632-AC33-051F5FBCE197}"/>
          </ac:spMkLst>
        </pc:spChg>
        <pc:spChg chg="add mod">
          <ac:chgData name="Daichi Kawaguchi" userId="39803997058_tp_box_2" providerId="OAuth2" clId="{0EA2D1D5-1A4A-4DDE-98D0-B129D135DBAE}" dt="2025-12-09T03:36:19.882" v="9397"/>
          <ac:spMkLst>
            <pc:docMk/>
            <pc:sldMk cId="918027293" sldId="2147483001"/>
            <ac:spMk id="7" creationId="{9DDA673D-98D0-DDE7-45AA-66A6ABF974E5}"/>
          </ac:spMkLst>
        </pc:spChg>
        <pc:spChg chg="mod">
          <ac:chgData name="Daichi Kawaguchi" userId="39803997058_tp_box_2" providerId="OAuth2" clId="{0EA2D1D5-1A4A-4DDE-98D0-B129D135DBAE}" dt="2025-12-09T01:42:29.422" v="7988"/>
          <ac:spMkLst>
            <pc:docMk/>
            <pc:sldMk cId="918027293" sldId="2147483001"/>
            <ac:spMk id="9" creationId="{A846F755-EB11-19A4-9A1D-7408E448805D}"/>
          </ac:spMkLst>
        </pc:spChg>
        <pc:spChg chg="mod">
          <ac:chgData name="Daichi Kawaguchi" userId="39803997058_tp_box_2" providerId="OAuth2" clId="{0EA2D1D5-1A4A-4DDE-98D0-B129D135DBAE}" dt="2025-12-09T01:42:29.425" v="7989"/>
          <ac:spMkLst>
            <pc:docMk/>
            <pc:sldMk cId="918027293" sldId="2147483001"/>
            <ac:spMk id="11" creationId="{5B33365A-E13C-1929-8F06-054CFAC025FE}"/>
          </ac:spMkLst>
        </pc:spChg>
        <pc:spChg chg="mod">
          <ac:chgData name="Daichi Kawaguchi" userId="39803997058_tp_box_2" providerId="OAuth2" clId="{0EA2D1D5-1A4A-4DDE-98D0-B129D135DBAE}" dt="2025-12-09T01:42:29.449" v="8009"/>
          <ac:spMkLst>
            <pc:docMk/>
            <pc:sldMk cId="918027293" sldId="2147483001"/>
            <ac:spMk id="12" creationId="{7045502E-86FB-5020-2E0B-831BE353B6F2}"/>
          </ac:spMkLst>
        </pc:spChg>
        <pc:spChg chg="mod">
          <ac:chgData name="Daichi Kawaguchi" userId="39803997058_tp_box_2" providerId="OAuth2" clId="{0EA2D1D5-1A4A-4DDE-98D0-B129D135DBAE}" dt="2025-12-09T01:42:29.453" v="8012"/>
          <ac:spMkLst>
            <pc:docMk/>
            <pc:sldMk cId="918027293" sldId="2147483001"/>
            <ac:spMk id="13" creationId="{64158CED-0D46-EC3C-5B70-01B74245CBE0}"/>
          </ac:spMkLst>
        </pc:spChg>
        <pc:spChg chg="mod">
          <ac:chgData name="Daichi Kawaguchi" userId="39803997058_tp_box_2" providerId="OAuth2" clId="{0EA2D1D5-1A4A-4DDE-98D0-B129D135DBAE}" dt="2025-12-09T01:42:29.456" v="8015"/>
          <ac:spMkLst>
            <pc:docMk/>
            <pc:sldMk cId="918027293" sldId="2147483001"/>
            <ac:spMk id="16" creationId="{5F84D292-4DB5-63D2-660E-316669033BF1}"/>
          </ac:spMkLst>
        </pc:spChg>
        <pc:spChg chg="mod">
          <ac:chgData name="Daichi Kawaguchi" userId="39803997058_tp_box_2" providerId="OAuth2" clId="{0EA2D1D5-1A4A-4DDE-98D0-B129D135DBAE}" dt="2025-12-09T01:42:29.568" v="8102"/>
          <ac:spMkLst>
            <pc:docMk/>
            <pc:sldMk cId="918027293" sldId="2147483001"/>
            <ac:spMk id="43" creationId="{21BC966D-DECC-F64C-60F6-088D4CC55885}"/>
          </ac:spMkLst>
        </pc:spChg>
        <pc:spChg chg="mod">
          <ac:chgData name="Daichi Kawaguchi" userId="39803997058_tp_box_2" providerId="OAuth2" clId="{0EA2D1D5-1A4A-4DDE-98D0-B129D135DBAE}" dt="2025-12-09T01:42:29.574" v="8105"/>
          <ac:spMkLst>
            <pc:docMk/>
            <pc:sldMk cId="918027293" sldId="2147483001"/>
            <ac:spMk id="44" creationId="{30C5BFD0-7674-5F3B-21D6-17E0498EDB2F}"/>
          </ac:spMkLst>
        </pc:spChg>
        <pc:spChg chg="mod">
          <ac:chgData name="Daichi Kawaguchi" userId="39803997058_tp_box_2" providerId="OAuth2" clId="{0EA2D1D5-1A4A-4DDE-98D0-B129D135DBAE}" dt="2025-12-09T01:42:29.458" v="8016"/>
          <ac:spMkLst>
            <pc:docMk/>
            <pc:sldMk cId="918027293" sldId="2147483001"/>
            <ac:spMk id="154" creationId="{5AB87E96-4D82-7785-6899-F29FC8AF7AD7}"/>
          </ac:spMkLst>
        </pc:spChg>
        <pc:spChg chg="mod">
          <ac:chgData name="Daichi Kawaguchi" userId="39803997058_tp_box_2" providerId="OAuth2" clId="{0EA2D1D5-1A4A-4DDE-98D0-B129D135DBAE}" dt="2025-12-09T01:42:29.463" v="8024"/>
          <ac:spMkLst>
            <pc:docMk/>
            <pc:sldMk cId="918027293" sldId="2147483001"/>
            <ac:spMk id="156" creationId="{657C3C62-B43E-81F0-BC6E-AF0A5B29778B}"/>
          </ac:spMkLst>
        </pc:spChg>
        <pc:spChg chg="mod">
          <ac:chgData name="Daichi Kawaguchi" userId="39803997058_tp_box_2" providerId="OAuth2" clId="{0EA2D1D5-1A4A-4DDE-98D0-B129D135DBAE}" dt="2025-12-09T01:42:29.465" v="8027"/>
          <ac:spMkLst>
            <pc:docMk/>
            <pc:sldMk cId="918027293" sldId="2147483001"/>
            <ac:spMk id="157" creationId="{B9E408E0-AB13-78AA-398E-AFBA812D1C64}"/>
          </ac:spMkLst>
        </pc:spChg>
        <pc:spChg chg="mod">
          <ac:chgData name="Daichi Kawaguchi" userId="39803997058_tp_box_2" providerId="OAuth2" clId="{0EA2D1D5-1A4A-4DDE-98D0-B129D135DBAE}" dt="2025-12-09T01:42:29.468" v="8030"/>
          <ac:spMkLst>
            <pc:docMk/>
            <pc:sldMk cId="918027293" sldId="2147483001"/>
            <ac:spMk id="158" creationId="{AB45494A-EF05-BB82-1716-7F7D9383DDEC}"/>
          </ac:spMkLst>
        </pc:spChg>
        <pc:spChg chg="mod">
          <ac:chgData name="Daichi Kawaguchi" userId="39803997058_tp_box_2" providerId="OAuth2" clId="{0EA2D1D5-1A4A-4DDE-98D0-B129D135DBAE}" dt="2025-12-09T01:42:29.470" v="8033"/>
          <ac:spMkLst>
            <pc:docMk/>
            <pc:sldMk cId="918027293" sldId="2147483001"/>
            <ac:spMk id="159" creationId="{F112F1C9-E234-D6FB-6C92-CF7362F3C916}"/>
          </ac:spMkLst>
        </pc:spChg>
        <pc:spChg chg="mod">
          <ac:chgData name="Daichi Kawaguchi" userId="39803997058_tp_box_2" providerId="OAuth2" clId="{0EA2D1D5-1A4A-4DDE-98D0-B129D135DBAE}" dt="2025-12-09T01:42:29.472" v="8036"/>
          <ac:spMkLst>
            <pc:docMk/>
            <pc:sldMk cId="918027293" sldId="2147483001"/>
            <ac:spMk id="160" creationId="{22C17DFF-A250-93AF-ADC8-19F0A187117E}"/>
          </ac:spMkLst>
        </pc:spChg>
        <pc:spChg chg="mod">
          <ac:chgData name="Daichi Kawaguchi" userId="39803997058_tp_box_2" providerId="OAuth2" clId="{0EA2D1D5-1A4A-4DDE-98D0-B129D135DBAE}" dt="2025-12-09T01:42:29.475" v="8039"/>
          <ac:spMkLst>
            <pc:docMk/>
            <pc:sldMk cId="918027293" sldId="2147483001"/>
            <ac:spMk id="161" creationId="{0EBF5157-2B98-1B6D-2EF1-79855383CA11}"/>
          </ac:spMkLst>
        </pc:spChg>
        <pc:spChg chg="mod">
          <ac:chgData name="Daichi Kawaguchi" userId="39803997058_tp_box_2" providerId="OAuth2" clId="{0EA2D1D5-1A4A-4DDE-98D0-B129D135DBAE}" dt="2025-12-09T01:42:29.477" v="8042"/>
          <ac:spMkLst>
            <pc:docMk/>
            <pc:sldMk cId="918027293" sldId="2147483001"/>
            <ac:spMk id="162" creationId="{A16AF77A-5F4E-2974-14C4-6A1736D0F640}"/>
          </ac:spMkLst>
        </pc:spChg>
        <pc:spChg chg="mod">
          <ac:chgData name="Daichi Kawaguchi" userId="39803997058_tp_box_2" providerId="OAuth2" clId="{0EA2D1D5-1A4A-4DDE-98D0-B129D135DBAE}" dt="2025-12-09T01:42:29.480" v="8045"/>
          <ac:spMkLst>
            <pc:docMk/>
            <pc:sldMk cId="918027293" sldId="2147483001"/>
            <ac:spMk id="163" creationId="{71F41CDE-2B95-638A-16F9-91A079A1A704}"/>
          </ac:spMkLst>
        </pc:spChg>
        <pc:spChg chg="mod">
          <ac:chgData name="Daichi Kawaguchi" userId="39803997058_tp_box_2" providerId="OAuth2" clId="{0EA2D1D5-1A4A-4DDE-98D0-B129D135DBAE}" dt="2025-12-09T01:42:29.487" v="8048"/>
          <ac:spMkLst>
            <pc:docMk/>
            <pc:sldMk cId="918027293" sldId="2147483001"/>
            <ac:spMk id="164" creationId="{A5358E38-1AF3-CBA9-2831-74256222EAC6}"/>
          </ac:spMkLst>
        </pc:spChg>
        <pc:spChg chg="mod">
          <ac:chgData name="Daichi Kawaguchi" userId="39803997058_tp_box_2" providerId="OAuth2" clId="{0EA2D1D5-1A4A-4DDE-98D0-B129D135DBAE}" dt="2025-12-09T01:42:29.492" v="8051"/>
          <ac:spMkLst>
            <pc:docMk/>
            <pc:sldMk cId="918027293" sldId="2147483001"/>
            <ac:spMk id="165" creationId="{CA1DD8CF-D640-9241-8FB8-8842EA9F9F28}"/>
          </ac:spMkLst>
        </pc:spChg>
        <pc:spChg chg="mod">
          <ac:chgData name="Daichi Kawaguchi" userId="39803997058_tp_box_2" providerId="OAuth2" clId="{0EA2D1D5-1A4A-4DDE-98D0-B129D135DBAE}" dt="2025-12-09T01:42:29.494" v="8054"/>
          <ac:spMkLst>
            <pc:docMk/>
            <pc:sldMk cId="918027293" sldId="2147483001"/>
            <ac:spMk id="166" creationId="{10F6A3F8-0758-E834-875A-EFBB786CE850}"/>
          </ac:spMkLst>
        </pc:spChg>
        <pc:spChg chg="mod">
          <ac:chgData name="Daichi Kawaguchi" userId="39803997058_tp_box_2" providerId="OAuth2" clId="{0EA2D1D5-1A4A-4DDE-98D0-B129D135DBAE}" dt="2025-12-09T01:42:29.497" v="8057"/>
          <ac:spMkLst>
            <pc:docMk/>
            <pc:sldMk cId="918027293" sldId="2147483001"/>
            <ac:spMk id="167" creationId="{E6C51226-8A96-5980-04CA-189BF5A414D4}"/>
          </ac:spMkLst>
        </pc:spChg>
        <pc:spChg chg="mod">
          <ac:chgData name="Daichi Kawaguchi" userId="39803997058_tp_box_2" providerId="OAuth2" clId="{0EA2D1D5-1A4A-4DDE-98D0-B129D135DBAE}" dt="2025-12-09T01:42:29.503" v="8060"/>
          <ac:spMkLst>
            <pc:docMk/>
            <pc:sldMk cId="918027293" sldId="2147483001"/>
            <ac:spMk id="168" creationId="{D8103BD3-9F1D-F4E7-BCD9-D3E90C90DCA9}"/>
          </ac:spMkLst>
        </pc:spChg>
        <pc:spChg chg="mod">
          <ac:chgData name="Daichi Kawaguchi" userId="39803997058_tp_box_2" providerId="OAuth2" clId="{0EA2D1D5-1A4A-4DDE-98D0-B129D135DBAE}" dt="2025-12-09T01:42:29.508" v="8063"/>
          <ac:spMkLst>
            <pc:docMk/>
            <pc:sldMk cId="918027293" sldId="2147483001"/>
            <ac:spMk id="169" creationId="{FBBF59D1-72D9-FDF8-AA83-EA9E4AB1562F}"/>
          </ac:spMkLst>
        </pc:spChg>
        <pc:spChg chg="mod">
          <ac:chgData name="Daichi Kawaguchi" userId="39803997058_tp_box_2" providerId="OAuth2" clId="{0EA2D1D5-1A4A-4DDE-98D0-B129D135DBAE}" dt="2025-12-09T01:42:29.514" v="8066"/>
          <ac:spMkLst>
            <pc:docMk/>
            <pc:sldMk cId="918027293" sldId="2147483001"/>
            <ac:spMk id="170" creationId="{EEC122B5-41AA-3D32-3BC7-C2C3F311F3C2}"/>
          </ac:spMkLst>
        </pc:spChg>
        <pc:spChg chg="mod">
          <ac:chgData name="Daichi Kawaguchi" userId="39803997058_tp_box_2" providerId="OAuth2" clId="{0EA2D1D5-1A4A-4DDE-98D0-B129D135DBAE}" dt="2025-12-09T01:42:29.518" v="8069"/>
          <ac:spMkLst>
            <pc:docMk/>
            <pc:sldMk cId="918027293" sldId="2147483001"/>
            <ac:spMk id="171" creationId="{A5A7CF93-9527-D629-F6D3-C89FAE9669A8}"/>
          </ac:spMkLst>
        </pc:spChg>
        <pc:spChg chg="mod">
          <ac:chgData name="Daichi Kawaguchi" userId="39803997058_tp_box_2" providerId="OAuth2" clId="{0EA2D1D5-1A4A-4DDE-98D0-B129D135DBAE}" dt="2025-12-09T01:42:29.523" v="8072"/>
          <ac:spMkLst>
            <pc:docMk/>
            <pc:sldMk cId="918027293" sldId="2147483001"/>
            <ac:spMk id="172" creationId="{16A5F12C-ECEF-ACC1-0257-D57CCDC90552}"/>
          </ac:spMkLst>
        </pc:spChg>
        <pc:spChg chg="mod">
          <ac:chgData name="Daichi Kawaguchi" userId="39803997058_tp_box_2" providerId="OAuth2" clId="{0EA2D1D5-1A4A-4DDE-98D0-B129D135DBAE}" dt="2025-12-09T01:42:29.526" v="8075"/>
          <ac:spMkLst>
            <pc:docMk/>
            <pc:sldMk cId="918027293" sldId="2147483001"/>
            <ac:spMk id="173" creationId="{4D8EB211-76F5-C795-5F23-497638A073EC}"/>
          </ac:spMkLst>
        </pc:spChg>
        <pc:spChg chg="mod">
          <ac:chgData name="Daichi Kawaguchi" userId="39803997058_tp_box_2" providerId="OAuth2" clId="{0EA2D1D5-1A4A-4DDE-98D0-B129D135DBAE}" dt="2025-12-09T01:42:29.530" v="8078"/>
          <ac:spMkLst>
            <pc:docMk/>
            <pc:sldMk cId="918027293" sldId="2147483001"/>
            <ac:spMk id="175" creationId="{AF0EC83A-62D6-A775-F409-619527B06D66}"/>
          </ac:spMkLst>
        </pc:spChg>
        <pc:spChg chg="mod">
          <ac:chgData name="Daichi Kawaguchi" userId="39803997058_tp_box_2" providerId="OAuth2" clId="{0EA2D1D5-1A4A-4DDE-98D0-B129D135DBAE}" dt="2025-12-09T01:42:29.536" v="8081"/>
          <ac:spMkLst>
            <pc:docMk/>
            <pc:sldMk cId="918027293" sldId="2147483001"/>
            <ac:spMk id="176" creationId="{B608395E-7A91-15E4-5322-FAE69923F885}"/>
          </ac:spMkLst>
        </pc:spChg>
        <pc:spChg chg="mod">
          <ac:chgData name="Daichi Kawaguchi" userId="39803997058_tp_box_2" providerId="OAuth2" clId="{0EA2D1D5-1A4A-4DDE-98D0-B129D135DBAE}" dt="2025-12-09T01:42:29.540" v="8084"/>
          <ac:spMkLst>
            <pc:docMk/>
            <pc:sldMk cId="918027293" sldId="2147483001"/>
            <ac:spMk id="177" creationId="{7850CB4F-05D8-009F-1EFF-B0F5A77ADC7B}"/>
          </ac:spMkLst>
        </pc:spChg>
        <pc:spChg chg="mod">
          <ac:chgData name="Daichi Kawaguchi" userId="39803997058_tp_box_2" providerId="OAuth2" clId="{0EA2D1D5-1A4A-4DDE-98D0-B129D135DBAE}" dt="2025-12-08T21:25:27.820" v="2563"/>
          <ac:spMkLst>
            <pc:docMk/>
            <pc:sldMk cId="918027293" sldId="2147483001"/>
            <ac:spMk id="195" creationId="{C8F7341F-5F7D-5A25-65A0-FB52D08257A1}"/>
          </ac:spMkLst>
        </pc:spChg>
        <pc:spChg chg="mod">
          <ac:chgData name="Daichi Kawaguchi" userId="39803997058_tp_box_2" providerId="OAuth2" clId="{0EA2D1D5-1A4A-4DDE-98D0-B129D135DBAE}" dt="2025-12-09T01:42:29.581" v="8109"/>
          <ac:spMkLst>
            <pc:docMk/>
            <pc:sldMk cId="918027293" sldId="2147483001"/>
            <ac:spMk id="196" creationId="{C0AE3153-6F8D-18EB-8AA6-E424BD41904C}"/>
          </ac:spMkLst>
        </pc:spChg>
        <pc:spChg chg="mod">
          <ac:chgData name="Daichi Kawaguchi" userId="39803997058_tp_box_2" providerId="OAuth2" clId="{0EA2D1D5-1A4A-4DDE-98D0-B129D135DBAE}" dt="2025-12-08T21:25:30.933" v="2571"/>
          <ac:spMkLst>
            <pc:docMk/>
            <pc:sldMk cId="918027293" sldId="2147483001"/>
            <ac:spMk id="197" creationId="{59459555-C4FD-3408-3B8A-CD303A5E4537}"/>
          </ac:spMkLst>
        </pc:spChg>
        <pc:graphicFrameChg chg="mod">
          <ac:chgData name="Daichi Kawaguchi" userId="39803997058_tp_box_2" providerId="OAuth2" clId="{0EA2D1D5-1A4A-4DDE-98D0-B129D135DBAE}" dt="2025-12-09T01:42:29.588" v="8114"/>
          <ac:graphicFrameMkLst>
            <pc:docMk/>
            <pc:sldMk cId="918027293" sldId="2147483001"/>
            <ac:graphicFrameMk id="70" creationId="{15DDE268-B933-2DB6-EF5F-F8A2C70D931F}"/>
          </ac:graphicFrameMkLst>
        </pc:graphicFrameChg>
      </pc:sldChg>
      <pc:sldChg chg="addSp modSp add mod">
        <pc:chgData name="Daichi Kawaguchi" userId="39803997058_tp_box_2" providerId="OAuth2" clId="{0EA2D1D5-1A4A-4DDE-98D0-B129D135DBAE}" dt="2025-12-09T03:36:32.549" v="9400" actId="1076"/>
        <pc:sldMkLst>
          <pc:docMk/>
          <pc:sldMk cId="2379956092" sldId="2147483002"/>
        </pc:sldMkLst>
        <pc:spChg chg="mod">
          <ac:chgData name="Daichi Kawaguchi" userId="39803997058_tp_box_2" providerId="OAuth2" clId="{0EA2D1D5-1A4A-4DDE-98D0-B129D135DBAE}" dt="2025-12-08T21:25:51.599" v="2596" actId="20577"/>
          <ac:spMkLst>
            <pc:docMk/>
            <pc:sldMk cId="2379956092" sldId="2147483002"/>
            <ac:spMk id="4" creationId="{343E59F9-6C3B-7B16-1BD6-7446CE9C6921}"/>
          </ac:spMkLst>
        </pc:spChg>
        <pc:spChg chg="add mod">
          <ac:chgData name="Daichi Kawaguchi" userId="39803997058_tp_box_2" providerId="OAuth2" clId="{0EA2D1D5-1A4A-4DDE-98D0-B129D135DBAE}" dt="2025-12-09T03:36:32.549" v="9400" actId="1076"/>
          <ac:spMkLst>
            <pc:docMk/>
            <pc:sldMk cId="2379956092" sldId="2147483002"/>
            <ac:spMk id="9" creationId="{39BCBC2C-2605-FC32-A262-727426CB082F}"/>
          </ac:spMkLst>
        </pc:spChg>
      </pc:sldChg>
      <pc:sldChg chg="delSp modSp add mod">
        <pc:chgData name="Daichi Kawaguchi" userId="39803997058_tp_box_2" providerId="OAuth2" clId="{0EA2D1D5-1A4A-4DDE-98D0-B129D135DBAE}" dt="2025-12-09T01:16:54.894" v="7054" actId="478"/>
        <pc:sldMkLst>
          <pc:docMk/>
          <pc:sldMk cId="2898482478" sldId="2147483004"/>
        </pc:sldMkLst>
        <pc:spChg chg="mod">
          <ac:chgData name="Daichi Kawaguchi" userId="39803997058_tp_box_2" providerId="OAuth2" clId="{0EA2D1D5-1A4A-4DDE-98D0-B129D135DBAE}" dt="2025-12-08T21:51:22.130" v="4835" actId="20577"/>
          <ac:spMkLst>
            <pc:docMk/>
            <pc:sldMk cId="2898482478" sldId="2147483004"/>
            <ac:spMk id="4" creationId="{AFB9BCD2-D1A6-33BC-B324-63888F321237}"/>
          </ac:spMkLst>
        </pc:spChg>
        <pc:spChg chg="del">
          <ac:chgData name="Daichi Kawaguchi" userId="39803997058_tp_box_2" providerId="OAuth2" clId="{0EA2D1D5-1A4A-4DDE-98D0-B129D135DBAE}" dt="2025-12-09T01:16:54.894" v="7054" actId="478"/>
          <ac:spMkLst>
            <pc:docMk/>
            <pc:sldMk cId="2898482478" sldId="2147483004"/>
            <ac:spMk id="26" creationId="{EA53BF0A-CEE6-20EB-0BDC-A5512FDF5D49}"/>
          </ac:spMkLst>
        </pc:spChg>
        <pc:spChg chg="del">
          <ac:chgData name="Daichi Kawaguchi" userId="39803997058_tp_box_2" providerId="OAuth2" clId="{0EA2D1D5-1A4A-4DDE-98D0-B129D135DBAE}" dt="2025-12-09T01:16:54.894" v="7054" actId="478"/>
          <ac:spMkLst>
            <pc:docMk/>
            <pc:sldMk cId="2898482478" sldId="2147483004"/>
            <ac:spMk id="27" creationId="{C477239F-50E9-CAFA-947B-68CF1F75ADC7}"/>
          </ac:spMkLst>
        </pc:spChg>
      </pc:sldChg>
      <pc:sldChg chg="modSp add del mod">
        <pc:chgData name="Daichi Kawaguchi" userId="39803997058_tp_box_2" providerId="OAuth2" clId="{0EA2D1D5-1A4A-4DDE-98D0-B129D135DBAE}" dt="2025-12-09T01:20:37.809" v="7261" actId="47"/>
        <pc:sldMkLst>
          <pc:docMk/>
          <pc:sldMk cId="3789991434" sldId="2147483005"/>
        </pc:sldMkLst>
        <pc:spChg chg="mod">
          <ac:chgData name="Daichi Kawaguchi" userId="39803997058_tp_box_2" providerId="OAuth2" clId="{0EA2D1D5-1A4A-4DDE-98D0-B129D135DBAE}" dt="2025-12-08T21:51:48.428" v="4897" actId="20577"/>
          <ac:spMkLst>
            <pc:docMk/>
            <pc:sldMk cId="3789991434" sldId="2147483005"/>
            <ac:spMk id="4" creationId="{EF9DA039-3BC0-F32A-F65F-CAB919AD6E1D}"/>
          </ac:spMkLst>
        </pc:spChg>
      </pc:sldChg>
      <pc:sldChg chg="addSp modSp add mod">
        <pc:chgData name="Daichi Kawaguchi" userId="39803997058_tp_box_2" providerId="OAuth2" clId="{0EA2D1D5-1A4A-4DDE-98D0-B129D135DBAE}" dt="2025-12-09T04:54:40.336" v="9659" actId="20577"/>
        <pc:sldMkLst>
          <pc:docMk/>
          <pc:sldMk cId="588091648" sldId="2147483006"/>
        </pc:sldMkLst>
        <pc:spChg chg="add mod">
          <ac:chgData name="Daichi Kawaguchi" userId="39803997058_tp_box_2" providerId="OAuth2" clId="{0EA2D1D5-1A4A-4DDE-98D0-B129D135DBAE}" dt="2025-12-09T03:36:23.224" v="9398"/>
          <ac:spMkLst>
            <pc:docMk/>
            <pc:sldMk cId="588091648" sldId="2147483006"/>
            <ac:spMk id="5" creationId="{54AC2854-7095-DF95-60E8-8A298F26B9AA}"/>
          </ac:spMkLst>
        </pc:spChg>
        <pc:spChg chg="mod">
          <ac:chgData name="Daichi Kawaguchi" userId="39803997058_tp_box_2" providerId="OAuth2" clId="{0EA2D1D5-1A4A-4DDE-98D0-B129D135DBAE}" dt="2025-12-09T04:54:40.336" v="9659" actId="20577"/>
          <ac:spMkLst>
            <pc:docMk/>
            <pc:sldMk cId="588091648" sldId="2147483006"/>
            <ac:spMk id="25" creationId="{9E011FA1-8755-8C26-D21F-B38057C7E9CD}"/>
          </ac:spMkLst>
        </pc:spChg>
        <pc:spChg chg="mod">
          <ac:chgData name="Daichi Kawaguchi" userId="39803997058_tp_box_2" providerId="OAuth2" clId="{0EA2D1D5-1A4A-4DDE-98D0-B129D135DBAE}" dt="2025-12-09T04:53:14.860" v="9646" actId="20577"/>
          <ac:spMkLst>
            <pc:docMk/>
            <pc:sldMk cId="588091648" sldId="2147483006"/>
            <ac:spMk id="34" creationId="{51F5BA71-677F-ED82-A098-E43F316AAE9F}"/>
          </ac:spMkLst>
        </pc:spChg>
      </pc:sldChg>
      <pc:sldChg chg="addSp delSp modSp add mod">
        <pc:chgData name="Daichi Kawaguchi" userId="39803997058_tp_box_2" providerId="OAuth2" clId="{0EA2D1D5-1A4A-4DDE-98D0-B129D135DBAE}" dt="2025-12-09T06:34:13.040" v="10004" actId="404"/>
        <pc:sldMkLst>
          <pc:docMk/>
          <pc:sldMk cId="1732198612" sldId="2147483007"/>
        </pc:sldMkLst>
        <pc:spChg chg="del mod">
          <ac:chgData name="Daichi Kawaguchi" userId="39803997058_tp_box_2" providerId="OAuth2" clId="{0EA2D1D5-1A4A-4DDE-98D0-B129D135DBAE}" dt="2025-12-08T21:39:50.345" v="4223" actId="478"/>
          <ac:spMkLst>
            <pc:docMk/>
            <pc:sldMk cId="1732198612" sldId="2147483007"/>
            <ac:spMk id="2" creationId="{7A60E6D7-0463-399F-7C22-E6F8AA365D96}"/>
          </ac:spMkLst>
        </pc:spChg>
        <pc:spChg chg="mod ord">
          <ac:chgData name="Daichi Kawaguchi" userId="39803997058_tp_box_2" providerId="OAuth2" clId="{0EA2D1D5-1A4A-4DDE-98D0-B129D135DBAE}" dt="2025-12-08T21:38:35.715" v="4126"/>
          <ac:spMkLst>
            <pc:docMk/>
            <pc:sldMk cId="1732198612" sldId="2147483007"/>
            <ac:spMk id="3" creationId="{812D44B1-29DF-37A9-D795-1454DB40F773}"/>
          </ac:spMkLst>
        </pc:spChg>
        <pc:spChg chg="mod ord">
          <ac:chgData name="Daichi Kawaguchi" userId="39803997058_tp_box_2" providerId="OAuth2" clId="{0EA2D1D5-1A4A-4DDE-98D0-B129D135DBAE}" dt="2025-12-09T06:34:13.040" v="10004" actId="404"/>
          <ac:spMkLst>
            <pc:docMk/>
            <pc:sldMk cId="1732198612" sldId="2147483007"/>
            <ac:spMk id="4" creationId="{BCD9F5A5-A455-2FFF-3C87-827F5BEA28C3}"/>
          </ac:spMkLst>
        </pc:spChg>
        <pc:spChg chg="add mod ord">
          <ac:chgData name="Daichi Kawaguchi" userId="39803997058_tp_box_2" providerId="OAuth2" clId="{0EA2D1D5-1A4A-4DDE-98D0-B129D135DBAE}" dt="2025-12-09T06:34:00.471" v="10003" actId="1036"/>
          <ac:spMkLst>
            <pc:docMk/>
            <pc:sldMk cId="1732198612" sldId="2147483007"/>
            <ac:spMk id="5" creationId="{07F4EC0E-BDEF-1147-9E63-42D3838A8AF1}"/>
          </ac:spMkLst>
        </pc:spChg>
        <pc:graphicFrameChg chg="add mod ord modVis">
          <ac:chgData name="Daichi Kawaguchi" userId="39803997058_tp_box_2" providerId="OAuth2" clId="{0EA2D1D5-1A4A-4DDE-98D0-B129D135DBAE}" dt="2025-12-08T21:38:35.768" v="4143"/>
          <ac:graphicFrameMkLst>
            <pc:docMk/>
            <pc:sldMk cId="1732198612" sldId="2147483007"/>
            <ac:graphicFrameMk id="6" creationId="{CECE9FFE-1CD1-BD4C-3417-6CBC6125C07A}"/>
          </ac:graphicFrameMkLst>
        </pc:graphicFrameChg>
      </pc:sldChg>
      <pc:sldChg chg="delSp modSp add mod">
        <pc:chgData name="Daichi Kawaguchi" userId="39803997058_tp_box_2" providerId="OAuth2" clId="{0EA2D1D5-1A4A-4DDE-98D0-B129D135DBAE}" dt="2025-12-09T06:34:32.151" v="10017" actId="1035"/>
        <pc:sldMkLst>
          <pc:docMk/>
          <pc:sldMk cId="1391178260" sldId="2147483008"/>
        </pc:sldMkLst>
        <pc:spChg chg="del">
          <ac:chgData name="Daichi Kawaguchi" userId="39803997058_tp_box_2" providerId="OAuth2" clId="{0EA2D1D5-1A4A-4DDE-98D0-B129D135DBAE}" dt="2025-12-08T21:39:48.644" v="4222" actId="478"/>
          <ac:spMkLst>
            <pc:docMk/>
            <pc:sldMk cId="1391178260" sldId="2147483008"/>
            <ac:spMk id="2" creationId="{51DF3241-A1D8-4C60-5063-0BBD6AACE895}"/>
          </ac:spMkLst>
        </pc:spChg>
        <pc:spChg chg="mod">
          <ac:chgData name="Daichi Kawaguchi" userId="39803997058_tp_box_2" providerId="OAuth2" clId="{0EA2D1D5-1A4A-4DDE-98D0-B129D135DBAE}" dt="2025-12-09T06:34:26.475" v="10006"/>
          <ac:spMkLst>
            <pc:docMk/>
            <pc:sldMk cId="1391178260" sldId="2147483008"/>
            <ac:spMk id="4" creationId="{A70B67AE-A66A-DA27-A429-3661064F5C9E}"/>
          </ac:spMkLst>
        </pc:spChg>
        <pc:spChg chg="mod">
          <ac:chgData name="Daichi Kawaguchi" userId="39803997058_tp_box_2" providerId="OAuth2" clId="{0EA2D1D5-1A4A-4DDE-98D0-B129D135DBAE}" dt="2025-12-09T06:34:32.151" v="10017" actId="1035"/>
          <ac:spMkLst>
            <pc:docMk/>
            <pc:sldMk cId="1391178260" sldId="2147483008"/>
            <ac:spMk id="5" creationId="{F947F8FD-8AB0-46C7-261A-4DE5A5A6D46A}"/>
          </ac:spMkLst>
        </pc:spChg>
      </pc:sldChg>
      <pc:sldChg chg="delSp modSp add mod">
        <pc:chgData name="Daichi Kawaguchi" userId="39803997058_tp_box_2" providerId="OAuth2" clId="{0EA2D1D5-1A4A-4DDE-98D0-B129D135DBAE}" dt="2025-12-09T06:34:41.690" v="10031" actId="1035"/>
        <pc:sldMkLst>
          <pc:docMk/>
          <pc:sldMk cId="2977045477" sldId="2147483009"/>
        </pc:sldMkLst>
        <pc:spChg chg="del">
          <ac:chgData name="Daichi Kawaguchi" userId="39803997058_tp_box_2" providerId="OAuth2" clId="{0EA2D1D5-1A4A-4DDE-98D0-B129D135DBAE}" dt="2025-12-08T21:39:46.369" v="4221" actId="478"/>
          <ac:spMkLst>
            <pc:docMk/>
            <pc:sldMk cId="2977045477" sldId="2147483009"/>
            <ac:spMk id="2" creationId="{C331D9CF-391B-12BE-DA88-16DA9EFDB1CA}"/>
          </ac:spMkLst>
        </pc:spChg>
        <pc:spChg chg="mod">
          <ac:chgData name="Daichi Kawaguchi" userId="39803997058_tp_box_2" providerId="OAuth2" clId="{0EA2D1D5-1A4A-4DDE-98D0-B129D135DBAE}" dt="2025-12-09T06:34:36.288" v="10018"/>
          <ac:spMkLst>
            <pc:docMk/>
            <pc:sldMk cId="2977045477" sldId="2147483009"/>
            <ac:spMk id="4" creationId="{126D1551-3A66-B965-72CC-840B63115D08}"/>
          </ac:spMkLst>
        </pc:spChg>
        <pc:spChg chg="mod">
          <ac:chgData name="Daichi Kawaguchi" userId="39803997058_tp_box_2" providerId="OAuth2" clId="{0EA2D1D5-1A4A-4DDE-98D0-B129D135DBAE}" dt="2025-12-09T06:34:41.690" v="10031" actId="1035"/>
          <ac:spMkLst>
            <pc:docMk/>
            <pc:sldMk cId="2977045477" sldId="2147483009"/>
            <ac:spMk id="5" creationId="{C246788D-D1FD-E7A1-D690-89268DC971EF}"/>
          </ac:spMkLst>
        </pc:spChg>
      </pc:sldChg>
      <pc:sldChg chg="modSp add mod">
        <pc:chgData name="Daichi Kawaguchi" userId="39803997058_tp_box_2" providerId="OAuth2" clId="{0EA2D1D5-1A4A-4DDE-98D0-B129D135DBAE}" dt="2025-12-09T06:34:54.526" v="10047" actId="1036"/>
        <pc:sldMkLst>
          <pc:docMk/>
          <pc:sldMk cId="174172894" sldId="2147483010"/>
        </pc:sldMkLst>
        <pc:spChg chg="mod">
          <ac:chgData name="Daichi Kawaguchi" userId="39803997058_tp_box_2" providerId="OAuth2" clId="{0EA2D1D5-1A4A-4DDE-98D0-B129D135DBAE}" dt="2025-12-09T06:34:47.292" v="10032"/>
          <ac:spMkLst>
            <pc:docMk/>
            <pc:sldMk cId="174172894" sldId="2147483010"/>
            <ac:spMk id="4" creationId="{65C6CDBE-1407-6FBD-4BA7-EE535CDE5114}"/>
          </ac:spMkLst>
        </pc:spChg>
        <pc:spChg chg="mod">
          <ac:chgData name="Daichi Kawaguchi" userId="39803997058_tp_box_2" providerId="OAuth2" clId="{0EA2D1D5-1A4A-4DDE-98D0-B129D135DBAE}" dt="2025-12-09T06:34:54.526" v="10047" actId="1036"/>
          <ac:spMkLst>
            <pc:docMk/>
            <pc:sldMk cId="174172894" sldId="2147483010"/>
            <ac:spMk id="5" creationId="{249362E6-463E-E596-CD1D-D95272156B7B}"/>
          </ac:spMkLst>
        </pc:spChg>
      </pc:sldChg>
      <pc:sldChg chg="modSp add mod">
        <pc:chgData name="Daichi Kawaguchi" userId="39803997058_tp_box_2" providerId="OAuth2" clId="{0EA2D1D5-1A4A-4DDE-98D0-B129D135DBAE}" dt="2025-12-09T06:35:43.188" v="10067" actId="1036"/>
        <pc:sldMkLst>
          <pc:docMk/>
          <pc:sldMk cId="2005939768" sldId="2147483011"/>
        </pc:sldMkLst>
        <pc:spChg chg="mod">
          <ac:chgData name="Daichi Kawaguchi" userId="39803997058_tp_box_2" providerId="OAuth2" clId="{0EA2D1D5-1A4A-4DDE-98D0-B129D135DBAE}" dt="2025-12-09T06:35:21.665" v="10048"/>
          <ac:spMkLst>
            <pc:docMk/>
            <pc:sldMk cId="2005939768" sldId="2147483011"/>
            <ac:spMk id="4" creationId="{5BDF60E2-8594-7E81-CC31-8F9ED2F9BD2A}"/>
          </ac:spMkLst>
        </pc:spChg>
        <pc:spChg chg="mod">
          <ac:chgData name="Daichi Kawaguchi" userId="39803997058_tp_box_2" providerId="OAuth2" clId="{0EA2D1D5-1A4A-4DDE-98D0-B129D135DBAE}" dt="2025-12-09T06:35:43.188" v="10067" actId="1036"/>
          <ac:spMkLst>
            <pc:docMk/>
            <pc:sldMk cId="2005939768" sldId="2147483011"/>
            <ac:spMk id="5" creationId="{385094CC-2B9B-84FC-E70C-01A56DB08E13}"/>
          </ac:spMkLst>
        </pc:spChg>
      </pc:sldChg>
      <pc:sldChg chg="modSp add mod">
        <pc:chgData name="Daichi Kawaguchi" userId="39803997058_tp_box_2" providerId="OAuth2" clId="{0EA2D1D5-1A4A-4DDE-98D0-B129D135DBAE}" dt="2025-12-09T06:38:05.407" v="10177" actId="1035"/>
        <pc:sldMkLst>
          <pc:docMk/>
          <pc:sldMk cId="2709950784" sldId="2147483012"/>
        </pc:sldMkLst>
        <pc:spChg chg="mod">
          <ac:chgData name="Daichi Kawaguchi" userId="39803997058_tp_box_2" providerId="OAuth2" clId="{0EA2D1D5-1A4A-4DDE-98D0-B129D135DBAE}" dt="2025-12-09T06:37:57.595" v="10162"/>
          <ac:spMkLst>
            <pc:docMk/>
            <pc:sldMk cId="2709950784" sldId="2147483012"/>
            <ac:spMk id="4" creationId="{330FB50F-A36F-658D-B99B-AF411E544DB0}"/>
          </ac:spMkLst>
        </pc:spChg>
        <pc:spChg chg="mod">
          <ac:chgData name="Daichi Kawaguchi" userId="39803997058_tp_box_2" providerId="OAuth2" clId="{0EA2D1D5-1A4A-4DDE-98D0-B129D135DBAE}" dt="2025-12-09T06:38:05.407" v="10177" actId="1035"/>
          <ac:spMkLst>
            <pc:docMk/>
            <pc:sldMk cId="2709950784" sldId="2147483012"/>
            <ac:spMk id="5" creationId="{F6316B05-BAD6-A407-C7CD-5BEE58413142}"/>
          </ac:spMkLst>
        </pc:spChg>
      </pc:sldChg>
      <pc:sldChg chg="addSp delSp modSp add mod">
        <pc:chgData name="Daichi Kawaguchi" userId="39803997058_tp_box_2" providerId="OAuth2" clId="{0EA2D1D5-1A4A-4DDE-98D0-B129D135DBAE}" dt="2025-12-09T06:57:37.097" v="10664" actId="20577"/>
        <pc:sldMkLst>
          <pc:docMk/>
          <pc:sldMk cId="1288883114" sldId="2147483013"/>
        </pc:sldMkLst>
        <pc:spChg chg="mod">
          <ac:chgData name="Daichi Kawaguchi" userId="39803997058_tp_box_2" providerId="OAuth2" clId="{0EA2D1D5-1A4A-4DDE-98D0-B129D135DBAE}" dt="2025-12-09T06:57:37.097" v="10664" actId="20577"/>
          <ac:spMkLst>
            <pc:docMk/>
            <pc:sldMk cId="1288883114" sldId="2147483013"/>
            <ac:spMk id="3" creationId="{55DC3860-D3CE-91DA-A42A-FE33BC44D0D9}"/>
          </ac:spMkLst>
        </pc:spChg>
        <pc:spChg chg="mod">
          <ac:chgData name="Daichi Kawaguchi" userId="39803997058_tp_box_2" providerId="OAuth2" clId="{0EA2D1D5-1A4A-4DDE-98D0-B129D135DBAE}" dt="2025-12-09T06:40:34.304" v="10431" actId="20577"/>
          <ac:spMkLst>
            <pc:docMk/>
            <pc:sldMk cId="1288883114" sldId="2147483013"/>
            <ac:spMk id="4" creationId="{500F59E7-B06D-A527-5193-A37166F8DE5B}"/>
          </ac:spMkLst>
        </pc:spChg>
        <pc:grpChg chg="del">
          <ac:chgData name="Daichi Kawaguchi" userId="39803997058_tp_box_2" providerId="OAuth2" clId="{0EA2D1D5-1A4A-4DDE-98D0-B129D135DBAE}" dt="2025-12-08T21:42:08.502" v="4314" actId="478"/>
          <ac:grpSpMkLst>
            <pc:docMk/>
            <pc:sldMk cId="1288883114" sldId="2147483013"/>
            <ac:grpSpMk id="2" creationId="{774C4C5D-B42D-B109-4912-2E4B0BF7A38A}"/>
          </ac:grpSpMkLst>
        </pc:grpChg>
        <pc:grpChg chg="del">
          <ac:chgData name="Daichi Kawaguchi" userId="39803997058_tp_box_2" providerId="OAuth2" clId="{0EA2D1D5-1A4A-4DDE-98D0-B129D135DBAE}" dt="2025-12-08T21:42:08.502" v="4314" actId="478"/>
          <ac:grpSpMkLst>
            <pc:docMk/>
            <pc:sldMk cId="1288883114" sldId="2147483013"/>
            <ac:grpSpMk id="8" creationId="{A37DB632-A37F-9323-F716-1EB3F01A9A88}"/>
          </ac:grpSpMkLst>
        </pc:grpChg>
        <pc:grpChg chg="del">
          <ac:chgData name="Daichi Kawaguchi" userId="39803997058_tp_box_2" providerId="OAuth2" clId="{0EA2D1D5-1A4A-4DDE-98D0-B129D135DBAE}" dt="2025-12-08T21:42:08.502" v="4314" actId="478"/>
          <ac:grpSpMkLst>
            <pc:docMk/>
            <pc:sldMk cId="1288883114" sldId="2147483013"/>
            <ac:grpSpMk id="11" creationId="{7DA007EF-C01F-4FF7-B711-73A6EEAC49D0}"/>
          </ac:grpSpMkLst>
        </pc:grpChg>
        <pc:grpChg chg="del">
          <ac:chgData name="Daichi Kawaguchi" userId="39803997058_tp_box_2" providerId="OAuth2" clId="{0EA2D1D5-1A4A-4DDE-98D0-B129D135DBAE}" dt="2025-12-08T21:42:08.502" v="4314" actId="478"/>
          <ac:grpSpMkLst>
            <pc:docMk/>
            <pc:sldMk cId="1288883114" sldId="2147483013"/>
            <ac:grpSpMk id="14" creationId="{8366D725-7F28-6699-6F17-6D03EB15EEDD}"/>
          </ac:grpSpMkLst>
        </pc:grpChg>
        <pc:graphicFrameChg chg="add mod modGraphic">
          <ac:chgData name="Daichi Kawaguchi" userId="39803997058_tp_box_2" providerId="OAuth2" clId="{0EA2D1D5-1A4A-4DDE-98D0-B129D135DBAE}" dt="2025-12-09T06:40:13.597" v="10425" actId="2165"/>
          <ac:graphicFrameMkLst>
            <pc:docMk/>
            <pc:sldMk cId="1288883114" sldId="2147483013"/>
            <ac:graphicFrameMk id="7" creationId="{3184CB7B-5FD0-139B-E989-C3C6D3FFC1A8}"/>
          </ac:graphicFrameMkLst>
        </pc:graphicFrameChg>
      </pc:sldChg>
      <pc:sldChg chg="add del">
        <pc:chgData name="Daichi Kawaguchi" userId="39803997058_tp_box_2" providerId="OAuth2" clId="{0EA2D1D5-1A4A-4DDE-98D0-B129D135DBAE}" dt="2025-12-08T21:41:42.353" v="4312" actId="47"/>
        <pc:sldMkLst>
          <pc:docMk/>
          <pc:sldMk cId="2637188712" sldId="2147483013"/>
        </pc:sldMkLst>
      </pc:sldChg>
      <pc:sldChg chg="addSp delSp modSp add mod ord">
        <pc:chgData name="Daichi Kawaguchi" userId="39803997058_tp_box_2" providerId="OAuth2" clId="{0EA2D1D5-1A4A-4DDE-98D0-B129D135DBAE}" dt="2025-12-09T03:58:07.367" v="9572" actId="478"/>
        <pc:sldMkLst>
          <pc:docMk/>
          <pc:sldMk cId="2389737052" sldId="2147483014"/>
        </pc:sldMkLst>
        <pc:spChg chg="add del mod">
          <ac:chgData name="Daichi Kawaguchi" userId="39803997058_tp_box_2" providerId="OAuth2" clId="{0EA2D1D5-1A4A-4DDE-98D0-B129D135DBAE}" dt="2025-12-09T03:58:07.367" v="9572" actId="478"/>
          <ac:spMkLst>
            <pc:docMk/>
            <pc:sldMk cId="2389737052" sldId="2147483014"/>
            <ac:spMk id="2" creationId="{016148B9-FDC6-331E-509C-EA5D47E3F075}"/>
          </ac:spMkLst>
        </pc:spChg>
        <pc:spChg chg="mod">
          <ac:chgData name="Daichi Kawaguchi" userId="39803997058_tp_box_2" providerId="OAuth2" clId="{0EA2D1D5-1A4A-4DDE-98D0-B129D135DBAE}" dt="2025-12-08T21:52:26.133" v="4909" actId="6549"/>
          <ac:spMkLst>
            <pc:docMk/>
            <pc:sldMk cId="2389737052" sldId="2147483014"/>
            <ac:spMk id="4" creationId="{D57E27C1-BD4C-17AD-851D-B4291F3392E9}"/>
          </ac:spMkLst>
        </pc:spChg>
        <pc:spChg chg="mod">
          <ac:chgData name="Daichi Kawaguchi" userId="39803997058_tp_box_2" providerId="OAuth2" clId="{0EA2D1D5-1A4A-4DDE-98D0-B129D135DBAE}" dt="2025-12-09T03:58:01.299" v="9571" actId="20577"/>
          <ac:spMkLst>
            <pc:docMk/>
            <pc:sldMk cId="2389737052" sldId="2147483014"/>
            <ac:spMk id="45" creationId="{D453A885-0ACD-7AC9-E0A9-D3B2BE70E86C}"/>
          </ac:spMkLst>
        </pc:spChg>
      </pc:sldChg>
      <pc:sldChg chg="addSp delSp modSp add del mod">
        <pc:chgData name="Daichi Kawaguchi" userId="39803997058_tp_box_2" providerId="OAuth2" clId="{0EA2D1D5-1A4A-4DDE-98D0-B129D135DBAE}" dt="2025-12-09T01:21:00.217" v="7262" actId="47"/>
        <pc:sldMkLst>
          <pc:docMk/>
          <pc:sldMk cId="753660533" sldId="2147483015"/>
        </pc:sldMkLst>
        <pc:spChg chg="mod">
          <ac:chgData name="Daichi Kawaguchi" userId="39803997058_tp_box_2" providerId="OAuth2" clId="{0EA2D1D5-1A4A-4DDE-98D0-B129D135DBAE}" dt="2025-12-08T21:57:25.158" v="5073" actId="20577"/>
          <ac:spMkLst>
            <pc:docMk/>
            <pc:sldMk cId="753660533" sldId="2147483015"/>
            <ac:spMk id="3" creationId="{C8CF9257-6E03-0A52-953A-C72E0342EA0C}"/>
          </ac:spMkLst>
        </pc:spChg>
        <pc:spChg chg="mod">
          <ac:chgData name="Daichi Kawaguchi" userId="39803997058_tp_box_2" providerId="OAuth2" clId="{0EA2D1D5-1A4A-4DDE-98D0-B129D135DBAE}" dt="2025-12-08T21:56:21.772" v="4951" actId="20577"/>
          <ac:spMkLst>
            <pc:docMk/>
            <pc:sldMk cId="753660533" sldId="2147483015"/>
            <ac:spMk id="4" creationId="{5B7B9B08-EE53-6663-F01F-B8C2BFEF1196}"/>
          </ac:spMkLst>
        </pc:spChg>
        <pc:spChg chg="add mod">
          <ac:chgData name="Daichi Kawaguchi" userId="39803997058_tp_box_2" providerId="OAuth2" clId="{0EA2D1D5-1A4A-4DDE-98D0-B129D135DBAE}" dt="2025-12-08T21:58:16.821" v="5298" actId="20577"/>
          <ac:spMkLst>
            <pc:docMk/>
            <pc:sldMk cId="753660533" sldId="2147483015"/>
            <ac:spMk id="14" creationId="{8216BADC-5A0F-9944-418B-845EE2B5D547}"/>
          </ac:spMkLst>
        </pc:spChg>
        <pc:grpChg chg="del">
          <ac:chgData name="Daichi Kawaguchi" userId="39803997058_tp_box_2" providerId="OAuth2" clId="{0EA2D1D5-1A4A-4DDE-98D0-B129D135DBAE}" dt="2025-12-08T21:54:52.498" v="4911" actId="478"/>
          <ac:grpSpMkLst>
            <pc:docMk/>
            <pc:sldMk cId="753660533" sldId="2147483015"/>
            <ac:grpSpMk id="25" creationId="{E8C2DADA-1DF0-DBA1-6DF7-5D39BBB64C7A}"/>
          </ac:grpSpMkLst>
        </pc:grpChg>
        <pc:grpChg chg="del">
          <ac:chgData name="Daichi Kawaguchi" userId="39803997058_tp_box_2" providerId="OAuth2" clId="{0EA2D1D5-1A4A-4DDE-98D0-B129D135DBAE}" dt="2025-12-08T21:54:52.498" v="4911" actId="478"/>
          <ac:grpSpMkLst>
            <pc:docMk/>
            <pc:sldMk cId="753660533" sldId="2147483015"/>
            <ac:grpSpMk id="36" creationId="{DF4CBB79-DF9F-F0CA-23C5-3D5DF9038A79}"/>
          </ac:grpSpMkLst>
        </pc:grpChg>
        <pc:grpChg chg="del">
          <ac:chgData name="Daichi Kawaguchi" userId="39803997058_tp_box_2" providerId="OAuth2" clId="{0EA2D1D5-1A4A-4DDE-98D0-B129D135DBAE}" dt="2025-12-08T21:54:52.498" v="4911" actId="478"/>
          <ac:grpSpMkLst>
            <pc:docMk/>
            <pc:sldMk cId="753660533" sldId="2147483015"/>
            <ac:grpSpMk id="37" creationId="{89A22621-1A9F-F526-A619-77B7A5B98FA7}"/>
          </ac:grpSpMkLst>
        </pc:grpChg>
        <pc:picChg chg="add mod">
          <ac:chgData name="Daichi Kawaguchi" userId="39803997058_tp_box_2" providerId="OAuth2" clId="{0EA2D1D5-1A4A-4DDE-98D0-B129D135DBAE}" dt="2025-12-08T21:56:05.277" v="4923" actId="1076"/>
          <ac:picMkLst>
            <pc:docMk/>
            <pc:sldMk cId="753660533" sldId="2147483015"/>
            <ac:picMk id="8" creationId="{CDD36EB9-8565-9180-5197-49972D68FD9B}"/>
          </ac:picMkLst>
        </pc:picChg>
        <pc:picChg chg="add del mod">
          <ac:chgData name="Daichi Kawaguchi" userId="39803997058_tp_box_2" providerId="OAuth2" clId="{0EA2D1D5-1A4A-4DDE-98D0-B129D135DBAE}" dt="2025-12-08T21:55:51.779" v="4921" actId="478"/>
          <ac:picMkLst>
            <pc:docMk/>
            <pc:sldMk cId="753660533" sldId="2147483015"/>
            <ac:picMk id="13" creationId="{7977EF3B-F487-2F71-1EB8-1F335AB698FB}"/>
          </ac:picMkLst>
        </pc:picChg>
      </pc:sldChg>
      <pc:sldChg chg="addSp delSp modSp mod">
        <pc:chgData name="Daichi Kawaguchi" userId="39803997058_tp_box_2" providerId="OAuth2" clId="{0EA2D1D5-1A4A-4DDE-98D0-B129D135DBAE}" dt="2025-12-09T01:09:41.543" v="6768" actId="20577"/>
        <pc:sldMkLst>
          <pc:docMk/>
          <pc:sldMk cId="910451881" sldId="2147483016"/>
        </pc:sldMkLst>
        <pc:spChg chg="del">
          <ac:chgData name="Daichi Kawaguchi" userId="39803997058_tp_box_2" providerId="OAuth2" clId="{0EA2D1D5-1A4A-4DDE-98D0-B129D135DBAE}" dt="2025-12-09T01:09:15.576" v="6744" actId="478"/>
          <ac:spMkLst>
            <pc:docMk/>
            <pc:sldMk cId="910451881" sldId="2147483016"/>
            <ac:spMk id="2" creationId="{FF74FA97-F8DC-3531-44D1-D71693F04AFA}"/>
          </ac:spMkLst>
        </pc:spChg>
        <pc:spChg chg="mod">
          <ac:chgData name="Daichi Kawaguchi" userId="39803997058_tp_box_2" providerId="OAuth2" clId="{0EA2D1D5-1A4A-4DDE-98D0-B129D135DBAE}" dt="2025-12-09T01:09:19.112" v="6749" actId="20577"/>
          <ac:spMkLst>
            <pc:docMk/>
            <pc:sldMk cId="910451881" sldId="2147483016"/>
            <ac:spMk id="3" creationId="{1C6ACC0C-3A0F-D02A-0B33-4B91EC0B5CB7}"/>
          </ac:spMkLst>
        </pc:spChg>
        <pc:spChg chg="mod">
          <ac:chgData name="Daichi Kawaguchi" userId="39803997058_tp_box_2" providerId="OAuth2" clId="{0EA2D1D5-1A4A-4DDE-98D0-B129D135DBAE}" dt="2025-12-09T01:08:33.965" v="6654" actId="20577"/>
          <ac:spMkLst>
            <pc:docMk/>
            <pc:sldMk cId="910451881" sldId="2147483016"/>
            <ac:spMk id="4" creationId="{2B73ED44-5D7D-C072-70CA-9D7677AD589B}"/>
          </ac:spMkLst>
        </pc:spChg>
        <pc:spChg chg="add mod">
          <ac:chgData name="Daichi Kawaguchi" userId="39803997058_tp_box_2" providerId="OAuth2" clId="{0EA2D1D5-1A4A-4DDE-98D0-B129D135DBAE}" dt="2025-12-09T01:09:41.543" v="6768" actId="20577"/>
          <ac:spMkLst>
            <pc:docMk/>
            <pc:sldMk cId="910451881" sldId="2147483016"/>
            <ac:spMk id="6" creationId="{DC8CBCF0-6B6F-50A1-A8E2-71A5D58EAC73}"/>
          </ac:spMkLst>
        </pc:spChg>
        <pc:picChg chg="mod">
          <ac:chgData name="Daichi Kawaguchi" userId="39803997058_tp_box_2" providerId="OAuth2" clId="{0EA2D1D5-1A4A-4DDE-98D0-B129D135DBAE}" dt="2025-12-09T01:09:25.427" v="6752" actId="1076"/>
          <ac:picMkLst>
            <pc:docMk/>
            <pc:sldMk cId="910451881" sldId="2147483016"/>
            <ac:picMk id="5" creationId="{DC792B99-2752-117D-A505-BA28B271EC37}"/>
          </ac:picMkLst>
        </pc:picChg>
      </pc:sldChg>
      <pc:sldChg chg="mod modShow">
        <pc:chgData name="Daichi Kawaguchi" userId="39803997058_tp_box_2" providerId="OAuth2" clId="{0EA2D1D5-1A4A-4DDE-98D0-B129D135DBAE}" dt="2025-12-09T01:10:31.642" v="6769" actId="729"/>
        <pc:sldMkLst>
          <pc:docMk/>
          <pc:sldMk cId="377435725" sldId="2147483023"/>
        </pc:sldMkLst>
      </pc:sldChg>
      <pc:sldChg chg="mod modShow">
        <pc:chgData name="Daichi Kawaguchi" userId="39803997058_tp_box_2" providerId="OAuth2" clId="{0EA2D1D5-1A4A-4DDE-98D0-B129D135DBAE}" dt="2025-12-09T01:10:31.642" v="6769" actId="729"/>
        <pc:sldMkLst>
          <pc:docMk/>
          <pc:sldMk cId="2316563287" sldId="2147483024"/>
        </pc:sldMkLst>
      </pc:sldChg>
      <pc:sldChg chg="mod modShow">
        <pc:chgData name="Daichi Kawaguchi" userId="39803997058_tp_box_2" providerId="OAuth2" clId="{0EA2D1D5-1A4A-4DDE-98D0-B129D135DBAE}" dt="2025-12-09T01:10:31.642" v="6769" actId="729"/>
        <pc:sldMkLst>
          <pc:docMk/>
          <pc:sldMk cId="3812604113" sldId="2147483025"/>
        </pc:sldMkLst>
      </pc:sldChg>
      <pc:sldChg chg="modSp add mod">
        <pc:chgData name="Daichi Kawaguchi" userId="39803997058_tp_box_2" providerId="OAuth2" clId="{0EA2D1D5-1A4A-4DDE-98D0-B129D135DBAE}" dt="2025-12-09T06:47:24.987" v="10541" actId="12789"/>
        <pc:sldMkLst>
          <pc:docMk/>
          <pc:sldMk cId="929678725" sldId="2147483026"/>
        </pc:sldMkLst>
        <pc:spChg chg="mod">
          <ac:chgData name="Daichi Kawaguchi" userId="39803997058_tp_box_2" providerId="OAuth2" clId="{0EA2D1D5-1A4A-4DDE-98D0-B129D135DBAE}" dt="2025-12-09T06:36:43.625" v="10083" actId="20577"/>
          <ac:spMkLst>
            <pc:docMk/>
            <pc:sldMk cId="929678725" sldId="2147483026"/>
            <ac:spMk id="3" creationId="{9D594DCA-5583-FE98-E760-710A03B9DB8D}"/>
          </ac:spMkLst>
        </pc:spChg>
        <pc:spChg chg="mod">
          <ac:chgData name="Daichi Kawaguchi" userId="39803997058_tp_box_2" providerId="OAuth2" clId="{0EA2D1D5-1A4A-4DDE-98D0-B129D135DBAE}" dt="2025-12-09T06:36:28.081" v="10077" actId="6549"/>
          <ac:spMkLst>
            <pc:docMk/>
            <pc:sldMk cId="929678725" sldId="2147483026"/>
            <ac:spMk id="4" creationId="{74654580-6C96-4D8A-0C7D-1A29A5CF44AD}"/>
          </ac:spMkLst>
        </pc:spChg>
        <pc:spChg chg="mod">
          <ac:chgData name="Daichi Kawaguchi" userId="39803997058_tp_box_2" providerId="OAuth2" clId="{0EA2D1D5-1A4A-4DDE-98D0-B129D135DBAE}" dt="2025-12-09T06:47:24.987" v="10541" actId="12789"/>
          <ac:spMkLst>
            <pc:docMk/>
            <pc:sldMk cId="929678725" sldId="2147483026"/>
            <ac:spMk id="10" creationId="{4990E6B4-5730-FA0F-F788-515ED302CFCF}"/>
          </ac:spMkLst>
        </pc:spChg>
        <pc:grpChg chg="mod">
          <ac:chgData name="Daichi Kawaguchi" userId="39803997058_tp_box_2" providerId="OAuth2" clId="{0EA2D1D5-1A4A-4DDE-98D0-B129D135DBAE}" dt="2025-12-09T06:47:24.987" v="10541" actId="12789"/>
          <ac:grpSpMkLst>
            <pc:docMk/>
            <pc:sldMk cId="929678725" sldId="2147483026"/>
            <ac:grpSpMk id="13" creationId="{45DE3A3F-27CB-AECC-EB46-5DA0A2ADB6A7}"/>
          </ac:grpSpMkLst>
        </pc:grpChg>
        <pc:picChg chg="mod">
          <ac:chgData name="Daichi Kawaguchi" userId="39803997058_tp_box_2" providerId="OAuth2" clId="{0EA2D1D5-1A4A-4DDE-98D0-B129D135DBAE}" dt="2025-12-09T06:47:24.987" v="10541" actId="12789"/>
          <ac:picMkLst>
            <pc:docMk/>
            <pc:sldMk cId="929678725" sldId="2147483026"/>
            <ac:picMk id="6" creationId="{F1285D1B-7D28-7EB4-ED92-9CFEAE08DDB5}"/>
          </ac:picMkLst>
        </pc:picChg>
        <pc:picChg chg="mod">
          <ac:chgData name="Daichi Kawaguchi" userId="39803997058_tp_box_2" providerId="OAuth2" clId="{0EA2D1D5-1A4A-4DDE-98D0-B129D135DBAE}" dt="2025-12-09T06:47:24.987" v="10541" actId="12789"/>
          <ac:picMkLst>
            <pc:docMk/>
            <pc:sldMk cId="929678725" sldId="2147483026"/>
            <ac:picMk id="12" creationId="{314D5052-0ADC-4E9A-3C75-B880D20EF5CA}"/>
          </ac:picMkLst>
        </pc:picChg>
      </pc:sldChg>
      <pc:sldChg chg="add del">
        <pc:chgData name="Daichi Kawaguchi" userId="39803997058_tp_box_2" providerId="OAuth2" clId="{0EA2D1D5-1A4A-4DDE-98D0-B129D135DBAE}" dt="2025-12-09T01:21:53.523" v="7266" actId="47"/>
        <pc:sldMkLst>
          <pc:docMk/>
          <pc:sldMk cId="3923698301" sldId="2147483026"/>
        </pc:sldMkLst>
      </pc:sldChg>
      <pc:sldChg chg="addSp delSp modSp add mod">
        <pc:chgData name="Daichi Kawaguchi" userId="39803997058_tp_box_2" providerId="OAuth2" clId="{0EA2D1D5-1A4A-4DDE-98D0-B129D135DBAE}" dt="2025-12-09T06:52:58.540" v="10629" actId="465"/>
        <pc:sldMkLst>
          <pc:docMk/>
          <pc:sldMk cId="1679837226" sldId="2147483027"/>
        </pc:sldMkLst>
        <pc:spChg chg="mod">
          <ac:chgData name="Daichi Kawaguchi" userId="39803997058_tp_box_2" providerId="OAuth2" clId="{0EA2D1D5-1A4A-4DDE-98D0-B129D135DBAE}" dt="2025-12-09T06:36:52.157" v="10086" actId="20577"/>
          <ac:spMkLst>
            <pc:docMk/>
            <pc:sldMk cId="1679837226" sldId="2147483027"/>
            <ac:spMk id="4" creationId="{976BD2BE-7EA6-ACA6-4755-DBB6BF1A42E1}"/>
          </ac:spMkLst>
        </pc:spChg>
        <pc:spChg chg="mod topLvl">
          <ac:chgData name="Daichi Kawaguchi" userId="39803997058_tp_box_2" providerId="OAuth2" clId="{0EA2D1D5-1A4A-4DDE-98D0-B129D135DBAE}" dt="2025-12-09T06:51:51.027" v="10612" actId="164"/>
          <ac:spMkLst>
            <pc:docMk/>
            <pc:sldMk cId="1679837226" sldId="2147483027"/>
            <ac:spMk id="6" creationId="{4CE5A871-7056-40D2-ACE1-526A79704DE1}"/>
          </ac:spMkLst>
        </pc:spChg>
        <pc:spChg chg="mod topLvl">
          <ac:chgData name="Daichi Kawaguchi" userId="39803997058_tp_box_2" providerId="OAuth2" clId="{0EA2D1D5-1A4A-4DDE-98D0-B129D135DBAE}" dt="2025-12-09T06:52:58.540" v="10629" actId="465"/>
          <ac:spMkLst>
            <pc:docMk/>
            <pc:sldMk cId="1679837226" sldId="2147483027"/>
            <ac:spMk id="7" creationId="{BF89F478-A995-0FD1-D48E-E20139E20F86}"/>
          </ac:spMkLst>
        </pc:spChg>
        <pc:spChg chg="mod">
          <ac:chgData name="Daichi Kawaguchi" userId="39803997058_tp_box_2" providerId="OAuth2" clId="{0EA2D1D5-1A4A-4DDE-98D0-B129D135DBAE}" dt="2025-12-09T06:50:08.277" v="10589" actId="465"/>
          <ac:spMkLst>
            <pc:docMk/>
            <pc:sldMk cId="1679837226" sldId="2147483027"/>
            <ac:spMk id="9" creationId="{FD62FC02-D16A-7A52-E656-6F6AB9F26E16}"/>
          </ac:spMkLst>
        </pc:spChg>
        <pc:spChg chg="mod">
          <ac:chgData name="Daichi Kawaguchi" userId="39803997058_tp_box_2" providerId="OAuth2" clId="{0EA2D1D5-1A4A-4DDE-98D0-B129D135DBAE}" dt="2025-12-09T06:52:58.540" v="10629" actId="465"/>
          <ac:spMkLst>
            <pc:docMk/>
            <pc:sldMk cId="1679837226" sldId="2147483027"/>
            <ac:spMk id="10" creationId="{5BD4E42B-D139-8802-ABE3-5E2D03803B69}"/>
          </ac:spMkLst>
        </pc:spChg>
        <pc:spChg chg="mod topLvl">
          <ac:chgData name="Daichi Kawaguchi" userId="39803997058_tp_box_2" providerId="OAuth2" clId="{0EA2D1D5-1A4A-4DDE-98D0-B129D135DBAE}" dt="2025-12-09T06:52:58.540" v="10629" actId="465"/>
          <ac:spMkLst>
            <pc:docMk/>
            <pc:sldMk cId="1679837226" sldId="2147483027"/>
            <ac:spMk id="11" creationId="{035A33F5-B1D4-9D21-1C1D-F4FF13E7495A}"/>
          </ac:spMkLst>
        </pc:spChg>
        <pc:spChg chg="mod topLvl">
          <ac:chgData name="Daichi Kawaguchi" userId="39803997058_tp_box_2" providerId="OAuth2" clId="{0EA2D1D5-1A4A-4DDE-98D0-B129D135DBAE}" dt="2025-12-09T06:52:58.540" v="10629" actId="465"/>
          <ac:spMkLst>
            <pc:docMk/>
            <pc:sldMk cId="1679837226" sldId="2147483027"/>
            <ac:spMk id="12" creationId="{A272BB07-0DD9-3937-744A-FAFDBF3A602C}"/>
          </ac:spMkLst>
        </pc:spChg>
        <pc:spChg chg="mod topLvl">
          <ac:chgData name="Daichi Kawaguchi" userId="39803997058_tp_box_2" providerId="OAuth2" clId="{0EA2D1D5-1A4A-4DDE-98D0-B129D135DBAE}" dt="2025-12-09T06:52:58.540" v="10629" actId="465"/>
          <ac:spMkLst>
            <pc:docMk/>
            <pc:sldMk cId="1679837226" sldId="2147483027"/>
            <ac:spMk id="15" creationId="{5E68F38C-4ECB-E5AD-6FFB-CCE0000D8379}"/>
          </ac:spMkLst>
        </pc:spChg>
        <pc:spChg chg="mod topLvl">
          <ac:chgData name="Daichi Kawaguchi" userId="39803997058_tp_box_2" providerId="OAuth2" clId="{0EA2D1D5-1A4A-4DDE-98D0-B129D135DBAE}" dt="2025-12-09T06:52:17.051" v="10619" actId="164"/>
          <ac:spMkLst>
            <pc:docMk/>
            <pc:sldMk cId="1679837226" sldId="2147483027"/>
            <ac:spMk id="16" creationId="{571B30CF-EFC5-7F42-1A75-9ACA608A390F}"/>
          </ac:spMkLst>
        </pc:spChg>
        <pc:spChg chg="mod topLvl">
          <ac:chgData name="Daichi Kawaguchi" userId="39803997058_tp_box_2" providerId="OAuth2" clId="{0EA2D1D5-1A4A-4DDE-98D0-B129D135DBAE}" dt="2025-12-09T06:52:58.540" v="10629" actId="465"/>
          <ac:spMkLst>
            <pc:docMk/>
            <pc:sldMk cId="1679837226" sldId="2147483027"/>
            <ac:spMk id="17" creationId="{048CB999-70CB-7751-5C73-3CA30B4C48BA}"/>
          </ac:spMkLst>
        </pc:spChg>
        <pc:spChg chg="mod topLvl">
          <ac:chgData name="Daichi Kawaguchi" userId="39803997058_tp_box_2" providerId="OAuth2" clId="{0EA2D1D5-1A4A-4DDE-98D0-B129D135DBAE}" dt="2025-12-09T06:52:58.540" v="10629" actId="465"/>
          <ac:spMkLst>
            <pc:docMk/>
            <pc:sldMk cId="1679837226" sldId="2147483027"/>
            <ac:spMk id="18" creationId="{27763FCB-4D7C-CC48-F1C2-0DD5EC67C2D9}"/>
          </ac:spMkLst>
        </pc:spChg>
        <pc:spChg chg="mod topLvl">
          <ac:chgData name="Daichi Kawaguchi" userId="39803997058_tp_box_2" providerId="OAuth2" clId="{0EA2D1D5-1A4A-4DDE-98D0-B129D135DBAE}" dt="2025-12-09T06:52:43.055" v="10628" actId="164"/>
          <ac:spMkLst>
            <pc:docMk/>
            <pc:sldMk cId="1679837226" sldId="2147483027"/>
            <ac:spMk id="19" creationId="{1749882D-A5DF-E810-7471-56D7702BFFC5}"/>
          </ac:spMkLst>
        </pc:spChg>
        <pc:spChg chg="mod topLvl">
          <ac:chgData name="Daichi Kawaguchi" userId="39803997058_tp_box_2" providerId="OAuth2" clId="{0EA2D1D5-1A4A-4DDE-98D0-B129D135DBAE}" dt="2025-12-09T06:52:43.055" v="10628" actId="164"/>
          <ac:spMkLst>
            <pc:docMk/>
            <pc:sldMk cId="1679837226" sldId="2147483027"/>
            <ac:spMk id="20" creationId="{CA311BE0-25DC-2D18-3091-B0DB6616AC89}"/>
          </ac:spMkLst>
        </pc:spChg>
        <pc:spChg chg="mod">
          <ac:chgData name="Daichi Kawaguchi" userId="39803997058_tp_box_2" providerId="OAuth2" clId="{0EA2D1D5-1A4A-4DDE-98D0-B129D135DBAE}" dt="2025-12-09T06:52:58.540" v="10629" actId="465"/>
          <ac:spMkLst>
            <pc:docMk/>
            <pc:sldMk cId="1679837226" sldId="2147483027"/>
            <ac:spMk id="21" creationId="{1E35D740-DD50-AA40-901D-9737BD9229CE}"/>
          </ac:spMkLst>
        </pc:spChg>
        <pc:spChg chg="mod">
          <ac:chgData name="Daichi Kawaguchi" userId="39803997058_tp_box_2" providerId="OAuth2" clId="{0EA2D1D5-1A4A-4DDE-98D0-B129D135DBAE}" dt="2025-12-09T06:52:03.945" v="10616" actId="164"/>
          <ac:spMkLst>
            <pc:docMk/>
            <pc:sldMk cId="1679837226" sldId="2147483027"/>
            <ac:spMk id="22" creationId="{51CED12F-4EB5-7506-A51D-6235B368F9B4}"/>
          </ac:spMkLst>
        </pc:spChg>
        <pc:spChg chg="mod">
          <ac:chgData name="Daichi Kawaguchi" userId="39803997058_tp_box_2" providerId="OAuth2" clId="{0EA2D1D5-1A4A-4DDE-98D0-B129D135DBAE}" dt="2025-12-09T06:52:58.540" v="10629" actId="465"/>
          <ac:spMkLst>
            <pc:docMk/>
            <pc:sldMk cId="1679837226" sldId="2147483027"/>
            <ac:spMk id="23" creationId="{1D81FF90-6262-0BBF-312B-FFBE66E9FA8C}"/>
          </ac:spMkLst>
        </pc:spChg>
        <pc:spChg chg="mod">
          <ac:chgData name="Daichi Kawaguchi" userId="39803997058_tp_box_2" providerId="OAuth2" clId="{0EA2D1D5-1A4A-4DDE-98D0-B129D135DBAE}" dt="2025-12-09T06:52:58.540" v="10629" actId="465"/>
          <ac:spMkLst>
            <pc:docMk/>
            <pc:sldMk cId="1679837226" sldId="2147483027"/>
            <ac:spMk id="24" creationId="{0C19BACD-A9F0-3C1D-B67B-839294D492B5}"/>
          </ac:spMkLst>
        </pc:spChg>
        <pc:spChg chg="mod">
          <ac:chgData name="Daichi Kawaguchi" userId="39803997058_tp_box_2" providerId="OAuth2" clId="{0EA2D1D5-1A4A-4DDE-98D0-B129D135DBAE}" dt="2025-12-09T06:52:43.055" v="10628" actId="164"/>
          <ac:spMkLst>
            <pc:docMk/>
            <pc:sldMk cId="1679837226" sldId="2147483027"/>
            <ac:spMk id="25" creationId="{6B7D2E54-3B2C-7D8C-8B1B-089C46BBE5C2}"/>
          </ac:spMkLst>
        </pc:spChg>
        <pc:grpChg chg="mod">
          <ac:chgData name="Daichi Kawaguchi" userId="39803997058_tp_box_2" providerId="OAuth2" clId="{0EA2D1D5-1A4A-4DDE-98D0-B129D135DBAE}" dt="2025-12-09T06:50:20.712" v="10590" actId="465"/>
          <ac:grpSpMkLst>
            <pc:docMk/>
            <pc:sldMk cId="1679837226" sldId="2147483027"/>
            <ac:grpSpMk id="2" creationId="{C53DC39D-2A7C-19DE-066D-1BB91838A107}"/>
          </ac:grpSpMkLst>
        </pc:grpChg>
        <pc:grpChg chg="add mod">
          <ac:chgData name="Daichi Kawaguchi" userId="39803997058_tp_box_2" providerId="OAuth2" clId="{0EA2D1D5-1A4A-4DDE-98D0-B129D135DBAE}" dt="2025-12-09T06:51:56.455" v="10614" actId="164"/>
          <ac:grpSpMkLst>
            <pc:docMk/>
            <pc:sldMk cId="1679837226" sldId="2147483027"/>
            <ac:grpSpMk id="5" creationId="{D94C344F-3262-32A5-E4F1-8F9188C9A704}"/>
          </ac:grpSpMkLst>
        </pc:grpChg>
        <pc:grpChg chg="add mod">
          <ac:chgData name="Daichi Kawaguchi" userId="39803997058_tp_box_2" providerId="OAuth2" clId="{0EA2D1D5-1A4A-4DDE-98D0-B129D135DBAE}" dt="2025-12-09T06:52:03.945" v="10616" actId="164"/>
          <ac:grpSpMkLst>
            <pc:docMk/>
            <pc:sldMk cId="1679837226" sldId="2147483027"/>
            <ac:grpSpMk id="8" creationId="{06BCEAEE-55F7-A8DE-488C-1FBD81E43322}"/>
          </ac:grpSpMkLst>
        </pc:grpChg>
        <pc:grpChg chg="mod">
          <ac:chgData name="Daichi Kawaguchi" userId="39803997058_tp_box_2" providerId="OAuth2" clId="{0EA2D1D5-1A4A-4DDE-98D0-B129D135DBAE}" dt="2025-12-09T06:50:46.697" v="10593" actId="465"/>
          <ac:grpSpMkLst>
            <pc:docMk/>
            <pc:sldMk cId="1679837226" sldId="2147483027"/>
            <ac:grpSpMk id="13" creationId="{76BBF032-0066-B035-5DDA-AEDD1532BFDB}"/>
          </ac:grpSpMkLst>
        </pc:grpChg>
        <pc:grpChg chg="add mod">
          <ac:chgData name="Daichi Kawaguchi" userId="39803997058_tp_box_2" providerId="OAuth2" clId="{0EA2D1D5-1A4A-4DDE-98D0-B129D135DBAE}" dt="2025-12-09T06:51:56.455" v="10614" actId="164"/>
          <ac:grpSpMkLst>
            <pc:docMk/>
            <pc:sldMk cId="1679837226" sldId="2147483027"/>
            <ac:grpSpMk id="14" creationId="{358547BB-CCEA-30D9-1D5B-168129DBE209}"/>
          </ac:grpSpMkLst>
        </pc:grpChg>
        <pc:grpChg chg="add mod">
          <ac:chgData name="Daichi Kawaguchi" userId="39803997058_tp_box_2" providerId="OAuth2" clId="{0EA2D1D5-1A4A-4DDE-98D0-B129D135DBAE}" dt="2025-12-09T06:52:03.945" v="10616" actId="164"/>
          <ac:grpSpMkLst>
            <pc:docMk/>
            <pc:sldMk cId="1679837226" sldId="2147483027"/>
            <ac:grpSpMk id="26" creationId="{6D54987F-07D5-1DFD-5204-49AE0E1D31E7}"/>
          </ac:grpSpMkLst>
        </pc:grpChg>
        <pc:grpChg chg="mod">
          <ac:chgData name="Daichi Kawaguchi" userId="39803997058_tp_box_2" providerId="OAuth2" clId="{0EA2D1D5-1A4A-4DDE-98D0-B129D135DBAE}" dt="2025-12-09T06:50:28.193" v="10591" actId="465"/>
          <ac:grpSpMkLst>
            <pc:docMk/>
            <pc:sldMk cId="1679837226" sldId="2147483027"/>
            <ac:grpSpMk id="31" creationId="{AE395AE3-12F5-817A-2A26-112DA9B398B1}"/>
          </ac:grpSpMkLst>
        </pc:grpChg>
        <pc:grpChg chg="mod">
          <ac:chgData name="Daichi Kawaguchi" userId="39803997058_tp_box_2" providerId="OAuth2" clId="{0EA2D1D5-1A4A-4DDE-98D0-B129D135DBAE}" dt="2025-12-09T06:50:35.107" v="10592" actId="465"/>
          <ac:grpSpMkLst>
            <pc:docMk/>
            <pc:sldMk cId="1679837226" sldId="2147483027"/>
            <ac:grpSpMk id="32" creationId="{71E72770-474D-2EC1-B98E-D8526E93A51C}"/>
          </ac:grpSpMkLst>
        </pc:grpChg>
        <pc:grpChg chg="mod">
          <ac:chgData name="Daichi Kawaguchi" userId="39803997058_tp_box_2" providerId="OAuth2" clId="{0EA2D1D5-1A4A-4DDE-98D0-B129D135DBAE}" dt="2025-12-09T06:50:46.697" v="10593" actId="465"/>
          <ac:grpSpMkLst>
            <pc:docMk/>
            <pc:sldMk cId="1679837226" sldId="2147483027"/>
            <ac:grpSpMk id="33" creationId="{77553D42-8A51-559B-B0C5-57C49D0E626C}"/>
          </ac:grpSpMkLst>
        </pc:grpChg>
        <pc:grpChg chg="add mod">
          <ac:chgData name="Daichi Kawaguchi" userId="39803997058_tp_box_2" providerId="OAuth2" clId="{0EA2D1D5-1A4A-4DDE-98D0-B129D135DBAE}" dt="2025-12-09T06:52:17.051" v="10619" actId="164"/>
          <ac:grpSpMkLst>
            <pc:docMk/>
            <pc:sldMk cId="1679837226" sldId="2147483027"/>
            <ac:grpSpMk id="38" creationId="{56780C0E-3F3C-4B21-65FD-15DF0247A2BE}"/>
          </ac:grpSpMkLst>
        </pc:grpChg>
        <pc:grpChg chg="add mod">
          <ac:chgData name="Daichi Kawaguchi" userId="39803997058_tp_box_2" providerId="OAuth2" clId="{0EA2D1D5-1A4A-4DDE-98D0-B129D135DBAE}" dt="2025-12-09T06:52:28.203" v="10623" actId="164"/>
          <ac:grpSpMkLst>
            <pc:docMk/>
            <pc:sldMk cId="1679837226" sldId="2147483027"/>
            <ac:grpSpMk id="39" creationId="{703E1517-115C-882A-C58E-3FD82CFD93F8}"/>
          </ac:grpSpMkLst>
        </pc:grpChg>
        <pc:grpChg chg="add mod">
          <ac:chgData name="Daichi Kawaguchi" userId="39803997058_tp_box_2" providerId="OAuth2" clId="{0EA2D1D5-1A4A-4DDE-98D0-B129D135DBAE}" dt="2025-12-09T06:52:43.055" v="10628" actId="164"/>
          <ac:grpSpMkLst>
            <pc:docMk/>
            <pc:sldMk cId="1679837226" sldId="2147483027"/>
            <ac:grpSpMk id="40" creationId="{198DA44E-FD8E-6213-5064-EDF9D2F9B1E7}"/>
          </ac:grpSpMkLst>
        </pc:grpChg>
        <pc:cxnChg chg="mod">
          <ac:chgData name="Daichi Kawaguchi" userId="39803997058_tp_box_2" providerId="OAuth2" clId="{0EA2D1D5-1A4A-4DDE-98D0-B129D135DBAE}" dt="2025-12-09T06:51:10.297" v="10607" actId="1037"/>
          <ac:cxnSpMkLst>
            <pc:docMk/>
            <pc:sldMk cId="1679837226" sldId="2147483027"/>
            <ac:cxnSpMk id="27" creationId="{0C2BC924-7D3D-5B3F-529D-42386179F6BA}"/>
          </ac:cxnSpMkLst>
        </pc:cxnChg>
        <pc:cxnChg chg="mod">
          <ac:chgData name="Daichi Kawaguchi" userId="39803997058_tp_box_2" providerId="OAuth2" clId="{0EA2D1D5-1A4A-4DDE-98D0-B129D135DBAE}" dt="2025-12-09T06:51:10.297" v="10607" actId="1037"/>
          <ac:cxnSpMkLst>
            <pc:docMk/>
            <pc:sldMk cId="1679837226" sldId="2147483027"/>
            <ac:cxnSpMk id="28" creationId="{B96FA9C2-CFF6-E7E3-2B19-10E819272B2C}"/>
          </ac:cxnSpMkLst>
        </pc:cxnChg>
        <pc:cxnChg chg="mod">
          <ac:chgData name="Daichi Kawaguchi" userId="39803997058_tp_box_2" providerId="OAuth2" clId="{0EA2D1D5-1A4A-4DDE-98D0-B129D135DBAE}" dt="2025-12-09T06:51:10.297" v="10607" actId="1037"/>
          <ac:cxnSpMkLst>
            <pc:docMk/>
            <pc:sldMk cId="1679837226" sldId="2147483027"/>
            <ac:cxnSpMk id="29" creationId="{0DD1AE16-657C-5039-60C9-109053C02104}"/>
          </ac:cxnSpMkLst>
        </pc:cxnChg>
        <pc:cxnChg chg="mod">
          <ac:chgData name="Daichi Kawaguchi" userId="39803997058_tp_box_2" providerId="OAuth2" clId="{0EA2D1D5-1A4A-4DDE-98D0-B129D135DBAE}" dt="2025-12-09T06:51:10.297" v="10607" actId="1037"/>
          <ac:cxnSpMkLst>
            <pc:docMk/>
            <pc:sldMk cId="1679837226" sldId="2147483027"/>
            <ac:cxnSpMk id="30" creationId="{823877F0-FB93-C2BC-877C-D7A1CE8AA3D3}"/>
          </ac:cxnSpMkLst>
        </pc:cxnChg>
      </pc:sldChg>
      <pc:sldChg chg="modSp add mod">
        <pc:chgData name="Daichi Kawaguchi" userId="39803997058_tp_box_2" providerId="OAuth2" clId="{0EA2D1D5-1A4A-4DDE-98D0-B129D135DBAE}" dt="2025-12-09T06:37:08.867" v="10114" actId="20577"/>
        <pc:sldMkLst>
          <pc:docMk/>
          <pc:sldMk cId="844124059" sldId="2147483028"/>
        </pc:sldMkLst>
        <pc:spChg chg="mod">
          <ac:chgData name="Daichi Kawaguchi" userId="39803997058_tp_box_2" providerId="OAuth2" clId="{0EA2D1D5-1A4A-4DDE-98D0-B129D135DBAE}" dt="2025-12-09T06:37:08.867" v="10114" actId="20577"/>
          <ac:spMkLst>
            <pc:docMk/>
            <pc:sldMk cId="844124059" sldId="2147483028"/>
            <ac:spMk id="4" creationId="{94033583-7700-091F-0791-4B20B268235F}"/>
          </ac:spMkLst>
        </pc:spChg>
      </pc:sldChg>
      <pc:sldChg chg="modSp add mod">
        <pc:chgData name="Daichi Kawaguchi" userId="39803997058_tp_box_2" providerId="OAuth2" clId="{0EA2D1D5-1A4A-4DDE-98D0-B129D135DBAE}" dt="2025-12-09T06:53:46.217" v="10630" actId="11"/>
        <pc:sldMkLst>
          <pc:docMk/>
          <pc:sldMk cId="3293192288" sldId="2147483029"/>
        </pc:sldMkLst>
        <pc:spChg chg="mod">
          <ac:chgData name="Daichi Kawaguchi" userId="39803997058_tp_box_2" providerId="OAuth2" clId="{0EA2D1D5-1A4A-4DDE-98D0-B129D135DBAE}" dt="2025-12-09T06:53:46.217" v="10630" actId="11"/>
          <ac:spMkLst>
            <pc:docMk/>
            <pc:sldMk cId="3293192288" sldId="2147483029"/>
            <ac:spMk id="2" creationId="{501FADAF-5CE5-0B53-8421-802B69737EDF}"/>
          </ac:spMkLst>
        </pc:spChg>
        <pc:spChg chg="mod">
          <ac:chgData name="Daichi Kawaguchi" userId="39803997058_tp_box_2" providerId="OAuth2" clId="{0EA2D1D5-1A4A-4DDE-98D0-B129D135DBAE}" dt="2025-12-09T06:37:36.429" v="10161" actId="20577"/>
          <ac:spMkLst>
            <pc:docMk/>
            <pc:sldMk cId="3293192288" sldId="2147483029"/>
            <ac:spMk id="4" creationId="{0DDE696A-A981-D89B-CABE-538EC1C21B2A}"/>
          </ac:spMkLst>
        </pc:spChg>
      </pc:sldChg>
    </pc:docChg>
  </pc:docChgLst>
  <pc:docChgLst>
    <pc:chgData name="森下　晶代" userId="M3uJs3EzVT8u/Xq3+jbgBt8GcSQWiA9ErfSBPIZzA1A=" providerId="None" clId="Web-{4DC92862-8F89-4A40-A906-492BCFEF29CB}"/>
    <pc:docChg chg="addSld modSld modSection">
      <pc:chgData name="森下　晶代" userId="M3uJs3EzVT8u/Xq3+jbgBt8GcSQWiA9ErfSBPIZzA1A=" providerId="None" clId="Web-{4DC92862-8F89-4A40-A906-492BCFEF29CB}" dt="2025-12-08T22:18:14.185" v="30" actId="1076"/>
      <pc:docMkLst>
        <pc:docMk/>
      </pc:docMkLst>
      <pc:sldChg chg="addSp modSp">
        <pc:chgData name="森下　晶代" userId="M3uJs3EzVT8u/Xq3+jbgBt8GcSQWiA9ErfSBPIZzA1A=" providerId="None" clId="Web-{4DC92862-8F89-4A40-A906-492BCFEF29CB}" dt="2025-12-08T22:14:01.655" v="9" actId="20577"/>
        <pc:sldMkLst>
          <pc:docMk/>
          <pc:sldMk cId="2158894901" sldId="2147482997"/>
        </pc:sldMkLst>
        <pc:spChg chg="add mod">
          <ac:chgData name="森下　晶代" userId="M3uJs3EzVT8u/Xq3+jbgBt8GcSQWiA9ErfSBPIZzA1A=" providerId="None" clId="Web-{4DC92862-8F89-4A40-A906-492BCFEF29CB}" dt="2025-12-08T22:14:01.655" v="9" actId="20577"/>
          <ac:spMkLst>
            <pc:docMk/>
            <pc:sldMk cId="2158894901" sldId="2147482997"/>
            <ac:spMk id="2" creationId="{24DD719A-8EFC-1E5F-2FFE-58A50DBFAED8}"/>
          </ac:spMkLst>
        </pc:spChg>
      </pc:sldChg>
      <pc:sldChg chg="addSp modSp new">
        <pc:chgData name="森下　晶代" userId="M3uJs3EzVT8u/Xq3+jbgBt8GcSQWiA9ErfSBPIZzA1A=" providerId="None" clId="Web-{4DC92862-8F89-4A40-A906-492BCFEF29CB}" dt="2025-12-08T22:16:44.086" v="24" actId="20577"/>
        <pc:sldMkLst>
          <pc:docMk/>
          <pc:sldMk cId="910451881" sldId="2147483016"/>
        </pc:sldMkLst>
        <pc:spChg chg="mod">
          <ac:chgData name="森下　晶代" userId="M3uJs3EzVT8u/Xq3+jbgBt8GcSQWiA9ErfSBPIZzA1A=" providerId="None" clId="Web-{4DC92862-8F89-4A40-A906-492BCFEF29CB}" dt="2025-12-08T22:16:32.758" v="22" actId="20577"/>
          <ac:spMkLst>
            <pc:docMk/>
            <pc:sldMk cId="910451881" sldId="2147483016"/>
            <ac:spMk id="3" creationId="{1C6ACC0C-3A0F-D02A-0B33-4B91EC0B5CB7}"/>
          </ac:spMkLst>
        </pc:spChg>
        <pc:spChg chg="mod">
          <ac:chgData name="森下　晶代" userId="M3uJs3EzVT8u/Xq3+jbgBt8GcSQWiA9ErfSBPIZzA1A=" providerId="None" clId="Web-{4DC92862-8F89-4A40-A906-492BCFEF29CB}" dt="2025-12-08T22:16:44.086" v="24" actId="20577"/>
          <ac:spMkLst>
            <pc:docMk/>
            <pc:sldMk cId="910451881" sldId="2147483016"/>
            <ac:spMk id="4" creationId="{2B73ED44-5D7D-C072-70CA-9D7677AD589B}"/>
          </ac:spMkLst>
        </pc:spChg>
        <pc:picChg chg="add mod">
          <ac:chgData name="森下　晶代" userId="M3uJs3EzVT8u/Xq3+jbgBt8GcSQWiA9ErfSBPIZzA1A=" providerId="None" clId="Web-{4DC92862-8F89-4A40-A906-492BCFEF29CB}" dt="2025-12-08T22:16:14.507" v="13" actId="1076"/>
          <ac:picMkLst>
            <pc:docMk/>
            <pc:sldMk cId="910451881" sldId="2147483016"/>
            <ac:picMk id="5" creationId="{DC792B99-2752-117D-A505-BA28B271EC37}"/>
          </ac:picMkLst>
        </pc:picChg>
      </pc:sldChg>
      <pc:sldChg chg="addSp modSp new">
        <pc:chgData name="森下　晶代" userId="M3uJs3EzVT8u/Xq3+jbgBt8GcSQWiA9ErfSBPIZzA1A=" providerId="None" clId="Web-{4DC92862-8F89-4A40-A906-492BCFEF29CB}" dt="2025-12-08T22:18:14.185" v="30" actId="1076"/>
        <pc:sldMkLst>
          <pc:docMk/>
          <pc:sldMk cId="676213348" sldId="2147483017"/>
        </pc:sldMkLst>
        <pc:picChg chg="add mod">
          <ac:chgData name="森下　晶代" userId="M3uJs3EzVT8u/Xq3+jbgBt8GcSQWiA9ErfSBPIZzA1A=" providerId="None" clId="Web-{4DC92862-8F89-4A40-A906-492BCFEF29CB}" dt="2025-12-08T22:18:14.185" v="30" actId="1076"/>
          <ac:picMkLst>
            <pc:docMk/>
            <pc:sldMk cId="676213348" sldId="2147483017"/>
            <ac:picMk id="5" creationId="{1E58FB2D-F341-B0CC-5E00-BCBAA59C64C2}"/>
          </ac:picMkLst>
        </pc:picChg>
      </pc:sldChg>
      <pc:sldChg chg="add">
        <pc:chgData name="森下　晶代" userId="M3uJs3EzVT8u/Xq3+jbgBt8GcSQWiA9ErfSBPIZzA1A=" providerId="None" clId="Web-{4DC92862-8F89-4A40-A906-492BCFEF29CB}" dt="2025-12-08T22:17:13.900" v="26"/>
        <pc:sldMkLst>
          <pc:docMk/>
          <pc:sldMk cId="377435725" sldId="2147483023"/>
        </pc:sldMkLst>
      </pc:sldChg>
      <pc:sldChg chg="add">
        <pc:chgData name="森下　晶代" userId="M3uJs3EzVT8u/Xq3+jbgBt8GcSQWiA9ErfSBPIZzA1A=" providerId="None" clId="Web-{4DC92862-8F89-4A40-A906-492BCFEF29CB}" dt="2025-12-08T22:17:14.244" v="27"/>
        <pc:sldMkLst>
          <pc:docMk/>
          <pc:sldMk cId="2316563287" sldId="2147483024"/>
        </pc:sldMkLst>
      </pc:sldChg>
      <pc:sldChg chg="add">
        <pc:chgData name="森下　晶代" userId="M3uJs3EzVT8u/Xq3+jbgBt8GcSQWiA9ErfSBPIZzA1A=" providerId="None" clId="Web-{4DC92862-8F89-4A40-A906-492BCFEF29CB}" dt="2025-12-08T22:17:14.290" v="28"/>
        <pc:sldMkLst>
          <pc:docMk/>
          <pc:sldMk cId="3812604113" sldId="214748302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4BEDB3A3-9BFC-2A34-FBED-ED2C3B40EC5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49F8A078-3F56-ED7C-B07B-2F001C82766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C4CBA4B-C403-43E1-94D0-047C7E36D0BD}" type="datetimeFigureOut">
              <a:rPr kumimoji="1" lang="ja-JP" altLang="en-US" smtClean="0"/>
              <a:t>2026/2/15</a:t>
            </a:fld>
            <a:endParaRPr kumimoji="1" lang="ja-JP" altLang="en-US"/>
          </a:p>
        </p:txBody>
      </p:sp>
      <p:sp>
        <p:nvSpPr>
          <p:cNvPr id="4" name="フッター プレースホルダー 3">
            <a:extLst>
              <a:ext uri="{FF2B5EF4-FFF2-40B4-BE49-F238E27FC236}">
                <a16:creationId xmlns:a16="http://schemas.microsoft.com/office/drawing/2014/main" id="{AF8AB8AB-750A-F3CE-CFAF-2A07E7314EC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E36E6C2E-1F18-7800-3E46-2E319A184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5EA0D31-E50A-491A-A74B-4B2450CA4B0B}" type="slidenum">
              <a:rPr kumimoji="1" lang="ja-JP" altLang="en-US" smtClean="0"/>
              <a:t>‹#›</a:t>
            </a:fld>
            <a:endParaRPr kumimoji="1" lang="ja-JP" altLang="en-US"/>
          </a:p>
        </p:txBody>
      </p:sp>
    </p:spTree>
    <p:extLst>
      <p:ext uri="{BB962C8B-B14F-4D97-AF65-F5344CB8AC3E}">
        <p14:creationId xmlns:p14="http://schemas.microsoft.com/office/powerpoint/2010/main" val="341825191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BB58DF-7B53-45B0-8B36-7EF5195FC933}" type="datetimeFigureOut">
              <a:rPr kumimoji="1" lang="ja-JP" altLang="en-US" smtClean="0"/>
              <a:t>2026/2/15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7FC3B8-8D37-470C-87BA-E1AB128AA9FA}" type="slidenum">
              <a:rPr kumimoji="1" lang="ja-JP" altLang="en-US" smtClean="0"/>
              <a:t>‹#›</a:t>
            </a:fld>
            <a:endParaRPr kumimoji="1" lang="ja-JP" altLang="en-US"/>
          </a:p>
        </p:txBody>
      </p:sp>
    </p:spTree>
    <p:extLst>
      <p:ext uri="{BB962C8B-B14F-4D97-AF65-F5344CB8AC3E}">
        <p14:creationId xmlns:p14="http://schemas.microsoft.com/office/powerpoint/2010/main" val="316175415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b="1"/>
          </a:p>
        </p:txBody>
      </p:sp>
      <p:sp>
        <p:nvSpPr>
          <p:cNvPr id="4" name="スライド番号プレースホルダー 3"/>
          <p:cNvSpPr>
            <a:spLocks noGrp="1"/>
          </p:cNvSpPr>
          <p:nvPr>
            <p:ph type="sldNum" sz="quarter" idx="5"/>
          </p:nvPr>
        </p:nvSpPr>
        <p:spPr/>
        <p:txBody>
          <a:bodyPr/>
          <a:lstStyle/>
          <a:p>
            <a:fld id="{9E7FC3B8-8D37-470C-87BA-E1AB128AA9FA}" type="slidenum">
              <a:rPr kumimoji="1" lang="ja-JP" altLang="en-US" smtClean="0"/>
              <a:t>13</a:t>
            </a:fld>
            <a:endParaRPr kumimoji="1" lang="ja-JP" altLang="en-US"/>
          </a:p>
        </p:txBody>
      </p:sp>
    </p:spTree>
    <p:extLst>
      <p:ext uri="{BB962C8B-B14F-4D97-AF65-F5344CB8AC3E}">
        <p14:creationId xmlns:p14="http://schemas.microsoft.com/office/powerpoint/2010/main" val="30637908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既存はそもそも何をやるかが決まっていないので、やるやらないを決めきるというのが既存テーマ検討群の位置づけ。</a:t>
            </a:r>
            <a:endParaRPr kumimoji="1" lang="en-US" altLang="ja-JP"/>
          </a:p>
          <a:p>
            <a:endParaRPr kumimoji="1" lang="en-US" altLang="ja-JP"/>
          </a:p>
          <a:p>
            <a:r>
              <a:rPr kumimoji="1" lang="ja-JP" altLang="en-US"/>
              <a:t>何をどういう項目をどう検証するの？という会話をするのが</a:t>
            </a:r>
            <a:r>
              <a:rPr kumimoji="1" lang="en-US" altLang="ja-JP"/>
              <a:t>3</a:t>
            </a:r>
            <a:r>
              <a:rPr kumimoji="1" lang="ja-JP" altLang="en-US"/>
              <a:t>月末の位置づけ。</a:t>
            </a:r>
            <a:endParaRPr kumimoji="1" lang="en-US" altLang="ja-JP"/>
          </a:p>
          <a:p>
            <a:endParaRPr kumimoji="1" lang="en-US" altLang="ja-JP"/>
          </a:p>
          <a:p>
            <a:r>
              <a:rPr kumimoji="1" lang="ja-JP" altLang="en-US"/>
              <a:t>新規テーマ探索群で意識していたポイントは事業としての蓋然性は担保されている認識。エンジニアが暇にならないようにするという意図。</a:t>
            </a:r>
            <a:endParaRPr kumimoji="1" lang="en-US" altLang="ja-JP"/>
          </a:p>
          <a:p>
            <a:endParaRPr kumimoji="1" lang="en-US" altLang="ja-JP"/>
          </a:p>
          <a:p>
            <a:r>
              <a:rPr kumimoji="1" lang="ja-JP" altLang="en-US"/>
              <a:t>遅れていることを自認しており、競合の持つ機能を早く開発しておきたい。</a:t>
            </a:r>
            <a:endParaRPr kumimoji="1" lang="en-US" altLang="ja-JP"/>
          </a:p>
          <a:p>
            <a:endParaRPr kumimoji="1" lang="en-US" altLang="ja-JP"/>
          </a:p>
          <a:p>
            <a:r>
              <a:rPr kumimoji="1" lang="ja-JP" altLang="en-US"/>
              <a:t>自分たちが提供したい</a:t>
            </a:r>
            <a:r>
              <a:rPr kumimoji="1" lang="en-US" altLang="ja-JP" err="1"/>
              <a:t>Suica</a:t>
            </a:r>
            <a:r>
              <a:rPr kumimoji="1" lang="ja-JP" altLang="en-US"/>
              <a:t>経済圏の価値を乗せていきたい。</a:t>
            </a:r>
            <a:endParaRPr kumimoji="1" lang="en-US" altLang="ja-JP"/>
          </a:p>
          <a:p>
            <a:endParaRPr kumimoji="1" lang="en-US" altLang="ja-JP"/>
          </a:p>
          <a:p>
            <a:endParaRPr kumimoji="1" lang="ja-JP" altLang="en-US"/>
          </a:p>
        </p:txBody>
      </p:sp>
      <p:sp>
        <p:nvSpPr>
          <p:cNvPr id="4" name="スライド番号プレースホルダー 3"/>
          <p:cNvSpPr>
            <a:spLocks noGrp="1"/>
          </p:cNvSpPr>
          <p:nvPr>
            <p:ph type="sldNum" sz="quarter" idx="5"/>
          </p:nvPr>
        </p:nvSpPr>
        <p:spPr/>
        <p:txBody>
          <a:bodyPr/>
          <a:lstStyle/>
          <a:p>
            <a:fld id="{9E7FC3B8-8D37-470C-87BA-E1AB128AA9FA}" type="slidenum">
              <a:rPr kumimoji="1" lang="ja-JP" altLang="en-US" smtClean="0"/>
              <a:t>18</a:t>
            </a:fld>
            <a:endParaRPr kumimoji="1" lang="ja-JP" altLang="en-US"/>
          </a:p>
        </p:txBody>
      </p:sp>
    </p:spTree>
    <p:extLst>
      <p:ext uri="{BB962C8B-B14F-4D97-AF65-F5344CB8AC3E}">
        <p14:creationId xmlns:p14="http://schemas.microsoft.com/office/powerpoint/2010/main" val="18226718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b="1"/>
          </a:p>
        </p:txBody>
      </p:sp>
      <p:sp>
        <p:nvSpPr>
          <p:cNvPr id="4" name="スライド番号プレースホルダー 3"/>
          <p:cNvSpPr>
            <a:spLocks noGrp="1"/>
          </p:cNvSpPr>
          <p:nvPr>
            <p:ph type="sldNum" sz="quarter" idx="5"/>
          </p:nvPr>
        </p:nvSpPr>
        <p:spPr/>
        <p:txBody>
          <a:bodyPr/>
          <a:lstStyle/>
          <a:p>
            <a:fld id="{9E7FC3B8-8D37-470C-87BA-E1AB128AA9FA}" type="slidenum">
              <a:rPr kumimoji="1" lang="ja-JP" altLang="en-US" smtClean="0"/>
              <a:t>19</a:t>
            </a:fld>
            <a:endParaRPr kumimoji="1" lang="ja-JP" altLang="en-US"/>
          </a:p>
        </p:txBody>
      </p:sp>
    </p:spTree>
    <p:extLst>
      <p:ext uri="{BB962C8B-B14F-4D97-AF65-F5344CB8AC3E}">
        <p14:creationId xmlns:p14="http://schemas.microsoft.com/office/powerpoint/2010/main" val="30637908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表紙">
    <p:spTree>
      <p:nvGrpSpPr>
        <p:cNvPr id="1" name=""/>
        <p:cNvGrpSpPr/>
        <p:nvPr/>
      </p:nvGrpSpPr>
      <p:grpSpPr>
        <a:xfrm>
          <a:off x="0" y="0"/>
          <a:ext cx="0" cy="0"/>
          <a:chOff x="0" y="0"/>
          <a:chExt cx="0" cy="0"/>
        </a:xfrm>
      </p:grpSpPr>
      <p:grpSp>
        <p:nvGrpSpPr>
          <p:cNvPr id="35" name="グループ化 34">
            <a:extLst>
              <a:ext uri="{FF2B5EF4-FFF2-40B4-BE49-F238E27FC236}">
                <a16:creationId xmlns:a16="http://schemas.microsoft.com/office/drawing/2014/main" id="{A68C0D3C-54F1-97A6-06D9-423D11FD36E6}"/>
              </a:ext>
            </a:extLst>
          </p:cNvPr>
          <p:cNvGrpSpPr/>
          <p:nvPr userDrawn="1"/>
        </p:nvGrpSpPr>
        <p:grpSpPr>
          <a:xfrm>
            <a:off x="426808" y="6117136"/>
            <a:ext cx="3628259" cy="375416"/>
            <a:chOff x="2818220" y="3047114"/>
            <a:chExt cx="9011250" cy="932393"/>
          </a:xfrm>
        </p:grpSpPr>
        <p:sp>
          <p:nvSpPr>
            <p:cNvPr id="36" name="Freeform 64">
              <a:extLst>
                <a:ext uri="{FF2B5EF4-FFF2-40B4-BE49-F238E27FC236}">
                  <a16:creationId xmlns:a16="http://schemas.microsoft.com/office/drawing/2014/main" id="{077EAEC4-9601-117F-756B-631B9999801D}"/>
                </a:ext>
              </a:extLst>
            </p:cNvPr>
            <p:cNvSpPr>
              <a:spLocks/>
            </p:cNvSpPr>
            <p:nvPr/>
          </p:nvSpPr>
          <p:spPr bwMode="auto">
            <a:xfrm>
              <a:off x="2818220" y="3047114"/>
              <a:ext cx="1720798" cy="932393"/>
            </a:xfrm>
            <a:custGeom>
              <a:avLst/>
              <a:gdLst>
                <a:gd name="T0" fmla="*/ 4366 w 4876"/>
                <a:gd name="T1" fmla="*/ 1646 h 2642"/>
                <a:gd name="T2" fmla="*/ 4456 w 4876"/>
                <a:gd name="T3" fmla="*/ 1624 h 2642"/>
                <a:gd name="T4" fmla="*/ 4542 w 4876"/>
                <a:gd name="T5" fmla="*/ 1572 h 2642"/>
                <a:gd name="T6" fmla="*/ 4626 w 4876"/>
                <a:gd name="T7" fmla="*/ 1496 h 2642"/>
                <a:gd name="T8" fmla="*/ 4702 w 4876"/>
                <a:gd name="T9" fmla="*/ 1394 h 2642"/>
                <a:gd name="T10" fmla="*/ 4766 w 4876"/>
                <a:gd name="T11" fmla="*/ 1270 h 2642"/>
                <a:gd name="T12" fmla="*/ 4814 w 4876"/>
                <a:gd name="T13" fmla="*/ 1126 h 2642"/>
                <a:gd name="T14" fmla="*/ 4842 w 4876"/>
                <a:gd name="T15" fmla="*/ 964 h 2642"/>
                <a:gd name="T16" fmla="*/ 4848 w 4876"/>
                <a:gd name="T17" fmla="*/ 832 h 2642"/>
                <a:gd name="T18" fmla="*/ 4838 w 4876"/>
                <a:gd name="T19" fmla="*/ 676 h 2642"/>
                <a:gd name="T20" fmla="*/ 4806 w 4876"/>
                <a:gd name="T21" fmla="*/ 526 h 2642"/>
                <a:gd name="T22" fmla="*/ 4756 w 4876"/>
                <a:gd name="T23" fmla="*/ 386 h 2642"/>
                <a:gd name="T24" fmla="*/ 4688 w 4876"/>
                <a:gd name="T25" fmla="*/ 260 h 2642"/>
                <a:gd name="T26" fmla="*/ 4604 w 4876"/>
                <a:gd name="T27" fmla="*/ 152 h 2642"/>
                <a:gd name="T28" fmla="*/ 4502 w 4876"/>
                <a:gd name="T29" fmla="*/ 72 h 2642"/>
                <a:gd name="T30" fmla="*/ 4388 w 4876"/>
                <a:gd name="T31" fmla="*/ 18 h 2642"/>
                <a:gd name="T32" fmla="*/ 4262 w 4876"/>
                <a:gd name="T33" fmla="*/ 0 h 2642"/>
                <a:gd name="T34" fmla="*/ 1876 w 4876"/>
                <a:gd name="T35" fmla="*/ 1828 h 2642"/>
                <a:gd name="T36" fmla="*/ 1810 w 4876"/>
                <a:gd name="T37" fmla="*/ 1934 h 2642"/>
                <a:gd name="T38" fmla="*/ 1672 w 4876"/>
                <a:gd name="T39" fmla="*/ 2010 h 2642"/>
                <a:gd name="T40" fmla="*/ 1458 w 4876"/>
                <a:gd name="T41" fmla="*/ 2056 h 2642"/>
                <a:gd name="T42" fmla="*/ 1248 w 4876"/>
                <a:gd name="T43" fmla="*/ 2066 h 2642"/>
                <a:gd name="T44" fmla="*/ 978 w 4876"/>
                <a:gd name="T45" fmla="*/ 2048 h 2642"/>
                <a:gd name="T46" fmla="*/ 784 w 4876"/>
                <a:gd name="T47" fmla="*/ 1994 h 2642"/>
                <a:gd name="T48" fmla="*/ 664 w 4876"/>
                <a:gd name="T49" fmla="*/ 1910 h 2642"/>
                <a:gd name="T50" fmla="*/ 616 w 4876"/>
                <a:gd name="T51" fmla="*/ 1798 h 2642"/>
                <a:gd name="T52" fmla="*/ 0 w 4876"/>
                <a:gd name="T53" fmla="*/ 1960 h 2642"/>
                <a:gd name="T54" fmla="*/ 26 w 4876"/>
                <a:gd name="T55" fmla="*/ 2094 h 2642"/>
                <a:gd name="T56" fmla="*/ 78 w 4876"/>
                <a:gd name="T57" fmla="*/ 2202 h 2642"/>
                <a:gd name="T58" fmla="*/ 166 w 4876"/>
                <a:gd name="T59" fmla="*/ 2316 h 2642"/>
                <a:gd name="T60" fmla="*/ 300 w 4876"/>
                <a:gd name="T61" fmla="*/ 2426 h 2642"/>
                <a:gd name="T62" fmla="*/ 488 w 4876"/>
                <a:gd name="T63" fmla="*/ 2522 h 2642"/>
                <a:gd name="T64" fmla="*/ 738 w 4876"/>
                <a:gd name="T65" fmla="*/ 2594 h 2642"/>
                <a:gd name="T66" fmla="*/ 1058 w 4876"/>
                <a:gd name="T67" fmla="*/ 2636 h 2642"/>
                <a:gd name="T68" fmla="*/ 1346 w 4876"/>
                <a:gd name="T69" fmla="*/ 2640 h 2642"/>
                <a:gd name="T70" fmla="*/ 1686 w 4876"/>
                <a:gd name="T71" fmla="*/ 2608 h 2642"/>
                <a:gd name="T72" fmla="*/ 1952 w 4876"/>
                <a:gd name="T73" fmla="*/ 2542 h 2642"/>
                <a:gd name="T74" fmla="*/ 2156 w 4876"/>
                <a:gd name="T75" fmla="*/ 2452 h 2642"/>
                <a:gd name="T76" fmla="*/ 2302 w 4876"/>
                <a:gd name="T77" fmla="*/ 2344 h 2642"/>
                <a:gd name="T78" fmla="*/ 2402 w 4876"/>
                <a:gd name="T79" fmla="*/ 2230 h 2642"/>
                <a:gd name="T80" fmla="*/ 2462 w 4876"/>
                <a:gd name="T81" fmla="*/ 2120 h 2642"/>
                <a:gd name="T82" fmla="*/ 2494 w 4876"/>
                <a:gd name="T83" fmla="*/ 1998 h 2642"/>
                <a:gd name="T84" fmla="*/ 4020 w 4876"/>
                <a:gd name="T85" fmla="*/ 584 h 2642"/>
                <a:gd name="T86" fmla="*/ 4090 w 4876"/>
                <a:gd name="T87" fmla="*/ 596 h 2642"/>
                <a:gd name="T88" fmla="*/ 4156 w 4876"/>
                <a:gd name="T89" fmla="*/ 634 h 2642"/>
                <a:gd name="T90" fmla="*/ 4204 w 4876"/>
                <a:gd name="T91" fmla="*/ 712 h 2642"/>
                <a:gd name="T92" fmla="*/ 4222 w 4876"/>
                <a:gd name="T93" fmla="*/ 832 h 2642"/>
                <a:gd name="T94" fmla="*/ 4212 w 4876"/>
                <a:gd name="T95" fmla="*/ 934 h 2642"/>
                <a:gd name="T96" fmla="*/ 4170 w 4876"/>
                <a:gd name="T97" fmla="*/ 1022 h 2642"/>
                <a:gd name="T98" fmla="*/ 4108 w 4876"/>
                <a:gd name="T99" fmla="*/ 1066 h 2642"/>
                <a:gd name="T100" fmla="*/ 4020 w 4876"/>
                <a:gd name="T101" fmla="*/ 1080 h 2642"/>
                <a:gd name="T102" fmla="*/ 4048 w 4876"/>
                <a:gd name="T103" fmla="*/ 1648 h 2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876" h="2642">
                  <a:moveTo>
                    <a:pt x="4048" y="1648"/>
                  </a:moveTo>
                  <a:lnTo>
                    <a:pt x="4344" y="1648"/>
                  </a:lnTo>
                  <a:lnTo>
                    <a:pt x="4344" y="1648"/>
                  </a:lnTo>
                  <a:lnTo>
                    <a:pt x="4366" y="1646"/>
                  </a:lnTo>
                  <a:lnTo>
                    <a:pt x="4388" y="1644"/>
                  </a:lnTo>
                  <a:lnTo>
                    <a:pt x="4410" y="1640"/>
                  </a:lnTo>
                  <a:lnTo>
                    <a:pt x="4432" y="1632"/>
                  </a:lnTo>
                  <a:lnTo>
                    <a:pt x="4456" y="1624"/>
                  </a:lnTo>
                  <a:lnTo>
                    <a:pt x="4478" y="1614"/>
                  </a:lnTo>
                  <a:lnTo>
                    <a:pt x="4500" y="1602"/>
                  </a:lnTo>
                  <a:lnTo>
                    <a:pt x="4522" y="1588"/>
                  </a:lnTo>
                  <a:lnTo>
                    <a:pt x="4542" y="1572"/>
                  </a:lnTo>
                  <a:lnTo>
                    <a:pt x="4564" y="1556"/>
                  </a:lnTo>
                  <a:lnTo>
                    <a:pt x="4586" y="1538"/>
                  </a:lnTo>
                  <a:lnTo>
                    <a:pt x="4606" y="1518"/>
                  </a:lnTo>
                  <a:lnTo>
                    <a:pt x="4626" y="1496"/>
                  </a:lnTo>
                  <a:lnTo>
                    <a:pt x="4646" y="1472"/>
                  </a:lnTo>
                  <a:lnTo>
                    <a:pt x="4666" y="1448"/>
                  </a:lnTo>
                  <a:lnTo>
                    <a:pt x="4684" y="1422"/>
                  </a:lnTo>
                  <a:lnTo>
                    <a:pt x="4702" y="1394"/>
                  </a:lnTo>
                  <a:lnTo>
                    <a:pt x="4718" y="1364"/>
                  </a:lnTo>
                  <a:lnTo>
                    <a:pt x="4734" y="1334"/>
                  </a:lnTo>
                  <a:lnTo>
                    <a:pt x="4750" y="1302"/>
                  </a:lnTo>
                  <a:lnTo>
                    <a:pt x="4766" y="1270"/>
                  </a:lnTo>
                  <a:lnTo>
                    <a:pt x="4778" y="1236"/>
                  </a:lnTo>
                  <a:lnTo>
                    <a:pt x="4792" y="1200"/>
                  </a:lnTo>
                  <a:lnTo>
                    <a:pt x="4802" y="1164"/>
                  </a:lnTo>
                  <a:lnTo>
                    <a:pt x="4814" y="1126"/>
                  </a:lnTo>
                  <a:lnTo>
                    <a:pt x="4822" y="1086"/>
                  </a:lnTo>
                  <a:lnTo>
                    <a:pt x="4830" y="1046"/>
                  </a:lnTo>
                  <a:lnTo>
                    <a:pt x="4836" y="1006"/>
                  </a:lnTo>
                  <a:lnTo>
                    <a:pt x="4842" y="964"/>
                  </a:lnTo>
                  <a:lnTo>
                    <a:pt x="4846" y="920"/>
                  </a:lnTo>
                  <a:lnTo>
                    <a:pt x="4848" y="876"/>
                  </a:lnTo>
                  <a:lnTo>
                    <a:pt x="4848" y="832"/>
                  </a:lnTo>
                  <a:lnTo>
                    <a:pt x="4848" y="832"/>
                  </a:lnTo>
                  <a:lnTo>
                    <a:pt x="4848" y="792"/>
                  </a:lnTo>
                  <a:lnTo>
                    <a:pt x="4846" y="754"/>
                  </a:lnTo>
                  <a:lnTo>
                    <a:pt x="4842" y="714"/>
                  </a:lnTo>
                  <a:lnTo>
                    <a:pt x="4838" y="676"/>
                  </a:lnTo>
                  <a:lnTo>
                    <a:pt x="4832" y="638"/>
                  </a:lnTo>
                  <a:lnTo>
                    <a:pt x="4826" y="600"/>
                  </a:lnTo>
                  <a:lnTo>
                    <a:pt x="4816" y="562"/>
                  </a:lnTo>
                  <a:lnTo>
                    <a:pt x="4806" y="526"/>
                  </a:lnTo>
                  <a:lnTo>
                    <a:pt x="4796" y="490"/>
                  </a:lnTo>
                  <a:lnTo>
                    <a:pt x="4784" y="454"/>
                  </a:lnTo>
                  <a:lnTo>
                    <a:pt x="4770" y="420"/>
                  </a:lnTo>
                  <a:lnTo>
                    <a:pt x="4756" y="386"/>
                  </a:lnTo>
                  <a:lnTo>
                    <a:pt x="4740" y="352"/>
                  </a:lnTo>
                  <a:lnTo>
                    <a:pt x="4724" y="320"/>
                  </a:lnTo>
                  <a:lnTo>
                    <a:pt x="4706" y="290"/>
                  </a:lnTo>
                  <a:lnTo>
                    <a:pt x="4688" y="260"/>
                  </a:lnTo>
                  <a:lnTo>
                    <a:pt x="4668" y="230"/>
                  </a:lnTo>
                  <a:lnTo>
                    <a:pt x="4648" y="204"/>
                  </a:lnTo>
                  <a:lnTo>
                    <a:pt x="4626" y="178"/>
                  </a:lnTo>
                  <a:lnTo>
                    <a:pt x="4604" y="152"/>
                  </a:lnTo>
                  <a:lnTo>
                    <a:pt x="4580" y="130"/>
                  </a:lnTo>
                  <a:lnTo>
                    <a:pt x="4554" y="108"/>
                  </a:lnTo>
                  <a:lnTo>
                    <a:pt x="4530" y="88"/>
                  </a:lnTo>
                  <a:lnTo>
                    <a:pt x="4502" y="72"/>
                  </a:lnTo>
                  <a:lnTo>
                    <a:pt x="4476" y="54"/>
                  </a:lnTo>
                  <a:lnTo>
                    <a:pt x="4448" y="40"/>
                  </a:lnTo>
                  <a:lnTo>
                    <a:pt x="4418" y="28"/>
                  </a:lnTo>
                  <a:lnTo>
                    <a:pt x="4388" y="18"/>
                  </a:lnTo>
                  <a:lnTo>
                    <a:pt x="4358" y="10"/>
                  </a:lnTo>
                  <a:lnTo>
                    <a:pt x="4326" y="4"/>
                  </a:lnTo>
                  <a:lnTo>
                    <a:pt x="4294" y="0"/>
                  </a:lnTo>
                  <a:lnTo>
                    <a:pt x="4262" y="0"/>
                  </a:lnTo>
                  <a:lnTo>
                    <a:pt x="1882" y="0"/>
                  </a:lnTo>
                  <a:lnTo>
                    <a:pt x="1882" y="1798"/>
                  </a:lnTo>
                  <a:lnTo>
                    <a:pt x="1882" y="1798"/>
                  </a:lnTo>
                  <a:lnTo>
                    <a:pt x="1876" y="1828"/>
                  </a:lnTo>
                  <a:lnTo>
                    <a:pt x="1866" y="1856"/>
                  </a:lnTo>
                  <a:lnTo>
                    <a:pt x="1852" y="1884"/>
                  </a:lnTo>
                  <a:lnTo>
                    <a:pt x="1832" y="1910"/>
                  </a:lnTo>
                  <a:lnTo>
                    <a:pt x="1810" y="1934"/>
                  </a:lnTo>
                  <a:lnTo>
                    <a:pt x="1782" y="1956"/>
                  </a:lnTo>
                  <a:lnTo>
                    <a:pt x="1750" y="1976"/>
                  </a:lnTo>
                  <a:lnTo>
                    <a:pt x="1712" y="1994"/>
                  </a:lnTo>
                  <a:lnTo>
                    <a:pt x="1672" y="2010"/>
                  </a:lnTo>
                  <a:lnTo>
                    <a:pt x="1626" y="2026"/>
                  </a:lnTo>
                  <a:lnTo>
                    <a:pt x="1574" y="2038"/>
                  </a:lnTo>
                  <a:lnTo>
                    <a:pt x="1518" y="2048"/>
                  </a:lnTo>
                  <a:lnTo>
                    <a:pt x="1458" y="2056"/>
                  </a:lnTo>
                  <a:lnTo>
                    <a:pt x="1394" y="2062"/>
                  </a:lnTo>
                  <a:lnTo>
                    <a:pt x="1324" y="2066"/>
                  </a:lnTo>
                  <a:lnTo>
                    <a:pt x="1248" y="2066"/>
                  </a:lnTo>
                  <a:lnTo>
                    <a:pt x="1248" y="2066"/>
                  </a:lnTo>
                  <a:lnTo>
                    <a:pt x="1174" y="2066"/>
                  </a:lnTo>
                  <a:lnTo>
                    <a:pt x="1104" y="2062"/>
                  </a:lnTo>
                  <a:lnTo>
                    <a:pt x="1038" y="2056"/>
                  </a:lnTo>
                  <a:lnTo>
                    <a:pt x="978" y="2048"/>
                  </a:lnTo>
                  <a:lnTo>
                    <a:pt x="922" y="2038"/>
                  </a:lnTo>
                  <a:lnTo>
                    <a:pt x="872" y="2026"/>
                  </a:lnTo>
                  <a:lnTo>
                    <a:pt x="826" y="2010"/>
                  </a:lnTo>
                  <a:lnTo>
                    <a:pt x="784" y="1994"/>
                  </a:lnTo>
                  <a:lnTo>
                    <a:pt x="748" y="1976"/>
                  </a:lnTo>
                  <a:lnTo>
                    <a:pt x="716" y="1956"/>
                  </a:lnTo>
                  <a:lnTo>
                    <a:pt x="688" y="1934"/>
                  </a:lnTo>
                  <a:lnTo>
                    <a:pt x="664" y="1910"/>
                  </a:lnTo>
                  <a:lnTo>
                    <a:pt x="646" y="1884"/>
                  </a:lnTo>
                  <a:lnTo>
                    <a:pt x="632" y="1856"/>
                  </a:lnTo>
                  <a:lnTo>
                    <a:pt x="622" y="1828"/>
                  </a:lnTo>
                  <a:lnTo>
                    <a:pt x="616" y="1798"/>
                  </a:lnTo>
                  <a:lnTo>
                    <a:pt x="616" y="1080"/>
                  </a:lnTo>
                  <a:lnTo>
                    <a:pt x="0" y="1080"/>
                  </a:lnTo>
                  <a:lnTo>
                    <a:pt x="0" y="1960"/>
                  </a:lnTo>
                  <a:lnTo>
                    <a:pt x="0" y="1960"/>
                  </a:lnTo>
                  <a:lnTo>
                    <a:pt x="4" y="1998"/>
                  </a:lnTo>
                  <a:lnTo>
                    <a:pt x="12" y="2044"/>
                  </a:lnTo>
                  <a:lnTo>
                    <a:pt x="18" y="2068"/>
                  </a:lnTo>
                  <a:lnTo>
                    <a:pt x="26" y="2094"/>
                  </a:lnTo>
                  <a:lnTo>
                    <a:pt x="36" y="2120"/>
                  </a:lnTo>
                  <a:lnTo>
                    <a:pt x="48" y="2146"/>
                  </a:lnTo>
                  <a:lnTo>
                    <a:pt x="62" y="2174"/>
                  </a:lnTo>
                  <a:lnTo>
                    <a:pt x="78" y="2202"/>
                  </a:lnTo>
                  <a:lnTo>
                    <a:pt x="96" y="2230"/>
                  </a:lnTo>
                  <a:lnTo>
                    <a:pt x="116" y="2258"/>
                  </a:lnTo>
                  <a:lnTo>
                    <a:pt x="140" y="2288"/>
                  </a:lnTo>
                  <a:lnTo>
                    <a:pt x="166" y="2316"/>
                  </a:lnTo>
                  <a:lnTo>
                    <a:pt x="194" y="2344"/>
                  </a:lnTo>
                  <a:lnTo>
                    <a:pt x="226" y="2372"/>
                  </a:lnTo>
                  <a:lnTo>
                    <a:pt x="262" y="2400"/>
                  </a:lnTo>
                  <a:lnTo>
                    <a:pt x="300" y="2426"/>
                  </a:lnTo>
                  <a:lnTo>
                    <a:pt x="342" y="2452"/>
                  </a:lnTo>
                  <a:lnTo>
                    <a:pt x="386" y="2476"/>
                  </a:lnTo>
                  <a:lnTo>
                    <a:pt x="436" y="2500"/>
                  </a:lnTo>
                  <a:lnTo>
                    <a:pt x="488" y="2522"/>
                  </a:lnTo>
                  <a:lnTo>
                    <a:pt x="544" y="2542"/>
                  </a:lnTo>
                  <a:lnTo>
                    <a:pt x="604" y="2562"/>
                  </a:lnTo>
                  <a:lnTo>
                    <a:pt x="670" y="2580"/>
                  </a:lnTo>
                  <a:lnTo>
                    <a:pt x="738" y="2594"/>
                  </a:lnTo>
                  <a:lnTo>
                    <a:pt x="812" y="2608"/>
                  </a:lnTo>
                  <a:lnTo>
                    <a:pt x="890" y="2620"/>
                  </a:lnTo>
                  <a:lnTo>
                    <a:pt x="972" y="2630"/>
                  </a:lnTo>
                  <a:lnTo>
                    <a:pt x="1058" y="2636"/>
                  </a:lnTo>
                  <a:lnTo>
                    <a:pt x="1152" y="2640"/>
                  </a:lnTo>
                  <a:lnTo>
                    <a:pt x="1248" y="2642"/>
                  </a:lnTo>
                  <a:lnTo>
                    <a:pt x="1248" y="2642"/>
                  </a:lnTo>
                  <a:lnTo>
                    <a:pt x="1346" y="2640"/>
                  </a:lnTo>
                  <a:lnTo>
                    <a:pt x="1438" y="2636"/>
                  </a:lnTo>
                  <a:lnTo>
                    <a:pt x="1526" y="2630"/>
                  </a:lnTo>
                  <a:lnTo>
                    <a:pt x="1608" y="2620"/>
                  </a:lnTo>
                  <a:lnTo>
                    <a:pt x="1686" y="2608"/>
                  </a:lnTo>
                  <a:lnTo>
                    <a:pt x="1760" y="2594"/>
                  </a:lnTo>
                  <a:lnTo>
                    <a:pt x="1828" y="2580"/>
                  </a:lnTo>
                  <a:lnTo>
                    <a:pt x="1892" y="2562"/>
                  </a:lnTo>
                  <a:lnTo>
                    <a:pt x="1952" y="2542"/>
                  </a:lnTo>
                  <a:lnTo>
                    <a:pt x="2010" y="2522"/>
                  </a:lnTo>
                  <a:lnTo>
                    <a:pt x="2062" y="2500"/>
                  </a:lnTo>
                  <a:lnTo>
                    <a:pt x="2110" y="2476"/>
                  </a:lnTo>
                  <a:lnTo>
                    <a:pt x="2156" y="2452"/>
                  </a:lnTo>
                  <a:lnTo>
                    <a:pt x="2198" y="2426"/>
                  </a:lnTo>
                  <a:lnTo>
                    <a:pt x="2236" y="2400"/>
                  </a:lnTo>
                  <a:lnTo>
                    <a:pt x="2270" y="2372"/>
                  </a:lnTo>
                  <a:lnTo>
                    <a:pt x="2302" y="2344"/>
                  </a:lnTo>
                  <a:lnTo>
                    <a:pt x="2332" y="2316"/>
                  </a:lnTo>
                  <a:lnTo>
                    <a:pt x="2358" y="2288"/>
                  </a:lnTo>
                  <a:lnTo>
                    <a:pt x="2380" y="2258"/>
                  </a:lnTo>
                  <a:lnTo>
                    <a:pt x="2402" y="2230"/>
                  </a:lnTo>
                  <a:lnTo>
                    <a:pt x="2420" y="2202"/>
                  </a:lnTo>
                  <a:lnTo>
                    <a:pt x="2436" y="2174"/>
                  </a:lnTo>
                  <a:lnTo>
                    <a:pt x="2450" y="2146"/>
                  </a:lnTo>
                  <a:lnTo>
                    <a:pt x="2462" y="2120"/>
                  </a:lnTo>
                  <a:lnTo>
                    <a:pt x="2472" y="2094"/>
                  </a:lnTo>
                  <a:lnTo>
                    <a:pt x="2480" y="2068"/>
                  </a:lnTo>
                  <a:lnTo>
                    <a:pt x="2486" y="2044"/>
                  </a:lnTo>
                  <a:lnTo>
                    <a:pt x="2494" y="1998"/>
                  </a:lnTo>
                  <a:lnTo>
                    <a:pt x="2498" y="1960"/>
                  </a:lnTo>
                  <a:lnTo>
                    <a:pt x="2498" y="584"/>
                  </a:lnTo>
                  <a:lnTo>
                    <a:pt x="4020" y="584"/>
                  </a:lnTo>
                  <a:lnTo>
                    <a:pt x="4020" y="584"/>
                  </a:lnTo>
                  <a:lnTo>
                    <a:pt x="4038" y="584"/>
                  </a:lnTo>
                  <a:lnTo>
                    <a:pt x="4056" y="586"/>
                  </a:lnTo>
                  <a:lnTo>
                    <a:pt x="4074" y="590"/>
                  </a:lnTo>
                  <a:lnTo>
                    <a:pt x="4090" y="596"/>
                  </a:lnTo>
                  <a:lnTo>
                    <a:pt x="4108" y="602"/>
                  </a:lnTo>
                  <a:lnTo>
                    <a:pt x="4124" y="612"/>
                  </a:lnTo>
                  <a:lnTo>
                    <a:pt x="4140" y="622"/>
                  </a:lnTo>
                  <a:lnTo>
                    <a:pt x="4156" y="634"/>
                  </a:lnTo>
                  <a:lnTo>
                    <a:pt x="4170" y="650"/>
                  </a:lnTo>
                  <a:lnTo>
                    <a:pt x="4182" y="668"/>
                  </a:lnTo>
                  <a:lnTo>
                    <a:pt x="4194" y="688"/>
                  </a:lnTo>
                  <a:lnTo>
                    <a:pt x="4204" y="712"/>
                  </a:lnTo>
                  <a:lnTo>
                    <a:pt x="4212" y="736"/>
                  </a:lnTo>
                  <a:lnTo>
                    <a:pt x="4218" y="766"/>
                  </a:lnTo>
                  <a:lnTo>
                    <a:pt x="4222" y="796"/>
                  </a:lnTo>
                  <a:lnTo>
                    <a:pt x="4222" y="832"/>
                  </a:lnTo>
                  <a:lnTo>
                    <a:pt x="4222" y="832"/>
                  </a:lnTo>
                  <a:lnTo>
                    <a:pt x="4222" y="870"/>
                  </a:lnTo>
                  <a:lnTo>
                    <a:pt x="4218" y="904"/>
                  </a:lnTo>
                  <a:lnTo>
                    <a:pt x="4212" y="934"/>
                  </a:lnTo>
                  <a:lnTo>
                    <a:pt x="4204" y="960"/>
                  </a:lnTo>
                  <a:lnTo>
                    <a:pt x="4194" y="984"/>
                  </a:lnTo>
                  <a:lnTo>
                    <a:pt x="4182" y="1004"/>
                  </a:lnTo>
                  <a:lnTo>
                    <a:pt x="4170" y="1022"/>
                  </a:lnTo>
                  <a:lnTo>
                    <a:pt x="4156" y="1036"/>
                  </a:lnTo>
                  <a:lnTo>
                    <a:pt x="4140" y="1048"/>
                  </a:lnTo>
                  <a:lnTo>
                    <a:pt x="4124" y="1058"/>
                  </a:lnTo>
                  <a:lnTo>
                    <a:pt x="4108" y="1066"/>
                  </a:lnTo>
                  <a:lnTo>
                    <a:pt x="4090" y="1070"/>
                  </a:lnTo>
                  <a:lnTo>
                    <a:pt x="4074" y="1074"/>
                  </a:lnTo>
                  <a:lnTo>
                    <a:pt x="4056" y="1078"/>
                  </a:lnTo>
                  <a:lnTo>
                    <a:pt x="4020" y="1080"/>
                  </a:lnTo>
                  <a:lnTo>
                    <a:pt x="2840" y="1080"/>
                  </a:lnTo>
                  <a:lnTo>
                    <a:pt x="4048" y="2612"/>
                  </a:lnTo>
                  <a:lnTo>
                    <a:pt x="4876" y="2612"/>
                  </a:lnTo>
                  <a:lnTo>
                    <a:pt x="4048" y="1648"/>
                  </a:lnTo>
                  <a:close/>
                </a:path>
              </a:pathLst>
            </a:custGeom>
            <a:solidFill>
              <a:srgbClr val="37864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grpSp>
          <p:nvGrpSpPr>
            <p:cNvPr id="37" name="グループ化 36">
              <a:extLst>
                <a:ext uri="{FF2B5EF4-FFF2-40B4-BE49-F238E27FC236}">
                  <a16:creationId xmlns:a16="http://schemas.microsoft.com/office/drawing/2014/main" id="{2227E6DE-DEF7-6EDF-FC8E-4545FF6D1C1F}"/>
                </a:ext>
              </a:extLst>
            </p:cNvPr>
            <p:cNvGrpSpPr/>
            <p:nvPr/>
          </p:nvGrpSpPr>
          <p:grpSpPr>
            <a:xfrm>
              <a:off x="4826994" y="3214748"/>
              <a:ext cx="7002476" cy="596421"/>
              <a:chOff x="-7267575" y="2419350"/>
              <a:chExt cx="31499175" cy="2682875"/>
            </a:xfrm>
            <a:solidFill>
              <a:schemeClr val="tx1"/>
            </a:solidFill>
          </p:grpSpPr>
          <p:sp>
            <p:nvSpPr>
              <p:cNvPr id="38" name="Freeform 65">
                <a:extLst>
                  <a:ext uri="{FF2B5EF4-FFF2-40B4-BE49-F238E27FC236}">
                    <a16:creationId xmlns:a16="http://schemas.microsoft.com/office/drawing/2014/main" id="{B1BE188F-166E-3D51-DB78-F2B96DAA9342}"/>
                  </a:ext>
                </a:extLst>
              </p:cNvPr>
              <p:cNvSpPr>
                <a:spLocks noEditPoints="1"/>
              </p:cNvSpPr>
              <p:nvPr/>
            </p:nvSpPr>
            <p:spPr bwMode="auto">
              <a:xfrm>
                <a:off x="-4238625" y="2609850"/>
                <a:ext cx="2263775" cy="2393950"/>
              </a:xfrm>
              <a:custGeom>
                <a:avLst/>
                <a:gdLst>
                  <a:gd name="T0" fmla="*/ 0 w 1426"/>
                  <a:gd name="T1" fmla="*/ 0 h 1508"/>
                  <a:gd name="T2" fmla="*/ 0 w 1426"/>
                  <a:gd name="T3" fmla="*/ 1508 h 1508"/>
                  <a:gd name="T4" fmla="*/ 1426 w 1426"/>
                  <a:gd name="T5" fmla="*/ 1508 h 1508"/>
                  <a:gd name="T6" fmla="*/ 1426 w 1426"/>
                  <a:gd name="T7" fmla="*/ 0 h 1508"/>
                  <a:gd name="T8" fmla="*/ 0 w 1426"/>
                  <a:gd name="T9" fmla="*/ 0 h 1508"/>
                  <a:gd name="T10" fmla="*/ 1228 w 1426"/>
                  <a:gd name="T11" fmla="*/ 1348 h 1508"/>
                  <a:gd name="T12" fmla="*/ 198 w 1426"/>
                  <a:gd name="T13" fmla="*/ 1348 h 1508"/>
                  <a:gd name="T14" fmla="*/ 198 w 1426"/>
                  <a:gd name="T15" fmla="*/ 814 h 1508"/>
                  <a:gd name="T16" fmla="*/ 1228 w 1426"/>
                  <a:gd name="T17" fmla="*/ 814 h 1508"/>
                  <a:gd name="T18" fmla="*/ 1228 w 1426"/>
                  <a:gd name="T19" fmla="*/ 1348 h 1508"/>
                  <a:gd name="T20" fmla="*/ 1228 w 1426"/>
                  <a:gd name="T21" fmla="*/ 654 h 1508"/>
                  <a:gd name="T22" fmla="*/ 198 w 1426"/>
                  <a:gd name="T23" fmla="*/ 654 h 1508"/>
                  <a:gd name="T24" fmla="*/ 198 w 1426"/>
                  <a:gd name="T25" fmla="*/ 160 h 1508"/>
                  <a:gd name="T26" fmla="*/ 1228 w 1426"/>
                  <a:gd name="T27" fmla="*/ 160 h 1508"/>
                  <a:gd name="T28" fmla="*/ 1228 w 1426"/>
                  <a:gd name="T29" fmla="*/ 654 h 1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26" h="1508">
                    <a:moveTo>
                      <a:pt x="0" y="0"/>
                    </a:moveTo>
                    <a:lnTo>
                      <a:pt x="0" y="1508"/>
                    </a:lnTo>
                    <a:lnTo>
                      <a:pt x="1426" y="1508"/>
                    </a:lnTo>
                    <a:lnTo>
                      <a:pt x="1426" y="0"/>
                    </a:lnTo>
                    <a:lnTo>
                      <a:pt x="0" y="0"/>
                    </a:lnTo>
                    <a:close/>
                    <a:moveTo>
                      <a:pt x="1228" y="1348"/>
                    </a:moveTo>
                    <a:lnTo>
                      <a:pt x="198" y="1348"/>
                    </a:lnTo>
                    <a:lnTo>
                      <a:pt x="198" y="814"/>
                    </a:lnTo>
                    <a:lnTo>
                      <a:pt x="1228" y="814"/>
                    </a:lnTo>
                    <a:lnTo>
                      <a:pt x="1228" y="1348"/>
                    </a:lnTo>
                    <a:close/>
                    <a:moveTo>
                      <a:pt x="1228" y="654"/>
                    </a:moveTo>
                    <a:lnTo>
                      <a:pt x="198" y="654"/>
                    </a:lnTo>
                    <a:lnTo>
                      <a:pt x="198" y="160"/>
                    </a:lnTo>
                    <a:lnTo>
                      <a:pt x="1228" y="160"/>
                    </a:lnTo>
                    <a:lnTo>
                      <a:pt x="1228" y="6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39" name="Freeform 66">
                <a:extLst>
                  <a:ext uri="{FF2B5EF4-FFF2-40B4-BE49-F238E27FC236}">
                    <a16:creationId xmlns:a16="http://schemas.microsoft.com/office/drawing/2014/main" id="{AEAAF16C-17EB-D574-E932-266BBCE79DB2}"/>
                  </a:ext>
                </a:extLst>
              </p:cNvPr>
              <p:cNvSpPr>
                <a:spLocks/>
              </p:cNvSpPr>
              <p:nvPr/>
            </p:nvSpPr>
            <p:spPr bwMode="auto">
              <a:xfrm>
                <a:off x="21561425" y="2511425"/>
                <a:ext cx="1285875" cy="2587625"/>
              </a:xfrm>
              <a:custGeom>
                <a:avLst/>
                <a:gdLst>
                  <a:gd name="T0" fmla="*/ 810 w 810"/>
                  <a:gd name="T1" fmla="*/ 980 h 1630"/>
                  <a:gd name="T2" fmla="*/ 796 w 810"/>
                  <a:gd name="T3" fmla="*/ 966 h 1630"/>
                  <a:gd name="T4" fmla="*/ 758 w 810"/>
                  <a:gd name="T5" fmla="*/ 924 h 1630"/>
                  <a:gd name="T6" fmla="*/ 686 w 810"/>
                  <a:gd name="T7" fmla="*/ 862 h 1630"/>
                  <a:gd name="T8" fmla="*/ 580 w 810"/>
                  <a:gd name="T9" fmla="*/ 786 h 1630"/>
                  <a:gd name="T10" fmla="*/ 604 w 810"/>
                  <a:gd name="T11" fmla="*/ 748 h 1630"/>
                  <a:gd name="T12" fmla="*/ 650 w 810"/>
                  <a:gd name="T13" fmla="*/ 668 h 1630"/>
                  <a:gd name="T14" fmla="*/ 694 w 810"/>
                  <a:gd name="T15" fmla="*/ 582 h 1630"/>
                  <a:gd name="T16" fmla="*/ 734 w 810"/>
                  <a:gd name="T17" fmla="*/ 492 h 1630"/>
                  <a:gd name="T18" fmla="*/ 752 w 810"/>
                  <a:gd name="T19" fmla="*/ 286 h 1630"/>
                  <a:gd name="T20" fmla="*/ 484 w 810"/>
                  <a:gd name="T21" fmla="*/ 0 h 1630"/>
                  <a:gd name="T22" fmla="*/ 310 w 810"/>
                  <a:gd name="T23" fmla="*/ 286 h 1630"/>
                  <a:gd name="T24" fmla="*/ 30 w 810"/>
                  <a:gd name="T25" fmla="*/ 444 h 1630"/>
                  <a:gd name="T26" fmla="*/ 554 w 810"/>
                  <a:gd name="T27" fmla="*/ 444 h 1630"/>
                  <a:gd name="T28" fmla="*/ 522 w 810"/>
                  <a:gd name="T29" fmla="*/ 522 h 1630"/>
                  <a:gd name="T30" fmla="*/ 486 w 810"/>
                  <a:gd name="T31" fmla="*/ 594 h 1630"/>
                  <a:gd name="T32" fmla="*/ 446 w 810"/>
                  <a:gd name="T33" fmla="*/ 664 h 1630"/>
                  <a:gd name="T34" fmla="*/ 358 w 810"/>
                  <a:gd name="T35" fmla="*/ 794 h 1630"/>
                  <a:gd name="T36" fmla="*/ 264 w 810"/>
                  <a:gd name="T37" fmla="*/ 906 h 1630"/>
                  <a:gd name="T38" fmla="*/ 176 w 810"/>
                  <a:gd name="T39" fmla="*/ 1000 h 1630"/>
                  <a:gd name="T40" fmla="*/ 98 w 810"/>
                  <a:gd name="T41" fmla="*/ 1074 h 1630"/>
                  <a:gd name="T42" fmla="*/ 18 w 810"/>
                  <a:gd name="T43" fmla="*/ 1142 h 1630"/>
                  <a:gd name="T44" fmla="*/ 0 w 810"/>
                  <a:gd name="T45" fmla="*/ 1334 h 1630"/>
                  <a:gd name="T46" fmla="*/ 24 w 810"/>
                  <a:gd name="T47" fmla="*/ 1320 h 1630"/>
                  <a:gd name="T48" fmla="*/ 92 w 810"/>
                  <a:gd name="T49" fmla="*/ 1278 h 1630"/>
                  <a:gd name="T50" fmla="*/ 190 w 810"/>
                  <a:gd name="T51" fmla="*/ 1206 h 1630"/>
                  <a:gd name="T52" fmla="*/ 310 w 810"/>
                  <a:gd name="T53" fmla="*/ 1104 h 1630"/>
                  <a:gd name="T54" fmla="*/ 484 w 810"/>
                  <a:gd name="T55" fmla="*/ 1630 h 1630"/>
                  <a:gd name="T56" fmla="*/ 484 w 810"/>
                  <a:gd name="T57" fmla="*/ 944 h 1630"/>
                  <a:gd name="T58" fmla="*/ 558 w 810"/>
                  <a:gd name="T59" fmla="*/ 990 h 1630"/>
                  <a:gd name="T60" fmla="*/ 640 w 810"/>
                  <a:gd name="T61" fmla="*/ 1046 h 1630"/>
                  <a:gd name="T62" fmla="*/ 748 w 810"/>
                  <a:gd name="T63" fmla="*/ 1132 h 1630"/>
                  <a:gd name="T64" fmla="*/ 810 w 810"/>
                  <a:gd name="T65" fmla="*/ 1184 h 1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10" h="1630">
                    <a:moveTo>
                      <a:pt x="810" y="1184"/>
                    </a:moveTo>
                    <a:lnTo>
                      <a:pt x="810" y="980"/>
                    </a:lnTo>
                    <a:lnTo>
                      <a:pt x="810" y="980"/>
                    </a:lnTo>
                    <a:lnTo>
                      <a:pt x="796" y="966"/>
                    </a:lnTo>
                    <a:lnTo>
                      <a:pt x="780" y="948"/>
                    </a:lnTo>
                    <a:lnTo>
                      <a:pt x="758" y="924"/>
                    </a:lnTo>
                    <a:lnTo>
                      <a:pt x="726" y="896"/>
                    </a:lnTo>
                    <a:lnTo>
                      <a:pt x="686" y="862"/>
                    </a:lnTo>
                    <a:lnTo>
                      <a:pt x="638" y="826"/>
                    </a:lnTo>
                    <a:lnTo>
                      <a:pt x="580" y="786"/>
                    </a:lnTo>
                    <a:lnTo>
                      <a:pt x="580" y="786"/>
                    </a:lnTo>
                    <a:lnTo>
                      <a:pt x="604" y="748"/>
                    </a:lnTo>
                    <a:lnTo>
                      <a:pt x="628" y="708"/>
                    </a:lnTo>
                    <a:lnTo>
                      <a:pt x="650" y="668"/>
                    </a:lnTo>
                    <a:lnTo>
                      <a:pt x="672" y="626"/>
                    </a:lnTo>
                    <a:lnTo>
                      <a:pt x="694" y="582"/>
                    </a:lnTo>
                    <a:lnTo>
                      <a:pt x="714" y="538"/>
                    </a:lnTo>
                    <a:lnTo>
                      <a:pt x="734" y="492"/>
                    </a:lnTo>
                    <a:lnTo>
                      <a:pt x="752" y="444"/>
                    </a:lnTo>
                    <a:lnTo>
                      <a:pt x="752" y="286"/>
                    </a:lnTo>
                    <a:lnTo>
                      <a:pt x="484" y="286"/>
                    </a:lnTo>
                    <a:lnTo>
                      <a:pt x="484" y="0"/>
                    </a:lnTo>
                    <a:lnTo>
                      <a:pt x="310" y="0"/>
                    </a:lnTo>
                    <a:lnTo>
                      <a:pt x="310" y="286"/>
                    </a:lnTo>
                    <a:lnTo>
                      <a:pt x="30" y="286"/>
                    </a:lnTo>
                    <a:lnTo>
                      <a:pt x="30" y="444"/>
                    </a:lnTo>
                    <a:lnTo>
                      <a:pt x="554" y="444"/>
                    </a:lnTo>
                    <a:lnTo>
                      <a:pt x="554" y="444"/>
                    </a:lnTo>
                    <a:lnTo>
                      <a:pt x="538" y="484"/>
                    </a:lnTo>
                    <a:lnTo>
                      <a:pt x="522" y="522"/>
                    </a:lnTo>
                    <a:lnTo>
                      <a:pt x="504" y="558"/>
                    </a:lnTo>
                    <a:lnTo>
                      <a:pt x="486" y="594"/>
                    </a:lnTo>
                    <a:lnTo>
                      <a:pt x="466" y="630"/>
                    </a:lnTo>
                    <a:lnTo>
                      <a:pt x="446" y="664"/>
                    </a:lnTo>
                    <a:lnTo>
                      <a:pt x="402" y="732"/>
                    </a:lnTo>
                    <a:lnTo>
                      <a:pt x="358" y="794"/>
                    </a:lnTo>
                    <a:lnTo>
                      <a:pt x="312" y="852"/>
                    </a:lnTo>
                    <a:lnTo>
                      <a:pt x="264" y="906"/>
                    </a:lnTo>
                    <a:lnTo>
                      <a:pt x="220" y="956"/>
                    </a:lnTo>
                    <a:lnTo>
                      <a:pt x="176" y="1000"/>
                    </a:lnTo>
                    <a:lnTo>
                      <a:pt x="134" y="1040"/>
                    </a:lnTo>
                    <a:lnTo>
                      <a:pt x="98" y="1074"/>
                    </a:lnTo>
                    <a:lnTo>
                      <a:pt x="64" y="1104"/>
                    </a:lnTo>
                    <a:lnTo>
                      <a:pt x="18" y="1142"/>
                    </a:lnTo>
                    <a:lnTo>
                      <a:pt x="0" y="1156"/>
                    </a:lnTo>
                    <a:lnTo>
                      <a:pt x="0" y="1334"/>
                    </a:lnTo>
                    <a:lnTo>
                      <a:pt x="0" y="1334"/>
                    </a:lnTo>
                    <a:lnTo>
                      <a:pt x="24" y="1320"/>
                    </a:lnTo>
                    <a:lnTo>
                      <a:pt x="54" y="1302"/>
                    </a:lnTo>
                    <a:lnTo>
                      <a:pt x="92" y="1278"/>
                    </a:lnTo>
                    <a:lnTo>
                      <a:pt x="138" y="1246"/>
                    </a:lnTo>
                    <a:lnTo>
                      <a:pt x="190" y="1206"/>
                    </a:lnTo>
                    <a:lnTo>
                      <a:pt x="248" y="1160"/>
                    </a:lnTo>
                    <a:lnTo>
                      <a:pt x="310" y="1104"/>
                    </a:lnTo>
                    <a:lnTo>
                      <a:pt x="310" y="1630"/>
                    </a:lnTo>
                    <a:lnTo>
                      <a:pt x="484" y="1630"/>
                    </a:lnTo>
                    <a:lnTo>
                      <a:pt x="484" y="944"/>
                    </a:lnTo>
                    <a:lnTo>
                      <a:pt x="484" y="944"/>
                    </a:lnTo>
                    <a:lnTo>
                      <a:pt x="526" y="970"/>
                    </a:lnTo>
                    <a:lnTo>
                      <a:pt x="558" y="990"/>
                    </a:lnTo>
                    <a:lnTo>
                      <a:pt x="596" y="1014"/>
                    </a:lnTo>
                    <a:lnTo>
                      <a:pt x="640" y="1046"/>
                    </a:lnTo>
                    <a:lnTo>
                      <a:pt x="690" y="1086"/>
                    </a:lnTo>
                    <a:lnTo>
                      <a:pt x="748" y="1132"/>
                    </a:lnTo>
                    <a:lnTo>
                      <a:pt x="810" y="1184"/>
                    </a:lnTo>
                    <a:lnTo>
                      <a:pt x="810" y="11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40" name="Freeform 67">
                <a:extLst>
                  <a:ext uri="{FF2B5EF4-FFF2-40B4-BE49-F238E27FC236}">
                    <a16:creationId xmlns:a16="http://schemas.microsoft.com/office/drawing/2014/main" id="{F22A5BAD-6F26-AF73-3F42-04679F8E19CD}"/>
                  </a:ext>
                </a:extLst>
              </p:cNvPr>
              <p:cNvSpPr>
                <a:spLocks/>
              </p:cNvSpPr>
              <p:nvPr/>
            </p:nvSpPr>
            <p:spPr bwMode="auto">
              <a:xfrm>
                <a:off x="22625050" y="2505075"/>
                <a:ext cx="1606550" cy="2593975"/>
              </a:xfrm>
              <a:custGeom>
                <a:avLst/>
                <a:gdLst>
                  <a:gd name="T0" fmla="*/ 1012 w 1012"/>
                  <a:gd name="T1" fmla="*/ 1472 h 1634"/>
                  <a:gd name="T2" fmla="*/ 594 w 1012"/>
                  <a:gd name="T3" fmla="*/ 1472 h 1634"/>
                  <a:gd name="T4" fmla="*/ 594 w 1012"/>
                  <a:gd name="T5" fmla="*/ 656 h 1634"/>
                  <a:gd name="T6" fmla="*/ 918 w 1012"/>
                  <a:gd name="T7" fmla="*/ 656 h 1634"/>
                  <a:gd name="T8" fmla="*/ 918 w 1012"/>
                  <a:gd name="T9" fmla="*/ 494 h 1634"/>
                  <a:gd name="T10" fmla="*/ 594 w 1012"/>
                  <a:gd name="T11" fmla="*/ 494 h 1634"/>
                  <a:gd name="T12" fmla="*/ 594 w 1012"/>
                  <a:gd name="T13" fmla="*/ 0 h 1634"/>
                  <a:gd name="T14" fmla="*/ 420 w 1012"/>
                  <a:gd name="T15" fmla="*/ 0 h 1634"/>
                  <a:gd name="T16" fmla="*/ 420 w 1012"/>
                  <a:gd name="T17" fmla="*/ 494 h 1634"/>
                  <a:gd name="T18" fmla="*/ 94 w 1012"/>
                  <a:gd name="T19" fmla="*/ 494 h 1634"/>
                  <a:gd name="T20" fmla="*/ 94 w 1012"/>
                  <a:gd name="T21" fmla="*/ 656 h 1634"/>
                  <a:gd name="T22" fmla="*/ 420 w 1012"/>
                  <a:gd name="T23" fmla="*/ 656 h 1634"/>
                  <a:gd name="T24" fmla="*/ 420 w 1012"/>
                  <a:gd name="T25" fmla="*/ 1472 h 1634"/>
                  <a:gd name="T26" fmla="*/ 0 w 1012"/>
                  <a:gd name="T27" fmla="*/ 1472 h 1634"/>
                  <a:gd name="T28" fmla="*/ 0 w 1012"/>
                  <a:gd name="T29" fmla="*/ 1632 h 1634"/>
                  <a:gd name="T30" fmla="*/ 420 w 1012"/>
                  <a:gd name="T31" fmla="*/ 1632 h 1634"/>
                  <a:gd name="T32" fmla="*/ 420 w 1012"/>
                  <a:gd name="T33" fmla="*/ 1634 h 1634"/>
                  <a:gd name="T34" fmla="*/ 594 w 1012"/>
                  <a:gd name="T35" fmla="*/ 1634 h 1634"/>
                  <a:gd name="T36" fmla="*/ 594 w 1012"/>
                  <a:gd name="T37" fmla="*/ 1632 h 1634"/>
                  <a:gd name="T38" fmla="*/ 1012 w 1012"/>
                  <a:gd name="T39" fmla="*/ 1632 h 1634"/>
                  <a:gd name="T40" fmla="*/ 1012 w 1012"/>
                  <a:gd name="T41" fmla="*/ 1472 h 1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12" h="1634">
                    <a:moveTo>
                      <a:pt x="1012" y="1472"/>
                    </a:moveTo>
                    <a:lnTo>
                      <a:pt x="594" y="1472"/>
                    </a:lnTo>
                    <a:lnTo>
                      <a:pt x="594" y="656"/>
                    </a:lnTo>
                    <a:lnTo>
                      <a:pt x="918" y="656"/>
                    </a:lnTo>
                    <a:lnTo>
                      <a:pt x="918" y="494"/>
                    </a:lnTo>
                    <a:lnTo>
                      <a:pt x="594" y="494"/>
                    </a:lnTo>
                    <a:lnTo>
                      <a:pt x="594" y="0"/>
                    </a:lnTo>
                    <a:lnTo>
                      <a:pt x="420" y="0"/>
                    </a:lnTo>
                    <a:lnTo>
                      <a:pt x="420" y="494"/>
                    </a:lnTo>
                    <a:lnTo>
                      <a:pt x="94" y="494"/>
                    </a:lnTo>
                    <a:lnTo>
                      <a:pt x="94" y="656"/>
                    </a:lnTo>
                    <a:lnTo>
                      <a:pt x="420" y="656"/>
                    </a:lnTo>
                    <a:lnTo>
                      <a:pt x="420" y="1472"/>
                    </a:lnTo>
                    <a:lnTo>
                      <a:pt x="0" y="1472"/>
                    </a:lnTo>
                    <a:lnTo>
                      <a:pt x="0" y="1632"/>
                    </a:lnTo>
                    <a:lnTo>
                      <a:pt x="420" y="1632"/>
                    </a:lnTo>
                    <a:lnTo>
                      <a:pt x="420" y="1634"/>
                    </a:lnTo>
                    <a:lnTo>
                      <a:pt x="594" y="1634"/>
                    </a:lnTo>
                    <a:lnTo>
                      <a:pt x="594" y="1632"/>
                    </a:lnTo>
                    <a:lnTo>
                      <a:pt x="1012" y="1632"/>
                    </a:lnTo>
                    <a:lnTo>
                      <a:pt x="1012" y="14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41" name="Freeform 68">
                <a:extLst>
                  <a:ext uri="{FF2B5EF4-FFF2-40B4-BE49-F238E27FC236}">
                    <a16:creationId xmlns:a16="http://schemas.microsoft.com/office/drawing/2014/main" id="{BF3BAF4A-FA91-B8DB-DA0C-5CACD9710D41}"/>
                  </a:ext>
                </a:extLst>
              </p:cNvPr>
              <p:cNvSpPr>
                <a:spLocks/>
              </p:cNvSpPr>
              <p:nvPr/>
            </p:nvSpPr>
            <p:spPr bwMode="auto">
              <a:xfrm>
                <a:off x="15890875" y="3594100"/>
                <a:ext cx="1654175" cy="1466850"/>
              </a:xfrm>
              <a:custGeom>
                <a:avLst/>
                <a:gdLst>
                  <a:gd name="T0" fmla="*/ 528 w 1042"/>
                  <a:gd name="T1" fmla="*/ 164 h 924"/>
                  <a:gd name="T2" fmla="*/ 882 w 1042"/>
                  <a:gd name="T3" fmla="*/ 162 h 924"/>
                  <a:gd name="T4" fmla="*/ 882 w 1042"/>
                  <a:gd name="T5" fmla="*/ 0 h 924"/>
                  <a:gd name="T6" fmla="*/ 40 w 1042"/>
                  <a:gd name="T7" fmla="*/ 4 h 924"/>
                  <a:gd name="T8" fmla="*/ 40 w 1042"/>
                  <a:gd name="T9" fmla="*/ 166 h 924"/>
                  <a:gd name="T10" fmla="*/ 354 w 1042"/>
                  <a:gd name="T11" fmla="*/ 164 h 924"/>
                  <a:gd name="T12" fmla="*/ 354 w 1042"/>
                  <a:gd name="T13" fmla="*/ 750 h 924"/>
                  <a:gd name="T14" fmla="*/ 354 w 1042"/>
                  <a:gd name="T15" fmla="*/ 750 h 924"/>
                  <a:gd name="T16" fmla="*/ 274 w 1042"/>
                  <a:gd name="T17" fmla="*/ 754 h 924"/>
                  <a:gd name="T18" fmla="*/ 188 w 1042"/>
                  <a:gd name="T19" fmla="*/ 756 h 924"/>
                  <a:gd name="T20" fmla="*/ 96 w 1042"/>
                  <a:gd name="T21" fmla="*/ 758 h 924"/>
                  <a:gd name="T22" fmla="*/ 0 w 1042"/>
                  <a:gd name="T23" fmla="*/ 760 h 924"/>
                  <a:gd name="T24" fmla="*/ 0 w 1042"/>
                  <a:gd name="T25" fmla="*/ 924 h 924"/>
                  <a:gd name="T26" fmla="*/ 0 w 1042"/>
                  <a:gd name="T27" fmla="*/ 924 h 924"/>
                  <a:gd name="T28" fmla="*/ 138 w 1042"/>
                  <a:gd name="T29" fmla="*/ 922 h 924"/>
                  <a:gd name="T30" fmla="*/ 264 w 1042"/>
                  <a:gd name="T31" fmla="*/ 918 h 924"/>
                  <a:gd name="T32" fmla="*/ 380 w 1042"/>
                  <a:gd name="T33" fmla="*/ 912 h 924"/>
                  <a:gd name="T34" fmla="*/ 486 w 1042"/>
                  <a:gd name="T35" fmla="*/ 904 h 924"/>
                  <a:gd name="T36" fmla="*/ 580 w 1042"/>
                  <a:gd name="T37" fmla="*/ 894 h 924"/>
                  <a:gd name="T38" fmla="*/ 666 w 1042"/>
                  <a:gd name="T39" fmla="*/ 884 h 924"/>
                  <a:gd name="T40" fmla="*/ 742 w 1042"/>
                  <a:gd name="T41" fmla="*/ 872 h 924"/>
                  <a:gd name="T42" fmla="*/ 808 w 1042"/>
                  <a:gd name="T43" fmla="*/ 860 h 924"/>
                  <a:gd name="T44" fmla="*/ 866 w 1042"/>
                  <a:gd name="T45" fmla="*/ 848 h 924"/>
                  <a:gd name="T46" fmla="*/ 914 w 1042"/>
                  <a:gd name="T47" fmla="*/ 838 h 924"/>
                  <a:gd name="T48" fmla="*/ 954 w 1042"/>
                  <a:gd name="T49" fmla="*/ 826 h 924"/>
                  <a:gd name="T50" fmla="*/ 986 w 1042"/>
                  <a:gd name="T51" fmla="*/ 818 h 924"/>
                  <a:gd name="T52" fmla="*/ 1028 w 1042"/>
                  <a:gd name="T53" fmla="*/ 804 h 924"/>
                  <a:gd name="T54" fmla="*/ 1042 w 1042"/>
                  <a:gd name="T55" fmla="*/ 798 h 924"/>
                  <a:gd name="T56" fmla="*/ 1042 w 1042"/>
                  <a:gd name="T57" fmla="*/ 634 h 924"/>
                  <a:gd name="T58" fmla="*/ 1042 w 1042"/>
                  <a:gd name="T59" fmla="*/ 634 h 924"/>
                  <a:gd name="T60" fmla="*/ 1012 w 1042"/>
                  <a:gd name="T61" fmla="*/ 644 h 924"/>
                  <a:gd name="T62" fmla="*/ 976 w 1042"/>
                  <a:gd name="T63" fmla="*/ 656 h 924"/>
                  <a:gd name="T64" fmla="*/ 922 w 1042"/>
                  <a:gd name="T65" fmla="*/ 672 h 924"/>
                  <a:gd name="T66" fmla="*/ 852 w 1042"/>
                  <a:gd name="T67" fmla="*/ 688 h 924"/>
                  <a:gd name="T68" fmla="*/ 764 w 1042"/>
                  <a:gd name="T69" fmla="*/ 704 h 924"/>
                  <a:gd name="T70" fmla="*/ 656 w 1042"/>
                  <a:gd name="T71" fmla="*/ 720 h 924"/>
                  <a:gd name="T72" fmla="*/ 528 w 1042"/>
                  <a:gd name="T73" fmla="*/ 736 h 924"/>
                  <a:gd name="T74" fmla="*/ 528 w 1042"/>
                  <a:gd name="T75" fmla="*/ 164 h 9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42" h="924">
                    <a:moveTo>
                      <a:pt x="528" y="164"/>
                    </a:moveTo>
                    <a:lnTo>
                      <a:pt x="882" y="162"/>
                    </a:lnTo>
                    <a:lnTo>
                      <a:pt x="882" y="0"/>
                    </a:lnTo>
                    <a:lnTo>
                      <a:pt x="40" y="4"/>
                    </a:lnTo>
                    <a:lnTo>
                      <a:pt x="40" y="166"/>
                    </a:lnTo>
                    <a:lnTo>
                      <a:pt x="354" y="164"/>
                    </a:lnTo>
                    <a:lnTo>
                      <a:pt x="354" y="750"/>
                    </a:lnTo>
                    <a:lnTo>
                      <a:pt x="354" y="750"/>
                    </a:lnTo>
                    <a:lnTo>
                      <a:pt x="274" y="754"/>
                    </a:lnTo>
                    <a:lnTo>
                      <a:pt x="188" y="756"/>
                    </a:lnTo>
                    <a:lnTo>
                      <a:pt x="96" y="758"/>
                    </a:lnTo>
                    <a:lnTo>
                      <a:pt x="0" y="760"/>
                    </a:lnTo>
                    <a:lnTo>
                      <a:pt x="0" y="924"/>
                    </a:lnTo>
                    <a:lnTo>
                      <a:pt x="0" y="924"/>
                    </a:lnTo>
                    <a:lnTo>
                      <a:pt x="138" y="922"/>
                    </a:lnTo>
                    <a:lnTo>
                      <a:pt x="264" y="918"/>
                    </a:lnTo>
                    <a:lnTo>
                      <a:pt x="380" y="912"/>
                    </a:lnTo>
                    <a:lnTo>
                      <a:pt x="486" y="904"/>
                    </a:lnTo>
                    <a:lnTo>
                      <a:pt x="580" y="894"/>
                    </a:lnTo>
                    <a:lnTo>
                      <a:pt x="666" y="884"/>
                    </a:lnTo>
                    <a:lnTo>
                      <a:pt x="742" y="872"/>
                    </a:lnTo>
                    <a:lnTo>
                      <a:pt x="808" y="860"/>
                    </a:lnTo>
                    <a:lnTo>
                      <a:pt x="866" y="848"/>
                    </a:lnTo>
                    <a:lnTo>
                      <a:pt x="914" y="838"/>
                    </a:lnTo>
                    <a:lnTo>
                      <a:pt x="954" y="826"/>
                    </a:lnTo>
                    <a:lnTo>
                      <a:pt x="986" y="818"/>
                    </a:lnTo>
                    <a:lnTo>
                      <a:pt x="1028" y="804"/>
                    </a:lnTo>
                    <a:lnTo>
                      <a:pt x="1042" y="798"/>
                    </a:lnTo>
                    <a:lnTo>
                      <a:pt x="1042" y="634"/>
                    </a:lnTo>
                    <a:lnTo>
                      <a:pt x="1042" y="634"/>
                    </a:lnTo>
                    <a:lnTo>
                      <a:pt x="1012" y="644"/>
                    </a:lnTo>
                    <a:lnTo>
                      <a:pt x="976" y="656"/>
                    </a:lnTo>
                    <a:lnTo>
                      <a:pt x="922" y="672"/>
                    </a:lnTo>
                    <a:lnTo>
                      <a:pt x="852" y="688"/>
                    </a:lnTo>
                    <a:lnTo>
                      <a:pt x="764" y="704"/>
                    </a:lnTo>
                    <a:lnTo>
                      <a:pt x="656" y="720"/>
                    </a:lnTo>
                    <a:lnTo>
                      <a:pt x="528" y="736"/>
                    </a:lnTo>
                    <a:lnTo>
                      <a:pt x="528" y="1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42" name="Freeform 69">
                <a:extLst>
                  <a:ext uri="{FF2B5EF4-FFF2-40B4-BE49-F238E27FC236}">
                    <a16:creationId xmlns:a16="http://schemas.microsoft.com/office/drawing/2014/main" id="{B6B9111B-5D9D-B45C-7D8D-C2F10ADEB473}"/>
                  </a:ext>
                </a:extLst>
              </p:cNvPr>
              <p:cNvSpPr>
                <a:spLocks/>
              </p:cNvSpPr>
              <p:nvPr/>
            </p:nvSpPr>
            <p:spPr bwMode="auto">
              <a:xfrm>
                <a:off x="15887700" y="2511425"/>
                <a:ext cx="2622550" cy="2552700"/>
              </a:xfrm>
              <a:custGeom>
                <a:avLst/>
                <a:gdLst>
                  <a:gd name="T0" fmla="*/ 1622 w 1652"/>
                  <a:gd name="T1" fmla="*/ 410 h 1608"/>
                  <a:gd name="T2" fmla="*/ 1212 w 1652"/>
                  <a:gd name="T3" fmla="*/ 250 h 1608"/>
                  <a:gd name="T4" fmla="*/ 1038 w 1652"/>
                  <a:gd name="T5" fmla="*/ 0 h 1608"/>
                  <a:gd name="T6" fmla="*/ 0 w 1652"/>
                  <a:gd name="T7" fmla="*/ 250 h 1608"/>
                  <a:gd name="T8" fmla="*/ 1040 w 1652"/>
                  <a:gd name="T9" fmla="*/ 410 h 1608"/>
                  <a:gd name="T10" fmla="*/ 1046 w 1652"/>
                  <a:gd name="T11" fmla="*/ 508 h 1608"/>
                  <a:gd name="T12" fmla="*/ 1064 w 1652"/>
                  <a:gd name="T13" fmla="*/ 684 h 1608"/>
                  <a:gd name="T14" fmla="*/ 1092 w 1652"/>
                  <a:gd name="T15" fmla="*/ 842 h 1608"/>
                  <a:gd name="T16" fmla="*/ 1130 w 1652"/>
                  <a:gd name="T17" fmla="*/ 982 h 1608"/>
                  <a:gd name="T18" fmla="*/ 1174 w 1652"/>
                  <a:gd name="T19" fmla="*/ 1104 h 1608"/>
                  <a:gd name="T20" fmla="*/ 1224 w 1652"/>
                  <a:gd name="T21" fmla="*/ 1208 h 1608"/>
                  <a:gd name="T22" fmla="*/ 1276 w 1652"/>
                  <a:gd name="T23" fmla="*/ 1298 h 1608"/>
                  <a:gd name="T24" fmla="*/ 1332 w 1652"/>
                  <a:gd name="T25" fmla="*/ 1374 h 1608"/>
                  <a:gd name="T26" fmla="*/ 1388 w 1652"/>
                  <a:gd name="T27" fmla="*/ 1436 h 1608"/>
                  <a:gd name="T28" fmla="*/ 1442 w 1652"/>
                  <a:gd name="T29" fmla="*/ 1486 h 1608"/>
                  <a:gd name="T30" fmla="*/ 1494 w 1652"/>
                  <a:gd name="T31" fmla="*/ 1526 h 1608"/>
                  <a:gd name="T32" fmla="*/ 1562 w 1652"/>
                  <a:gd name="T33" fmla="*/ 1570 h 1608"/>
                  <a:gd name="T34" fmla="*/ 1628 w 1652"/>
                  <a:gd name="T35" fmla="*/ 1600 h 1608"/>
                  <a:gd name="T36" fmla="*/ 1652 w 1652"/>
                  <a:gd name="T37" fmla="*/ 1434 h 1608"/>
                  <a:gd name="T38" fmla="*/ 1634 w 1652"/>
                  <a:gd name="T39" fmla="*/ 1422 h 1608"/>
                  <a:gd name="T40" fmla="*/ 1584 w 1652"/>
                  <a:gd name="T41" fmla="*/ 1384 h 1608"/>
                  <a:gd name="T42" fmla="*/ 1514 w 1652"/>
                  <a:gd name="T43" fmla="*/ 1316 h 1608"/>
                  <a:gd name="T44" fmla="*/ 1454 w 1652"/>
                  <a:gd name="T45" fmla="*/ 1244 h 1608"/>
                  <a:gd name="T46" fmla="*/ 1412 w 1652"/>
                  <a:gd name="T47" fmla="*/ 1184 h 1608"/>
                  <a:gd name="T48" fmla="*/ 1372 w 1652"/>
                  <a:gd name="T49" fmla="*/ 1114 h 1608"/>
                  <a:gd name="T50" fmla="*/ 1334 w 1652"/>
                  <a:gd name="T51" fmla="*/ 1036 h 1608"/>
                  <a:gd name="T52" fmla="*/ 1298 w 1652"/>
                  <a:gd name="T53" fmla="*/ 948 h 1608"/>
                  <a:gd name="T54" fmla="*/ 1268 w 1652"/>
                  <a:gd name="T55" fmla="*/ 848 h 1608"/>
                  <a:gd name="T56" fmla="*/ 1242 w 1652"/>
                  <a:gd name="T57" fmla="*/ 738 h 1608"/>
                  <a:gd name="T58" fmla="*/ 1224 w 1652"/>
                  <a:gd name="T59" fmla="*/ 616 h 1608"/>
                  <a:gd name="T60" fmla="*/ 1214 w 1652"/>
                  <a:gd name="T61" fmla="*/ 482 h 1608"/>
                  <a:gd name="T62" fmla="*/ 1212 w 1652"/>
                  <a:gd name="T63" fmla="*/ 410 h 1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52" h="1608">
                    <a:moveTo>
                      <a:pt x="1212" y="410"/>
                    </a:moveTo>
                    <a:lnTo>
                      <a:pt x="1622" y="410"/>
                    </a:lnTo>
                    <a:lnTo>
                      <a:pt x="1622" y="250"/>
                    </a:lnTo>
                    <a:lnTo>
                      <a:pt x="1212" y="250"/>
                    </a:lnTo>
                    <a:lnTo>
                      <a:pt x="1212" y="0"/>
                    </a:lnTo>
                    <a:lnTo>
                      <a:pt x="1038" y="0"/>
                    </a:lnTo>
                    <a:lnTo>
                      <a:pt x="1038" y="250"/>
                    </a:lnTo>
                    <a:lnTo>
                      <a:pt x="0" y="250"/>
                    </a:lnTo>
                    <a:lnTo>
                      <a:pt x="0" y="410"/>
                    </a:lnTo>
                    <a:lnTo>
                      <a:pt x="1040" y="410"/>
                    </a:lnTo>
                    <a:lnTo>
                      <a:pt x="1040" y="410"/>
                    </a:lnTo>
                    <a:lnTo>
                      <a:pt x="1046" y="508"/>
                    </a:lnTo>
                    <a:lnTo>
                      <a:pt x="1052" y="598"/>
                    </a:lnTo>
                    <a:lnTo>
                      <a:pt x="1064" y="684"/>
                    </a:lnTo>
                    <a:lnTo>
                      <a:pt x="1076" y="766"/>
                    </a:lnTo>
                    <a:lnTo>
                      <a:pt x="1092" y="842"/>
                    </a:lnTo>
                    <a:lnTo>
                      <a:pt x="1110" y="914"/>
                    </a:lnTo>
                    <a:lnTo>
                      <a:pt x="1130" y="982"/>
                    </a:lnTo>
                    <a:lnTo>
                      <a:pt x="1152" y="1044"/>
                    </a:lnTo>
                    <a:lnTo>
                      <a:pt x="1174" y="1104"/>
                    </a:lnTo>
                    <a:lnTo>
                      <a:pt x="1198" y="1158"/>
                    </a:lnTo>
                    <a:lnTo>
                      <a:pt x="1224" y="1208"/>
                    </a:lnTo>
                    <a:lnTo>
                      <a:pt x="1250" y="1254"/>
                    </a:lnTo>
                    <a:lnTo>
                      <a:pt x="1276" y="1298"/>
                    </a:lnTo>
                    <a:lnTo>
                      <a:pt x="1304" y="1338"/>
                    </a:lnTo>
                    <a:lnTo>
                      <a:pt x="1332" y="1374"/>
                    </a:lnTo>
                    <a:lnTo>
                      <a:pt x="1360" y="1406"/>
                    </a:lnTo>
                    <a:lnTo>
                      <a:pt x="1388" y="1436"/>
                    </a:lnTo>
                    <a:lnTo>
                      <a:pt x="1416" y="1462"/>
                    </a:lnTo>
                    <a:lnTo>
                      <a:pt x="1442" y="1486"/>
                    </a:lnTo>
                    <a:lnTo>
                      <a:pt x="1468" y="1508"/>
                    </a:lnTo>
                    <a:lnTo>
                      <a:pt x="1494" y="1526"/>
                    </a:lnTo>
                    <a:lnTo>
                      <a:pt x="1518" y="1544"/>
                    </a:lnTo>
                    <a:lnTo>
                      <a:pt x="1562" y="1570"/>
                    </a:lnTo>
                    <a:lnTo>
                      <a:pt x="1598" y="1588"/>
                    </a:lnTo>
                    <a:lnTo>
                      <a:pt x="1628" y="1600"/>
                    </a:lnTo>
                    <a:lnTo>
                      <a:pt x="1652" y="1608"/>
                    </a:lnTo>
                    <a:lnTo>
                      <a:pt x="1652" y="1434"/>
                    </a:lnTo>
                    <a:lnTo>
                      <a:pt x="1652" y="1434"/>
                    </a:lnTo>
                    <a:lnTo>
                      <a:pt x="1634" y="1422"/>
                    </a:lnTo>
                    <a:lnTo>
                      <a:pt x="1612" y="1406"/>
                    </a:lnTo>
                    <a:lnTo>
                      <a:pt x="1584" y="1384"/>
                    </a:lnTo>
                    <a:lnTo>
                      <a:pt x="1550" y="1354"/>
                    </a:lnTo>
                    <a:lnTo>
                      <a:pt x="1514" y="1316"/>
                    </a:lnTo>
                    <a:lnTo>
                      <a:pt x="1474" y="1270"/>
                    </a:lnTo>
                    <a:lnTo>
                      <a:pt x="1454" y="1244"/>
                    </a:lnTo>
                    <a:lnTo>
                      <a:pt x="1434" y="1214"/>
                    </a:lnTo>
                    <a:lnTo>
                      <a:pt x="1412" y="1184"/>
                    </a:lnTo>
                    <a:lnTo>
                      <a:pt x="1392" y="1150"/>
                    </a:lnTo>
                    <a:lnTo>
                      <a:pt x="1372" y="1114"/>
                    </a:lnTo>
                    <a:lnTo>
                      <a:pt x="1352" y="1076"/>
                    </a:lnTo>
                    <a:lnTo>
                      <a:pt x="1334" y="1036"/>
                    </a:lnTo>
                    <a:lnTo>
                      <a:pt x="1316" y="994"/>
                    </a:lnTo>
                    <a:lnTo>
                      <a:pt x="1298" y="948"/>
                    </a:lnTo>
                    <a:lnTo>
                      <a:pt x="1282" y="900"/>
                    </a:lnTo>
                    <a:lnTo>
                      <a:pt x="1268" y="848"/>
                    </a:lnTo>
                    <a:lnTo>
                      <a:pt x="1254" y="794"/>
                    </a:lnTo>
                    <a:lnTo>
                      <a:pt x="1242" y="738"/>
                    </a:lnTo>
                    <a:lnTo>
                      <a:pt x="1232" y="678"/>
                    </a:lnTo>
                    <a:lnTo>
                      <a:pt x="1224" y="616"/>
                    </a:lnTo>
                    <a:lnTo>
                      <a:pt x="1218" y="550"/>
                    </a:lnTo>
                    <a:lnTo>
                      <a:pt x="1214" y="482"/>
                    </a:lnTo>
                    <a:lnTo>
                      <a:pt x="1212" y="410"/>
                    </a:lnTo>
                    <a:lnTo>
                      <a:pt x="1212" y="4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43" name="Rectangle 70">
                <a:extLst>
                  <a:ext uri="{FF2B5EF4-FFF2-40B4-BE49-F238E27FC236}">
                    <a16:creationId xmlns:a16="http://schemas.microsoft.com/office/drawing/2014/main" id="{09E44059-DFC0-CF6D-E90C-4F330EE52F31}"/>
                  </a:ext>
                </a:extLst>
              </p:cNvPr>
              <p:cNvSpPr>
                <a:spLocks noChangeArrowheads="1"/>
              </p:cNvSpPr>
              <p:nvPr/>
            </p:nvSpPr>
            <p:spPr bwMode="auto">
              <a:xfrm>
                <a:off x="17941925" y="2511425"/>
                <a:ext cx="520700" cy="257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44" name="Freeform 71">
                <a:extLst>
                  <a:ext uri="{FF2B5EF4-FFF2-40B4-BE49-F238E27FC236}">
                    <a16:creationId xmlns:a16="http://schemas.microsoft.com/office/drawing/2014/main" id="{412E340C-DD1B-5CA7-C9D3-9FC9E70BF439}"/>
                  </a:ext>
                </a:extLst>
              </p:cNvPr>
              <p:cNvSpPr>
                <a:spLocks noEditPoints="1"/>
              </p:cNvSpPr>
              <p:nvPr/>
            </p:nvSpPr>
            <p:spPr bwMode="auto">
              <a:xfrm>
                <a:off x="10785475" y="2508250"/>
                <a:ext cx="1901825" cy="2124075"/>
              </a:xfrm>
              <a:custGeom>
                <a:avLst/>
                <a:gdLst>
                  <a:gd name="T0" fmla="*/ 958 w 1198"/>
                  <a:gd name="T1" fmla="*/ 158 h 1338"/>
                  <a:gd name="T2" fmla="*/ 1090 w 1198"/>
                  <a:gd name="T3" fmla="*/ 0 h 1338"/>
                  <a:gd name="T4" fmla="*/ 876 w 1198"/>
                  <a:gd name="T5" fmla="*/ 0 h 1338"/>
                  <a:gd name="T6" fmla="*/ 744 w 1198"/>
                  <a:gd name="T7" fmla="*/ 158 h 1338"/>
                  <a:gd name="T8" fmla="*/ 528 w 1198"/>
                  <a:gd name="T9" fmla="*/ 158 h 1338"/>
                  <a:gd name="T10" fmla="*/ 334 w 1198"/>
                  <a:gd name="T11" fmla="*/ 0 h 1338"/>
                  <a:gd name="T12" fmla="*/ 120 w 1198"/>
                  <a:gd name="T13" fmla="*/ 0 h 1338"/>
                  <a:gd name="T14" fmla="*/ 278 w 1198"/>
                  <a:gd name="T15" fmla="*/ 158 h 1338"/>
                  <a:gd name="T16" fmla="*/ 0 w 1198"/>
                  <a:gd name="T17" fmla="*/ 158 h 1338"/>
                  <a:gd name="T18" fmla="*/ 0 w 1198"/>
                  <a:gd name="T19" fmla="*/ 320 h 1338"/>
                  <a:gd name="T20" fmla="*/ 392 w 1198"/>
                  <a:gd name="T21" fmla="*/ 320 h 1338"/>
                  <a:gd name="T22" fmla="*/ 304 w 1198"/>
                  <a:gd name="T23" fmla="*/ 410 h 1338"/>
                  <a:gd name="T24" fmla="*/ 46 w 1198"/>
                  <a:gd name="T25" fmla="*/ 410 h 1338"/>
                  <a:gd name="T26" fmla="*/ 46 w 1198"/>
                  <a:gd name="T27" fmla="*/ 1338 h 1338"/>
                  <a:gd name="T28" fmla="*/ 1152 w 1198"/>
                  <a:gd name="T29" fmla="*/ 1338 h 1338"/>
                  <a:gd name="T30" fmla="*/ 1152 w 1198"/>
                  <a:gd name="T31" fmla="*/ 410 h 1338"/>
                  <a:gd name="T32" fmla="*/ 542 w 1198"/>
                  <a:gd name="T33" fmla="*/ 410 h 1338"/>
                  <a:gd name="T34" fmla="*/ 632 w 1198"/>
                  <a:gd name="T35" fmla="*/ 320 h 1338"/>
                  <a:gd name="T36" fmla="*/ 1198 w 1198"/>
                  <a:gd name="T37" fmla="*/ 320 h 1338"/>
                  <a:gd name="T38" fmla="*/ 1198 w 1198"/>
                  <a:gd name="T39" fmla="*/ 158 h 1338"/>
                  <a:gd name="T40" fmla="*/ 958 w 1198"/>
                  <a:gd name="T41" fmla="*/ 158 h 1338"/>
                  <a:gd name="T42" fmla="*/ 968 w 1198"/>
                  <a:gd name="T43" fmla="*/ 920 h 1338"/>
                  <a:gd name="T44" fmla="*/ 230 w 1198"/>
                  <a:gd name="T45" fmla="*/ 920 h 1338"/>
                  <a:gd name="T46" fmla="*/ 230 w 1198"/>
                  <a:gd name="T47" fmla="*/ 826 h 1338"/>
                  <a:gd name="T48" fmla="*/ 968 w 1198"/>
                  <a:gd name="T49" fmla="*/ 826 h 1338"/>
                  <a:gd name="T50" fmla="*/ 968 w 1198"/>
                  <a:gd name="T51" fmla="*/ 920 h 1338"/>
                  <a:gd name="T52" fmla="*/ 230 w 1198"/>
                  <a:gd name="T53" fmla="*/ 1176 h 1338"/>
                  <a:gd name="T54" fmla="*/ 230 w 1198"/>
                  <a:gd name="T55" fmla="*/ 1082 h 1338"/>
                  <a:gd name="T56" fmla="*/ 968 w 1198"/>
                  <a:gd name="T57" fmla="*/ 1082 h 1338"/>
                  <a:gd name="T58" fmla="*/ 968 w 1198"/>
                  <a:gd name="T59" fmla="*/ 1176 h 1338"/>
                  <a:gd name="T60" fmla="*/ 230 w 1198"/>
                  <a:gd name="T61" fmla="*/ 1176 h 1338"/>
                  <a:gd name="T62" fmla="*/ 968 w 1198"/>
                  <a:gd name="T63" fmla="*/ 664 h 1338"/>
                  <a:gd name="T64" fmla="*/ 230 w 1198"/>
                  <a:gd name="T65" fmla="*/ 664 h 1338"/>
                  <a:gd name="T66" fmla="*/ 230 w 1198"/>
                  <a:gd name="T67" fmla="*/ 570 h 1338"/>
                  <a:gd name="T68" fmla="*/ 968 w 1198"/>
                  <a:gd name="T69" fmla="*/ 570 h 1338"/>
                  <a:gd name="T70" fmla="*/ 968 w 1198"/>
                  <a:gd name="T71" fmla="*/ 664 h 1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98" h="1338">
                    <a:moveTo>
                      <a:pt x="958" y="158"/>
                    </a:moveTo>
                    <a:lnTo>
                      <a:pt x="1090" y="0"/>
                    </a:lnTo>
                    <a:lnTo>
                      <a:pt x="876" y="0"/>
                    </a:lnTo>
                    <a:lnTo>
                      <a:pt x="744" y="158"/>
                    </a:lnTo>
                    <a:lnTo>
                      <a:pt x="528" y="158"/>
                    </a:lnTo>
                    <a:lnTo>
                      <a:pt x="334" y="0"/>
                    </a:lnTo>
                    <a:lnTo>
                      <a:pt x="120" y="0"/>
                    </a:lnTo>
                    <a:lnTo>
                      <a:pt x="278" y="158"/>
                    </a:lnTo>
                    <a:lnTo>
                      <a:pt x="0" y="158"/>
                    </a:lnTo>
                    <a:lnTo>
                      <a:pt x="0" y="320"/>
                    </a:lnTo>
                    <a:lnTo>
                      <a:pt x="392" y="320"/>
                    </a:lnTo>
                    <a:lnTo>
                      <a:pt x="304" y="410"/>
                    </a:lnTo>
                    <a:lnTo>
                      <a:pt x="46" y="410"/>
                    </a:lnTo>
                    <a:lnTo>
                      <a:pt x="46" y="1338"/>
                    </a:lnTo>
                    <a:lnTo>
                      <a:pt x="1152" y="1338"/>
                    </a:lnTo>
                    <a:lnTo>
                      <a:pt x="1152" y="410"/>
                    </a:lnTo>
                    <a:lnTo>
                      <a:pt x="542" y="410"/>
                    </a:lnTo>
                    <a:lnTo>
                      <a:pt x="632" y="320"/>
                    </a:lnTo>
                    <a:lnTo>
                      <a:pt x="1198" y="320"/>
                    </a:lnTo>
                    <a:lnTo>
                      <a:pt x="1198" y="158"/>
                    </a:lnTo>
                    <a:lnTo>
                      <a:pt x="958" y="158"/>
                    </a:lnTo>
                    <a:close/>
                    <a:moveTo>
                      <a:pt x="968" y="920"/>
                    </a:moveTo>
                    <a:lnTo>
                      <a:pt x="230" y="920"/>
                    </a:lnTo>
                    <a:lnTo>
                      <a:pt x="230" y="826"/>
                    </a:lnTo>
                    <a:lnTo>
                      <a:pt x="968" y="826"/>
                    </a:lnTo>
                    <a:lnTo>
                      <a:pt x="968" y="920"/>
                    </a:lnTo>
                    <a:close/>
                    <a:moveTo>
                      <a:pt x="230" y="1176"/>
                    </a:moveTo>
                    <a:lnTo>
                      <a:pt x="230" y="1082"/>
                    </a:lnTo>
                    <a:lnTo>
                      <a:pt x="968" y="1082"/>
                    </a:lnTo>
                    <a:lnTo>
                      <a:pt x="968" y="1176"/>
                    </a:lnTo>
                    <a:lnTo>
                      <a:pt x="230" y="1176"/>
                    </a:lnTo>
                    <a:close/>
                    <a:moveTo>
                      <a:pt x="968" y="664"/>
                    </a:moveTo>
                    <a:lnTo>
                      <a:pt x="230" y="664"/>
                    </a:lnTo>
                    <a:lnTo>
                      <a:pt x="230" y="570"/>
                    </a:lnTo>
                    <a:lnTo>
                      <a:pt x="968" y="570"/>
                    </a:lnTo>
                    <a:lnTo>
                      <a:pt x="968" y="6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45" name="Freeform 72">
                <a:extLst>
                  <a:ext uri="{FF2B5EF4-FFF2-40B4-BE49-F238E27FC236}">
                    <a16:creationId xmlns:a16="http://schemas.microsoft.com/office/drawing/2014/main" id="{980131C8-2CA4-FB22-D613-2B6E24DB8507}"/>
                  </a:ext>
                </a:extLst>
              </p:cNvPr>
              <p:cNvSpPr>
                <a:spLocks/>
              </p:cNvSpPr>
              <p:nvPr/>
            </p:nvSpPr>
            <p:spPr bwMode="auto">
              <a:xfrm>
                <a:off x="10023475" y="3349625"/>
                <a:ext cx="2663825" cy="1749425"/>
              </a:xfrm>
              <a:custGeom>
                <a:avLst/>
                <a:gdLst>
                  <a:gd name="T0" fmla="*/ 422 w 1678"/>
                  <a:gd name="T1" fmla="*/ 784 h 1102"/>
                  <a:gd name="T2" fmla="*/ 422 w 1678"/>
                  <a:gd name="T3" fmla="*/ 0 h 1102"/>
                  <a:gd name="T4" fmla="*/ 0 w 1678"/>
                  <a:gd name="T5" fmla="*/ 0 h 1102"/>
                  <a:gd name="T6" fmla="*/ 0 w 1678"/>
                  <a:gd name="T7" fmla="*/ 162 h 1102"/>
                  <a:gd name="T8" fmla="*/ 242 w 1678"/>
                  <a:gd name="T9" fmla="*/ 162 h 1102"/>
                  <a:gd name="T10" fmla="*/ 242 w 1678"/>
                  <a:gd name="T11" fmla="*/ 648 h 1102"/>
                  <a:gd name="T12" fmla="*/ 242 w 1678"/>
                  <a:gd name="T13" fmla="*/ 648 h 1102"/>
                  <a:gd name="T14" fmla="*/ 242 w 1678"/>
                  <a:gd name="T15" fmla="*/ 662 h 1102"/>
                  <a:gd name="T16" fmla="*/ 240 w 1678"/>
                  <a:gd name="T17" fmla="*/ 676 h 1102"/>
                  <a:gd name="T18" fmla="*/ 232 w 1678"/>
                  <a:gd name="T19" fmla="*/ 704 h 1102"/>
                  <a:gd name="T20" fmla="*/ 220 w 1678"/>
                  <a:gd name="T21" fmla="*/ 732 h 1102"/>
                  <a:gd name="T22" fmla="*/ 204 w 1678"/>
                  <a:gd name="T23" fmla="*/ 758 h 1102"/>
                  <a:gd name="T24" fmla="*/ 186 w 1678"/>
                  <a:gd name="T25" fmla="*/ 784 h 1102"/>
                  <a:gd name="T26" fmla="*/ 166 w 1678"/>
                  <a:gd name="T27" fmla="*/ 808 h 1102"/>
                  <a:gd name="T28" fmla="*/ 144 w 1678"/>
                  <a:gd name="T29" fmla="*/ 830 h 1102"/>
                  <a:gd name="T30" fmla="*/ 120 w 1678"/>
                  <a:gd name="T31" fmla="*/ 852 h 1102"/>
                  <a:gd name="T32" fmla="*/ 76 w 1678"/>
                  <a:gd name="T33" fmla="*/ 888 h 1102"/>
                  <a:gd name="T34" fmla="*/ 38 w 1678"/>
                  <a:gd name="T35" fmla="*/ 916 h 1102"/>
                  <a:gd name="T36" fmla="*/ 0 w 1678"/>
                  <a:gd name="T37" fmla="*/ 942 h 1102"/>
                  <a:gd name="T38" fmla="*/ 0 w 1678"/>
                  <a:gd name="T39" fmla="*/ 1102 h 1102"/>
                  <a:gd name="T40" fmla="*/ 0 w 1678"/>
                  <a:gd name="T41" fmla="*/ 1102 h 1102"/>
                  <a:gd name="T42" fmla="*/ 6 w 1678"/>
                  <a:gd name="T43" fmla="*/ 1102 h 1102"/>
                  <a:gd name="T44" fmla="*/ 28 w 1678"/>
                  <a:gd name="T45" fmla="*/ 1098 h 1102"/>
                  <a:gd name="T46" fmla="*/ 58 w 1678"/>
                  <a:gd name="T47" fmla="*/ 1090 h 1102"/>
                  <a:gd name="T48" fmla="*/ 98 w 1678"/>
                  <a:gd name="T49" fmla="*/ 1074 h 1102"/>
                  <a:gd name="T50" fmla="*/ 118 w 1678"/>
                  <a:gd name="T51" fmla="*/ 1064 h 1102"/>
                  <a:gd name="T52" fmla="*/ 142 w 1678"/>
                  <a:gd name="T53" fmla="*/ 1050 h 1102"/>
                  <a:gd name="T54" fmla="*/ 166 w 1678"/>
                  <a:gd name="T55" fmla="*/ 1036 h 1102"/>
                  <a:gd name="T56" fmla="*/ 190 w 1678"/>
                  <a:gd name="T57" fmla="*/ 1018 h 1102"/>
                  <a:gd name="T58" fmla="*/ 214 w 1678"/>
                  <a:gd name="T59" fmla="*/ 998 h 1102"/>
                  <a:gd name="T60" fmla="*/ 238 w 1678"/>
                  <a:gd name="T61" fmla="*/ 974 h 1102"/>
                  <a:gd name="T62" fmla="*/ 262 w 1678"/>
                  <a:gd name="T63" fmla="*/ 946 h 1102"/>
                  <a:gd name="T64" fmla="*/ 286 w 1678"/>
                  <a:gd name="T65" fmla="*/ 916 h 1102"/>
                  <a:gd name="T66" fmla="*/ 286 w 1678"/>
                  <a:gd name="T67" fmla="*/ 916 h 1102"/>
                  <a:gd name="T68" fmla="*/ 298 w 1678"/>
                  <a:gd name="T69" fmla="*/ 940 h 1102"/>
                  <a:gd name="T70" fmla="*/ 314 w 1678"/>
                  <a:gd name="T71" fmla="*/ 966 h 1102"/>
                  <a:gd name="T72" fmla="*/ 334 w 1678"/>
                  <a:gd name="T73" fmla="*/ 996 h 1102"/>
                  <a:gd name="T74" fmla="*/ 348 w 1678"/>
                  <a:gd name="T75" fmla="*/ 1012 h 1102"/>
                  <a:gd name="T76" fmla="*/ 362 w 1678"/>
                  <a:gd name="T77" fmla="*/ 1026 h 1102"/>
                  <a:gd name="T78" fmla="*/ 380 w 1678"/>
                  <a:gd name="T79" fmla="*/ 1040 h 1102"/>
                  <a:gd name="T80" fmla="*/ 398 w 1678"/>
                  <a:gd name="T81" fmla="*/ 1052 h 1102"/>
                  <a:gd name="T82" fmla="*/ 416 w 1678"/>
                  <a:gd name="T83" fmla="*/ 1062 h 1102"/>
                  <a:gd name="T84" fmla="*/ 438 w 1678"/>
                  <a:gd name="T85" fmla="*/ 1070 h 1102"/>
                  <a:gd name="T86" fmla="*/ 462 w 1678"/>
                  <a:gd name="T87" fmla="*/ 1076 h 1102"/>
                  <a:gd name="T88" fmla="*/ 486 w 1678"/>
                  <a:gd name="T89" fmla="*/ 1078 h 1102"/>
                  <a:gd name="T90" fmla="*/ 1678 w 1678"/>
                  <a:gd name="T91" fmla="*/ 1078 h 1102"/>
                  <a:gd name="T92" fmla="*/ 1678 w 1678"/>
                  <a:gd name="T93" fmla="*/ 916 h 1102"/>
                  <a:gd name="T94" fmla="*/ 546 w 1678"/>
                  <a:gd name="T95" fmla="*/ 916 h 1102"/>
                  <a:gd name="T96" fmla="*/ 546 w 1678"/>
                  <a:gd name="T97" fmla="*/ 916 h 1102"/>
                  <a:gd name="T98" fmla="*/ 524 w 1678"/>
                  <a:gd name="T99" fmla="*/ 914 h 1102"/>
                  <a:gd name="T100" fmla="*/ 506 w 1678"/>
                  <a:gd name="T101" fmla="*/ 910 h 1102"/>
                  <a:gd name="T102" fmla="*/ 488 w 1678"/>
                  <a:gd name="T103" fmla="*/ 904 h 1102"/>
                  <a:gd name="T104" fmla="*/ 474 w 1678"/>
                  <a:gd name="T105" fmla="*/ 896 h 1102"/>
                  <a:gd name="T106" fmla="*/ 462 w 1678"/>
                  <a:gd name="T107" fmla="*/ 886 h 1102"/>
                  <a:gd name="T108" fmla="*/ 452 w 1678"/>
                  <a:gd name="T109" fmla="*/ 874 h 1102"/>
                  <a:gd name="T110" fmla="*/ 444 w 1678"/>
                  <a:gd name="T111" fmla="*/ 862 h 1102"/>
                  <a:gd name="T112" fmla="*/ 438 w 1678"/>
                  <a:gd name="T113" fmla="*/ 850 h 1102"/>
                  <a:gd name="T114" fmla="*/ 428 w 1678"/>
                  <a:gd name="T115" fmla="*/ 826 h 1102"/>
                  <a:gd name="T116" fmla="*/ 424 w 1678"/>
                  <a:gd name="T117" fmla="*/ 806 h 1102"/>
                  <a:gd name="T118" fmla="*/ 422 w 1678"/>
                  <a:gd name="T119" fmla="*/ 784 h 1102"/>
                  <a:gd name="T120" fmla="*/ 422 w 1678"/>
                  <a:gd name="T121" fmla="*/ 784 h 1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678" h="1102">
                    <a:moveTo>
                      <a:pt x="422" y="784"/>
                    </a:moveTo>
                    <a:lnTo>
                      <a:pt x="422" y="0"/>
                    </a:lnTo>
                    <a:lnTo>
                      <a:pt x="0" y="0"/>
                    </a:lnTo>
                    <a:lnTo>
                      <a:pt x="0" y="162"/>
                    </a:lnTo>
                    <a:lnTo>
                      <a:pt x="242" y="162"/>
                    </a:lnTo>
                    <a:lnTo>
                      <a:pt x="242" y="648"/>
                    </a:lnTo>
                    <a:lnTo>
                      <a:pt x="242" y="648"/>
                    </a:lnTo>
                    <a:lnTo>
                      <a:pt x="242" y="662"/>
                    </a:lnTo>
                    <a:lnTo>
                      <a:pt x="240" y="676"/>
                    </a:lnTo>
                    <a:lnTo>
                      <a:pt x="232" y="704"/>
                    </a:lnTo>
                    <a:lnTo>
                      <a:pt x="220" y="732"/>
                    </a:lnTo>
                    <a:lnTo>
                      <a:pt x="204" y="758"/>
                    </a:lnTo>
                    <a:lnTo>
                      <a:pt x="186" y="784"/>
                    </a:lnTo>
                    <a:lnTo>
                      <a:pt x="166" y="808"/>
                    </a:lnTo>
                    <a:lnTo>
                      <a:pt x="144" y="830"/>
                    </a:lnTo>
                    <a:lnTo>
                      <a:pt x="120" y="852"/>
                    </a:lnTo>
                    <a:lnTo>
                      <a:pt x="76" y="888"/>
                    </a:lnTo>
                    <a:lnTo>
                      <a:pt x="38" y="916"/>
                    </a:lnTo>
                    <a:lnTo>
                      <a:pt x="0" y="942"/>
                    </a:lnTo>
                    <a:lnTo>
                      <a:pt x="0" y="1102"/>
                    </a:lnTo>
                    <a:lnTo>
                      <a:pt x="0" y="1102"/>
                    </a:lnTo>
                    <a:lnTo>
                      <a:pt x="6" y="1102"/>
                    </a:lnTo>
                    <a:lnTo>
                      <a:pt x="28" y="1098"/>
                    </a:lnTo>
                    <a:lnTo>
                      <a:pt x="58" y="1090"/>
                    </a:lnTo>
                    <a:lnTo>
                      <a:pt x="98" y="1074"/>
                    </a:lnTo>
                    <a:lnTo>
                      <a:pt x="118" y="1064"/>
                    </a:lnTo>
                    <a:lnTo>
                      <a:pt x="142" y="1050"/>
                    </a:lnTo>
                    <a:lnTo>
                      <a:pt x="166" y="1036"/>
                    </a:lnTo>
                    <a:lnTo>
                      <a:pt x="190" y="1018"/>
                    </a:lnTo>
                    <a:lnTo>
                      <a:pt x="214" y="998"/>
                    </a:lnTo>
                    <a:lnTo>
                      <a:pt x="238" y="974"/>
                    </a:lnTo>
                    <a:lnTo>
                      <a:pt x="262" y="946"/>
                    </a:lnTo>
                    <a:lnTo>
                      <a:pt x="286" y="916"/>
                    </a:lnTo>
                    <a:lnTo>
                      <a:pt x="286" y="916"/>
                    </a:lnTo>
                    <a:lnTo>
                      <a:pt x="298" y="940"/>
                    </a:lnTo>
                    <a:lnTo>
                      <a:pt x="314" y="966"/>
                    </a:lnTo>
                    <a:lnTo>
                      <a:pt x="334" y="996"/>
                    </a:lnTo>
                    <a:lnTo>
                      <a:pt x="348" y="1012"/>
                    </a:lnTo>
                    <a:lnTo>
                      <a:pt x="362" y="1026"/>
                    </a:lnTo>
                    <a:lnTo>
                      <a:pt x="380" y="1040"/>
                    </a:lnTo>
                    <a:lnTo>
                      <a:pt x="398" y="1052"/>
                    </a:lnTo>
                    <a:lnTo>
                      <a:pt x="416" y="1062"/>
                    </a:lnTo>
                    <a:lnTo>
                      <a:pt x="438" y="1070"/>
                    </a:lnTo>
                    <a:lnTo>
                      <a:pt x="462" y="1076"/>
                    </a:lnTo>
                    <a:lnTo>
                      <a:pt x="486" y="1078"/>
                    </a:lnTo>
                    <a:lnTo>
                      <a:pt x="1678" y="1078"/>
                    </a:lnTo>
                    <a:lnTo>
                      <a:pt x="1678" y="916"/>
                    </a:lnTo>
                    <a:lnTo>
                      <a:pt x="546" y="916"/>
                    </a:lnTo>
                    <a:lnTo>
                      <a:pt x="546" y="916"/>
                    </a:lnTo>
                    <a:lnTo>
                      <a:pt x="524" y="914"/>
                    </a:lnTo>
                    <a:lnTo>
                      <a:pt x="506" y="910"/>
                    </a:lnTo>
                    <a:lnTo>
                      <a:pt x="488" y="904"/>
                    </a:lnTo>
                    <a:lnTo>
                      <a:pt x="474" y="896"/>
                    </a:lnTo>
                    <a:lnTo>
                      <a:pt x="462" y="886"/>
                    </a:lnTo>
                    <a:lnTo>
                      <a:pt x="452" y="874"/>
                    </a:lnTo>
                    <a:lnTo>
                      <a:pt x="444" y="862"/>
                    </a:lnTo>
                    <a:lnTo>
                      <a:pt x="438" y="850"/>
                    </a:lnTo>
                    <a:lnTo>
                      <a:pt x="428" y="826"/>
                    </a:lnTo>
                    <a:lnTo>
                      <a:pt x="424" y="806"/>
                    </a:lnTo>
                    <a:lnTo>
                      <a:pt x="422" y="784"/>
                    </a:lnTo>
                    <a:lnTo>
                      <a:pt x="422" y="7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46" name="Freeform 73">
                <a:extLst>
                  <a:ext uri="{FF2B5EF4-FFF2-40B4-BE49-F238E27FC236}">
                    <a16:creationId xmlns:a16="http://schemas.microsoft.com/office/drawing/2014/main" id="{9EFE7FE1-A9E4-6816-72FD-A60967D87F28}"/>
                  </a:ext>
                </a:extLst>
              </p:cNvPr>
              <p:cNvSpPr>
                <a:spLocks/>
              </p:cNvSpPr>
              <p:nvPr/>
            </p:nvSpPr>
            <p:spPr bwMode="auto">
              <a:xfrm>
                <a:off x="10023475" y="2508250"/>
                <a:ext cx="669925" cy="558800"/>
              </a:xfrm>
              <a:custGeom>
                <a:avLst/>
                <a:gdLst>
                  <a:gd name="T0" fmla="*/ 422 w 422"/>
                  <a:gd name="T1" fmla="*/ 176 h 352"/>
                  <a:gd name="T2" fmla="*/ 0 w 422"/>
                  <a:gd name="T3" fmla="*/ 0 h 352"/>
                  <a:gd name="T4" fmla="*/ 0 w 422"/>
                  <a:gd name="T5" fmla="*/ 176 h 352"/>
                  <a:gd name="T6" fmla="*/ 422 w 422"/>
                  <a:gd name="T7" fmla="*/ 352 h 352"/>
                  <a:gd name="T8" fmla="*/ 422 w 422"/>
                  <a:gd name="T9" fmla="*/ 176 h 352"/>
                </a:gdLst>
                <a:ahLst/>
                <a:cxnLst>
                  <a:cxn ang="0">
                    <a:pos x="T0" y="T1"/>
                  </a:cxn>
                  <a:cxn ang="0">
                    <a:pos x="T2" y="T3"/>
                  </a:cxn>
                  <a:cxn ang="0">
                    <a:pos x="T4" y="T5"/>
                  </a:cxn>
                  <a:cxn ang="0">
                    <a:pos x="T6" y="T7"/>
                  </a:cxn>
                  <a:cxn ang="0">
                    <a:pos x="T8" y="T9"/>
                  </a:cxn>
                </a:cxnLst>
                <a:rect l="0" t="0" r="r" b="b"/>
                <a:pathLst>
                  <a:path w="422" h="352">
                    <a:moveTo>
                      <a:pt x="422" y="176"/>
                    </a:moveTo>
                    <a:lnTo>
                      <a:pt x="0" y="0"/>
                    </a:lnTo>
                    <a:lnTo>
                      <a:pt x="0" y="176"/>
                    </a:lnTo>
                    <a:lnTo>
                      <a:pt x="422" y="352"/>
                    </a:lnTo>
                    <a:lnTo>
                      <a:pt x="422" y="1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47" name="Freeform 74">
                <a:extLst>
                  <a:ext uri="{FF2B5EF4-FFF2-40B4-BE49-F238E27FC236}">
                    <a16:creationId xmlns:a16="http://schemas.microsoft.com/office/drawing/2014/main" id="{1896C02E-D991-118E-9408-06CAA7F26E86}"/>
                  </a:ext>
                </a:extLst>
              </p:cNvPr>
              <p:cNvSpPr>
                <a:spLocks noEditPoints="1"/>
              </p:cNvSpPr>
              <p:nvPr/>
            </p:nvSpPr>
            <p:spPr bwMode="auto">
              <a:xfrm>
                <a:off x="7054850" y="2419350"/>
                <a:ext cx="1266825" cy="2641600"/>
              </a:xfrm>
              <a:custGeom>
                <a:avLst/>
                <a:gdLst>
                  <a:gd name="T0" fmla="*/ 724 w 798"/>
                  <a:gd name="T1" fmla="*/ 700 h 1664"/>
                  <a:gd name="T2" fmla="*/ 724 w 798"/>
                  <a:gd name="T3" fmla="*/ 556 h 1664"/>
                  <a:gd name="T4" fmla="*/ 776 w 798"/>
                  <a:gd name="T5" fmla="*/ 578 h 1664"/>
                  <a:gd name="T6" fmla="*/ 794 w 798"/>
                  <a:gd name="T7" fmla="*/ 422 h 1664"/>
                  <a:gd name="T8" fmla="*/ 750 w 798"/>
                  <a:gd name="T9" fmla="*/ 380 h 1664"/>
                  <a:gd name="T10" fmla="*/ 672 w 798"/>
                  <a:gd name="T11" fmla="*/ 296 h 1664"/>
                  <a:gd name="T12" fmla="*/ 610 w 798"/>
                  <a:gd name="T13" fmla="*/ 220 h 1664"/>
                  <a:gd name="T14" fmla="*/ 564 w 798"/>
                  <a:gd name="T15" fmla="*/ 154 h 1664"/>
                  <a:gd name="T16" fmla="*/ 518 w 798"/>
                  <a:gd name="T17" fmla="*/ 72 h 1664"/>
                  <a:gd name="T18" fmla="*/ 492 w 798"/>
                  <a:gd name="T19" fmla="*/ 8 h 1664"/>
                  <a:gd name="T20" fmla="*/ 304 w 798"/>
                  <a:gd name="T21" fmla="*/ 0 h 1664"/>
                  <a:gd name="T22" fmla="*/ 302 w 798"/>
                  <a:gd name="T23" fmla="*/ 8 h 1664"/>
                  <a:gd name="T24" fmla="*/ 276 w 798"/>
                  <a:gd name="T25" fmla="*/ 72 h 1664"/>
                  <a:gd name="T26" fmla="*/ 230 w 798"/>
                  <a:gd name="T27" fmla="*/ 154 h 1664"/>
                  <a:gd name="T28" fmla="*/ 182 w 798"/>
                  <a:gd name="T29" fmla="*/ 220 h 1664"/>
                  <a:gd name="T30" fmla="*/ 122 w 798"/>
                  <a:gd name="T31" fmla="*/ 296 h 1664"/>
                  <a:gd name="T32" fmla="*/ 44 w 798"/>
                  <a:gd name="T33" fmla="*/ 380 h 1664"/>
                  <a:gd name="T34" fmla="*/ 0 w 798"/>
                  <a:gd name="T35" fmla="*/ 584 h 1664"/>
                  <a:gd name="T36" fmla="*/ 18 w 798"/>
                  <a:gd name="T37" fmla="*/ 578 h 1664"/>
                  <a:gd name="T38" fmla="*/ 74 w 798"/>
                  <a:gd name="T39" fmla="*/ 556 h 1664"/>
                  <a:gd name="T40" fmla="*/ 308 w 798"/>
                  <a:gd name="T41" fmla="*/ 700 h 1664"/>
                  <a:gd name="T42" fmla="*/ 0 w 798"/>
                  <a:gd name="T43" fmla="*/ 870 h 1664"/>
                  <a:gd name="T44" fmla="*/ 308 w 798"/>
                  <a:gd name="T45" fmla="*/ 1032 h 1664"/>
                  <a:gd name="T46" fmla="*/ 2 w 798"/>
                  <a:gd name="T47" fmla="*/ 1502 h 1664"/>
                  <a:gd name="T48" fmla="*/ 794 w 798"/>
                  <a:gd name="T49" fmla="*/ 1664 h 1664"/>
                  <a:gd name="T50" fmla="*/ 488 w 798"/>
                  <a:gd name="T51" fmla="*/ 1502 h 1664"/>
                  <a:gd name="T52" fmla="*/ 798 w 798"/>
                  <a:gd name="T53" fmla="*/ 1032 h 1664"/>
                  <a:gd name="T54" fmla="*/ 488 w 798"/>
                  <a:gd name="T55" fmla="*/ 870 h 1664"/>
                  <a:gd name="T56" fmla="*/ 396 w 798"/>
                  <a:gd name="T57" fmla="*/ 212 h 1664"/>
                  <a:gd name="T58" fmla="*/ 440 w 798"/>
                  <a:gd name="T59" fmla="*/ 278 h 1664"/>
                  <a:gd name="T60" fmla="*/ 520 w 798"/>
                  <a:gd name="T61" fmla="*/ 386 h 1664"/>
                  <a:gd name="T62" fmla="*/ 596 w 798"/>
                  <a:gd name="T63" fmla="*/ 464 h 1664"/>
                  <a:gd name="T64" fmla="*/ 662 w 798"/>
                  <a:gd name="T65" fmla="*/ 520 h 1664"/>
                  <a:gd name="T66" fmla="*/ 102 w 798"/>
                  <a:gd name="T67" fmla="*/ 538 h 1664"/>
                  <a:gd name="T68" fmla="*/ 130 w 798"/>
                  <a:gd name="T69" fmla="*/ 520 h 1664"/>
                  <a:gd name="T70" fmla="*/ 198 w 798"/>
                  <a:gd name="T71" fmla="*/ 464 h 1664"/>
                  <a:gd name="T72" fmla="*/ 272 w 798"/>
                  <a:gd name="T73" fmla="*/ 386 h 1664"/>
                  <a:gd name="T74" fmla="*/ 354 w 798"/>
                  <a:gd name="T75" fmla="*/ 278 h 1664"/>
                  <a:gd name="T76" fmla="*/ 396 w 798"/>
                  <a:gd name="T77" fmla="*/ 212 h 1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98" h="1664">
                    <a:moveTo>
                      <a:pt x="488" y="700"/>
                    </a:moveTo>
                    <a:lnTo>
                      <a:pt x="724" y="700"/>
                    </a:lnTo>
                    <a:lnTo>
                      <a:pt x="724" y="556"/>
                    </a:lnTo>
                    <a:lnTo>
                      <a:pt x="724" y="556"/>
                    </a:lnTo>
                    <a:lnTo>
                      <a:pt x="754" y="570"/>
                    </a:lnTo>
                    <a:lnTo>
                      <a:pt x="776" y="578"/>
                    </a:lnTo>
                    <a:lnTo>
                      <a:pt x="794" y="584"/>
                    </a:lnTo>
                    <a:lnTo>
                      <a:pt x="794" y="422"/>
                    </a:lnTo>
                    <a:lnTo>
                      <a:pt x="794" y="422"/>
                    </a:lnTo>
                    <a:lnTo>
                      <a:pt x="750" y="380"/>
                    </a:lnTo>
                    <a:lnTo>
                      <a:pt x="708" y="338"/>
                    </a:lnTo>
                    <a:lnTo>
                      <a:pt x="672" y="296"/>
                    </a:lnTo>
                    <a:lnTo>
                      <a:pt x="640" y="258"/>
                    </a:lnTo>
                    <a:lnTo>
                      <a:pt x="610" y="220"/>
                    </a:lnTo>
                    <a:lnTo>
                      <a:pt x="586" y="186"/>
                    </a:lnTo>
                    <a:lnTo>
                      <a:pt x="564" y="154"/>
                    </a:lnTo>
                    <a:lnTo>
                      <a:pt x="546" y="124"/>
                    </a:lnTo>
                    <a:lnTo>
                      <a:pt x="518" y="72"/>
                    </a:lnTo>
                    <a:lnTo>
                      <a:pt x="500" y="34"/>
                    </a:lnTo>
                    <a:lnTo>
                      <a:pt x="492" y="8"/>
                    </a:lnTo>
                    <a:lnTo>
                      <a:pt x="488" y="0"/>
                    </a:lnTo>
                    <a:lnTo>
                      <a:pt x="304" y="0"/>
                    </a:lnTo>
                    <a:lnTo>
                      <a:pt x="304" y="0"/>
                    </a:lnTo>
                    <a:lnTo>
                      <a:pt x="302" y="8"/>
                    </a:lnTo>
                    <a:lnTo>
                      <a:pt x="292" y="34"/>
                    </a:lnTo>
                    <a:lnTo>
                      <a:pt x="276" y="72"/>
                    </a:lnTo>
                    <a:lnTo>
                      <a:pt x="248" y="124"/>
                    </a:lnTo>
                    <a:lnTo>
                      <a:pt x="230" y="154"/>
                    </a:lnTo>
                    <a:lnTo>
                      <a:pt x="208" y="186"/>
                    </a:lnTo>
                    <a:lnTo>
                      <a:pt x="182" y="220"/>
                    </a:lnTo>
                    <a:lnTo>
                      <a:pt x="154" y="258"/>
                    </a:lnTo>
                    <a:lnTo>
                      <a:pt x="122" y="296"/>
                    </a:lnTo>
                    <a:lnTo>
                      <a:pt x="86" y="338"/>
                    </a:lnTo>
                    <a:lnTo>
                      <a:pt x="44" y="380"/>
                    </a:lnTo>
                    <a:lnTo>
                      <a:pt x="0" y="422"/>
                    </a:lnTo>
                    <a:lnTo>
                      <a:pt x="0" y="584"/>
                    </a:lnTo>
                    <a:lnTo>
                      <a:pt x="0" y="584"/>
                    </a:lnTo>
                    <a:lnTo>
                      <a:pt x="18" y="578"/>
                    </a:lnTo>
                    <a:lnTo>
                      <a:pt x="42" y="570"/>
                    </a:lnTo>
                    <a:lnTo>
                      <a:pt x="74" y="556"/>
                    </a:lnTo>
                    <a:lnTo>
                      <a:pt x="74" y="700"/>
                    </a:lnTo>
                    <a:lnTo>
                      <a:pt x="308" y="700"/>
                    </a:lnTo>
                    <a:lnTo>
                      <a:pt x="308" y="870"/>
                    </a:lnTo>
                    <a:lnTo>
                      <a:pt x="0" y="870"/>
                    </a:lnTo>
                    <a:lnTo>
                      <a:pt x="0" y="1032"/>
                    </a:lnTo>
                    <a:lnTo>
                      <a:pt x="308" y="1032"/>
                    </a:lnTo>
                    <a:lnTo>
                      <a:pt x="308" y="1502"/>
                    </a:lnTo>
                    <a:lnTo>
                      <a:pt x="2" y="1502"/>
                    </a:lnTo>
                    <a:lnTo>
                      <a:pt x="2" y="1664"/>
                    </a:lnTo>
                    <a:lnTo>
                      <a:pt x="794" y="1664"/>
                    </a:lnTo>
                    <a:lnTo>
                      <a:pt x="794" y="1502"/>
                    </a:lnTo>
                    <a:lnTo>
                      <a:pt x="488" y="1502"/>
                    </a:lnTo>
                    <a:lnTo>
                      <a:pt x="488" y="1032"/>
                    </a:lnTo>
                    <a:lnTo>
                      <a:pt x="798" y="1032"/>
                    </a:lnTo>
                    <a:lnTo>
                      <a:pt x="798" y="870"/>
                    </a:lnTo>
                    <a:lnTo>
                      <a:pt x="488" y="870"/>
                    </a:lnTo>
                    <a:lnTo>
                      <a:pt x="488" y="700"/>
                    </a:lnTo>
                    <a:close/>
                    <a:moveTo>
                      <a:pt x="396" y="212"/>
                    </a:moveTo>
                    <a:lnTo>
                      <a:pt x="396" y="212"/>
                    </a:lnTo>
                    <a:lnTo>
                      <a:pt x="440" y="278"/>
                    </a:lnTo>
                    <a:lnTo>
                      <a:pt x="480" y="334"/>
                    </a:lnTo>
                    <a:lnTo>
                      <a:pt x="520" y="386"/>
                    </a:lnTo>
                    <a:lnTo>
                      <a:pt x="560" y="428"/>
                    </a:lnTo>
                    <a:lnTo>
                      <a:pt x="596" y="464"/>
                    </a:lnTo>
                    <a:lnTo>
                      <a:pt x="630" y="494"/>
                    </a:lnTo>
                    <a:lnTo>
                      <a:pt x="662" y="520"/>
                    </a:lnTo>
                    <a:lnTo>
                      <a:pt x="692" y="538"/>
                    </a:lnTo>
                    <a:lnTo>
                      <a:pt x="102" y="538"/>
                    </a:lnTo>
                    <a:lnTo>
                      <a:pt x="102" y="538"/>
                    </a:lnTo>
                    <a:lnTo>
                      <a:pt x="130" y="520"/>
                    </a:lnTo>
                    <a:lnTo>
                      <a:pt x="162" y="494"/>
                    </a:lnTo>
                    <a:lnTo>
                      <a:pt x="198" y="464"/>
                    </a:lnTo>
                    <a:lnTo>
                      <a:pt x="234" y="428"/>
                    </a:lnTo>
                    <a:lnTo>
                      <a:pt x="272" y="386"/>
                    </a:lnTo>
                    <a:lnTo>
                      <a:pt x="314" y="334"/>
                    </a:lnTo>
                    <a:lnTo>
                      <a:pt x="354" y="278"/>
                    </a:lnTo>
                    <a:lnTo>
                      <a:pt x="396" y="212"/>
                    </a:lnTo>
                    <a:lnTo>
                      <a:pt x="396" y="2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48" name="Freeform 75">
                <a:extLst>
                  <a:ext uri="{FF2B5EF4-FFF2-40B4-BE49-F238E27FC236}">
                    <a16:creationId xmlns:a16="http://schemas.microsoft.com/office/drawing/2014/main" id="{012BB5A7-01DC-A8DD-DB3A-3EA0518F73E7}"/>
                  </a:ext>
                </a:extLst>
              </p:cNvPr>
              <p:cNvSpPr>
                <a:spLocks/>
              </p:cNvSpPr>
              <p:nvPr/>
            </p:nvSpPr>
            <p:spPr bwMode="auto">
              <a:xfrm>
                <a:off x="7146925" y="4137025"/>
                <a:ext cx="276225" cy="581025"/>
              </a:xfrm>
              <a:custGeom>
                <a:avLst/>
                <a:gdLst>
                  <a:gd name="T0" fmla="*/ 138 w 174"/>
                  <a:gd name="T1" fmla="*/ 0 h 366"/>
                  <a:gd name="T2" fmla="*/ 0 w 174"/>
                  <a:gd name="T3" fmla="*/ 0 h 366"/>
                  <a:gd name="T4" fmla="*/ 36 w 174"/>
                  <a:gd name="T5" fmla="*/ 366 h 366"/>
                  <a:gd name="T6" fmla="*/ 174 w 174"/>
                  <a:gd name="T7" fmla="*/ 366 h 366"/>
                  <a:gd name="T8" fmla="*/ 138 w 174"/>
                  <a:gd name="T9" fmla="*/ 0 h 366"/>
                </a:gdLst>
                <a:ahLst/>
                <a:cxnLst>
                  <a:cxn ang="0">
                    <a:pos x="T0" y="T1"/>
                  </a:cxn>
                  <a:cxn ang="0">
                    <a:pos x="T2" y="T3"/>
                  </a:cxn>
                  <a:cxn ang="0">
                    <a:pos x="T4" y="T5"/>
                  </a:cxn>
                  <a:cxn ang="0">
                    <a:pos x="T6" y="T7"/>
                  </a:cxn>
                  <a:cxn ang="0">
                    <a:pos x="T8" y="T9"/>
                  </a:cxn>
                </a:cxnLst>
                <a:rect l="0" t="0" r="r" b="b"/>
                <a:pathLst>
                  <a:path w="174" h="366">
                    <a:moveTo>
                      <a:pt x="138" y="0"/>
                    </a:moveTo>
                    <a:lnTo>
                      <a:pt x="0" y="0"/>
                    </a:lnTo>
                    <a:lnTo>
                      <a:pt x="36" y="366"/>
                    </a:lnTo>
                    <a:lnTo>
                      <a:pt x="174" y="366"/>
                    </a:lnTo>
                    <a:lnTo>
                      <a:pt x="13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49" name="Freeform 76">
                <a:extLst>
                  <a:ext uri="{FF2B5EF4-FFF2-40B4-BE49-F238E27FC236}">
                    <a16:creationId xmlns:a16="http://schemas.microsoft.com/office/drawing/2014/main" id="{5391C85D-ABD7-C528-5D3E-DB718289EBED}"/>
                  </a:ext>
                </a:extLst>
              </p:cNvPr>
              <p:cNvSpPr>
                <a:spLocks/>
              </p:cNvSpPr>
              <p:nvPr/>
            </p:nvSpPr>
            <p:spPr bwMode="auto">
              <a:xfrm>
                <a:off x="7950200" y="4137025"/>
                <a:ext cx="279400" cy="581025"/>
              </a:xfrm>
              <a:custGeom>
                <a:avLst/>
                <a:gdLst>
                  <a:gd name="T0" fmla="*/ 138 w 176"/>
                  <a:gd name="T1" fmla="*/ 366 h 366"/>
                  <a:gd name="T2" fmla="*/ 176 w 176"/>
                  <a:gd name="T3" fmla="*/ 0 h 366"/>
                  <a:gd name="T4" fmla="*/ 36 w 176"/>
                  <a:gd name="T5" fmla="*/ 0 h 366"/>
                  <a:gd name="T6" fmla="*/ 0 w 176"/>
                  <a:gd name="T7" fmla="*/ 366 h 366"/>
                  <a:gd name="T8" fmla="*/ 138 w 176"/>
                  <a:gd name="T9" fmla="*/ 366 h 366"/>
                </a:gdLst>
                <a:ahLst/>
                <a:cxnLst>
                  <a:cxn ang="0">
                    <a:pos x="T0" y="T1"/>
                  </a:cxn>
                  <a:cxn ang="0">
                    <a:pos x="T2" y="T3"/>
                  </a:cxn>
                  <a:cxn ang="0">
                    <a:pos x="T4" y="T5"/>
                  </a:cxn>
                  <a:cxn ang="0">
                    <a:pos x="T6" y="T7"/>
                  </a:cxn>
                  <a:cxn ang="0">
                    <a:pos x="T8" y="T9"/>
                  </a:cxn>
                </a:cxnLst>
                <a:rect l="0" t="0" r="r" b="b"/>
                <a:pathLst>
                  <a:path w="176" h="366">
                    <a:moveTo>
                      <a:pt x="138" y="366"/>
                    </a:moveTo>
                    <a:lnTo>
                      <a:pt x="176" y="0"/>
                    </a:lnTo>
                    <a:lnTo>
                      <a:pt x="36" y="0"/>
                    </a:lnTo>
                    <a:lnTo>
                      <a:pt x="0" y="366"/>
                    </a:lnTo>
                    <a:lnTo>
                      <a:pt x="138" y="3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50" name="Freeform 77">
                <a:extLst>
                  <a:ext uri="{FF2B5EF4-FFF2-40B4-BE49-F238E27FC236}">
                    <a16:creationId xmlns:a16="http://schemas.microsoft.com/office/drawing/2014/main" id="{EB30C770-4689-7CB3-BCC1-87486C636239}"/>
                  </a:ext>
                </a:extLst>
              </p:cNvPr>
              <p:cNvSpPr>
                <a:spLocks/>
              </p:cNvSpPr>
              <p:nvPr/>
            </p:nvSpPr>
            <p:spPr bwMode="auto">
              <a:xfrm>
                <a:off x="8397875" y="2422525"/>
                <a:ext cx="1387475" cy="2679700"/>
              </a:xfrm>
              <a:custGeom>
                <a:avLst/>
                <a:gdLst>
                  <a:gd name="T0" fmla="*/ 554 w 874"/>
                  <a:gd name="T1" fmla="*/ 768 h 1688"/>
                  <a:gd name="T2" fmla="*/ 834 w 874"/>
                  <a:gd name="T3" fmla="*/ 382 h 1688"/>
                  <a:gd name="T4" fmla="*/ 294 w 874"/>
                  <a:gd name="T5" fmla="*/ 222 h 1688"/>
                  <a:gd name="T6" fmla="*/ 308 w 874"/>
                  <a:gd name="T7" fmla="*/ 170 h 1688"/>
                  <a:gd name="T8" fmla="*/ 332 w 874"/>
                  <a:gd name="T9" fmla="*/ 60 h 1688"/>
                  <a:gd name="T10" fmla="*/ 164 w 874"/>
                  <a:gd name="T11" fmla="*/ 0 h 1688"/>
                  <a:gd name="T12" fmla="*/ 158 w 874"/>
                  <a:gd name="T13" fmla="*/ 48 h 1688"/>
                  <a:gd name="T14" fmla="*/ 136 w 874"/>
                  <a:gd name="T15" fmla="*/ 168 h 1688"/>
                  <a:gd name="T16" fmla="*/ 114 w 874"/>
                  <a:gd name="T17" fmla="*/ 242 h 1688"/>
                  <a:gd name="T18" fmla="*/ 86 w 874"/>
                  <a:gd name="T19" fmla="*/ 320 h 1688"/>
                  <a:gd name="T20" fmla="*/ 48 w 874"/>
                  <a:gd name="T21" fmla="*/ 398 h 1688"/>
                  <a:gd name="T22" fmla="*/ 0 w 874"/>
                  <a:gd name="T23" fmla="*/ 468 h 1688"/>
                  <a:gd name="T24" fmla="*/ 0 w 874"/>
                  <a:gd name="T25" fmla="*/ 686 h 1688"/>
                  <a:gd name="T26" fmla="*/ 22 w 874"/>
                  <a:gd name="T27" fmla="*/ 670 h 1688"/>
                  <a:gd name="T28" fmla="*/ 78 w 874"/>
                  <a:gd name="T29" fmla="*/ 620 h 1688"/>
                  <a:gd name="T30" fmla="*/ 116 w 874"/>
                  <a:gd name="T31" fmla="*/ 580 h 1688"/>
                  <a:gd name="T32" fmla="*/ 154 w 874"/>
                  <a:gd name="T33" fmla="*/ 526 h 1688"/>
                  <a:gd name="T34" fmla="*/ 196 w 874"/>
                  <a:gd name="T35" fmla="*/ 462 h 1688"/>
                  <a:gd name="T36" fmla="*/ 236 w 874"/>
                  <a:gd name="T37" fmla="*/ 382 h 1688"/>
                  <a:gd name="T38" fmla="*/ 374 w 874"/>
                  <a:gd name="T39" fmla="*/ 768 h 1688"/>
                  <a:gd name="T40" fmla="*/ 20 w 874"/>
                  <a:gd name="T41" fmla="*/ 930 h 1688"/>
                  <a:gd name="T42" fmla="*/ 364 w 874"/>
                  <a:gd name="T43" fmla="*/ 930 h 1688"/>
                  <a:gd name="T44" fmla="*/ 352 w 874"/>
                  <a:gd name="T45" fmla="*/ 1002 h 1688"/>
                  <a:gd name="T46" fmla="*/ 334 w 874"/>
                  <a:gd name="T47" fmla="*/ 1072 h 1688"/>
                  <a:gd name="T48" fmla="*/ 312 w 874"/>
                  <a:gd name="T49" fmla="*/ 1134 h 1688"/>
                  <a:gd name="T50" fmla="*/ 286 w 874"/>
                  <a:gd name="T51" fmla="*/ 1190 h 1688"/>
                  <a:gd name="T52" fmla="*/ 228 w 874"/>
                  <a:gd name="T53" fmla="*/ 1288 h 1688"/>
                  <a:gd name="T54" fmla="*/ 168 w 874"/>
                  <a:gd name="T55" fmla="*/ 1366 h 1688"/>
                  <a:gd name="T56" fmla="*/ 108 w 874"/>
                  <a:gd name="T57" fmla="*/ 1424 h 1688"/>
                  <a:gd name="T58" fmla="*/ 58 w 874"/>
                  <a:gd name="T59" fmla="*/ 1466 h 1688"/>
                  <a:gd name="T60" fmla="*/ 12 w 874"/>
                  <a:gd name="T61" fmla="*/ 1496 h 1688"/>
                  <a:gd name="T62" fmla="*/ 12 w 874"/>
                  <a:gd name="T63" fmla="*/ 1688 h 1688"/>
                  <a:gd name="T64" fmla="*/ 62 w 874"/>
                  <a:gd name="T65" fmla="*/ 1660 h 1688"/>
                  <a:gd name="T66" fmla="*/ 118 w 874"/>
                  <a:gd name="T67" fmla="*/ 1622 h 1688"/>
                  <a:gd name="T68" fmla="*/ 186 w 874"/>
                  <a:gd name="T69" fmla="*/ 1570 h 1688"/>
                  <a:gd name="T70" fmla="*/ 260 w 874"/>
                  <a:gd name="T71" fmla="*/ 1500 h 1688"/>
                  <a:gd name="T72" fmla="*/ 338 w 874"/>
                  <a:gd name="T73" fmla="*/ 1414 h 1688"/>
                  <a:gd name="T74" fmla="*/ 410 w 874"/>
                  <a:gd name="T75" fmla="*/ 1312 h 1688"/>
                  <a:gd name="T76" fmla="*/ 458 w 874"/>
                  <a:gd name="T77" fmla="*/ 1222 h 1688"/>
                  <a:gd name="T78" fmla="*/ 474 w 874"/>
                  <a:gd name="T79" fmla="*/ 1192 h 1688"/>
                  <a:gd name="T80" fmla="*/ 514 w 874"/>
                  <a:gd name="T81" fmla="*/ 1292 h 1688"/>
                  <a:gd name="T82" fmla="*/ 548 w 874"/>
                  <a:gd name="T83" fmla="*/ 1358 h 1688"/>
                  <a:gd name="T84" fmla="*/ 592 w 874"/>
                  <a:gd name="T85" fmla="*/ 1432 h 1688"/>
                  <a:gd name="T86" fmla="*/ 646 w 874"/>
                  <a:gd name="T87" fmla="*/ 1504 h 1688"/>
                  <a:gd name="T88" fmla="*/ 710 w 874"/>
                  <a:gd name="T89" fmla="*/ 1576 h 1688"/>
                  <a:gd name="T90" fmla="*/ 786 w 874"/>
                  <a:gd name="T91" fmla="*/ 1638 h 1688"/>
                  <a:gd name="T92" fmla="*/ 852 w 874"/>
                  <a:gd name="T93" fmla="*/ 1678 h 1688"/>
                  <a:gd name="T94" fmla="*/ 874 w 874"/>
                  <a:gd name="T95" fmla="*/ 1496 h 1688"/>
                  <a:gd name="T96" fmla="*/ 864 w 874"/>
                  <a:gd name="T97" fmla="*/ 1488 h 1688"/>
                  <a:gd name="T98" fmla="*/ 816 w 874"/>
                  <a:gd name="T99" fmla="*/ 1444 h 1688"/>
                  <a:gd name="T100" fmla="*/ 772 w 874"/>
                  <a:gd name="T101" fmla="*/ 1394 h 1688"/>
                  <a:gd name="T102" fmla="*/ 722 w 874"/>
                  <a:gd name="T103" fmla="*/ 1324 h 1688"/>
                  <a:gd name="T104" fmla="*/ 672 w 874"/>
                  <a:gd name="T105" fmla="*/ 1236 h 1688"/>
                  <a:gd name="T106" fmla="*/ 626 w 874"/>
                  <a:gd name="T107" fmla="*/ 1130 h 1688"/>
                  <a:gd name="T108" fmla="*/ 590 w 874"/>
                  <a:gd name="T109" fmla="*/ 1002 h 1688"/>
                  <a:gd name="T110" fmla="*/ 578 w 874"/>
                  <a:gd name="T111" fmla="*/ 930 h 1688"/>
                  <a:gd name="T112" fmla="*/ 874 w 874"/>
                  <a:gd name="T113" fmla="*/ 768 h 16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74" h="1688">
                    <a:moveTo>
                      <a:pt x="874" y="768"/>
                    </a:moveTo>
                    <a:lnTo>
                      <a:pt x="554" y="768"/>
                    </a:lnTo>
                    <a:lnTo>
                      <a:pt x="554" y="382"/>
                    </a:lnTo>
                    <a:lnTo>
                      <a:pt x="834" y="382"/>
                    </a:lnTo>
                    <a:lnTo>
                      <a:pt x="834" y="222"/>
                    </a:lnTo>
                    <a:lnTo>
                      <a:pt x="294" y="222"/>
                    </a:lnTo>
                    <a:lnTo>
                      <a:pt x="294" y="222"/>
                    </a:lnTo>
                    <a:lnTo>
                      <a:pt x="308" y="170"/>
                    </a:lnTo>
                    <a:lnTo>
                      <a:pt x="320" y="118"/>
                    </a:lnTo>
                    <a:lnTo>
                      <a:pt x="332" y="60"/>
                    </a:lnTo>
                    <a:lnTo>
                      <a:pt x="340" y="0"/>
                    </a:lnTo>
                    <a:lnTo>
                      <a:pt x="164" y="0"/>
                    </a:lnTo>
                    <a:lnTo>
                      <a:pt x="164" y="0"/>
                    </a:lnTo>
                    <a:lnTo>
                      <a:pt x="158" y="48"/>
                    </a:lnTo>
                    <a:lnTo>
                      <a:pt x="150" y="102"/>
                    </a:lnTo>
                    <a:lnTo>
                      <a:pt x="136" y="168"/>
                    </a:lnTo>
                    <a:lnTo>
                      <a:pt x="126" y="204"/>
                    </a:lnTo>
                    <a:lnTo>
                      <a:pt x="114" y="242"/>
                    </a:lnTo>
                    <a:lnTo>
                      <a:pt x="102" y="282"/>
                    </a:lnTo>
                    <a:lnTo>
                      <a:pt x="86" y="320"/>
                    </a:lnTo>
                    <a:lnTo>
                      <a:pt x="68" y="360"/>
                    </a:lnTo>
                    <a:lnTo>
                      <a:pt x="48" y="398"/>
                    </a:lnTo>
                    <a:lnTo>
                      <a:pt x="26" y="434"/>
                    </a:lnTo>
                    <a:lnTo>
                      <a:pt x="0" y="468"/>
                    </a:lnTo>
                    <a:lnTo>
                      <a:pt x="0" y="686"/>
                    </a:lnTo>
                    <a:lnTo>
                      <a:pt x="0" y="686"/>
                    </a:lnTo>
                    <a:lnTo>
                      <a:pt x="6" y="682"/>
                    </a:lnTo>
                    <a:lnTo>
                      <a:pt x="22" y="670"/>
                    </a:lnTo>
                    <a:lnTo>
                      <a:pt x="46" y="650"/>
                    </a:lnTo>
                    <a:lnTo>
                      <a:pt x="78" y="620"/>
                    </a:lnTo>
                    <a:lnTo>
                      <a:pt x="96" y="602"/>
                    </a:lnTo>
                    <a:lnTo>
                      <a:pt x="116" y="580"/>
                    </a:lnTo>
                    <a:lnTo>
                      <a:pt x="134" y="554"/>
                    </a:lnTo>
                    <a:lnTo>
                      <a:pt x="154" y="526"/>
                    </a:lnTo>
                    <a:lnTo>
                      <a:pt x="176" y="496"/>
                    </a:lnTo>
                    <a:lnTo>
                      <a:pt x="196" y="462"/>
                    </a:lnTo>
                    <a:lnTo>
                      <a:pt x="216" y="424"/>
                    </a:lnTo>
                    <a:lnTo>
                      <a:pt x="236" y="382"/>
                    </a:lnTo>
                    <a:lnTo>
                      <a:pt x="374" y="382"/>
                    </a:lnTo>
                    <a:lnTo>
                      <a:pt x="374" y="768"/>
                    </a:lnTo>
                    <a:lnTo>
                      <a:pt x="20" y="768"/>
                    </a:lnTo>
                    <a:lnTo>
                      <a:pt x="20" y="930"/>
                    </a:lnTo>
                    <a:lnTo>
                      <a:pt x="364" y="930"/>
                    </a:lnTo>
                    <a:lnTo>
                      <a:pt x="364" y="930"/>
                    </a:lnTo>
                    <a:lnTo>
                      <a:pt x="358" y="966"/>
                    </a:lnTo>
                    <a:lnTo>
                      <a:pt x="352" y="1002"/>
                    </a:lnTo>
                    <a:lnTo>
                      <a:pt x="344" y="1038"/>
                    </a:lnTo>
                    <a:lnTo>
                      <a:pt x="334" y="1072"/>
                    </a:lnTo>
                    <a:lnTo>
                      <a:pt x="324" y="1102"/>
                    </a:lnTo>
                    <a:lnTo>
                      <a:pt x="312" y="1134"/>
                    </a:lnTo>
                    <a:lnTo>
                      <a:pt x="300" y="1162"/>
                    </a:lnTo>
                    <a:lnTo>
                      <a:pt x="286" y="1190"/>
                    </a:lnTo>
                    <a:lnTo>
                      <a:pt x="258" y="1242"/>
                    </a:lnTo>
                    <a:lnTo>
                      <a:pt x="228" y="1288"/>
                    </a:lnTo>
                    <a:lnTo>
                      <a:pt x="198" y="1330"/>
                    </a:lnTo>
                    <a:lnTo>
                      <a:pt x="168" y="1366"/>
                    </a:lnTo>
                    <a:lnTo>
                      <a:pt x="138" y="1398"/>
                    </a:lnTo>
                    <a:lnTo>
                      <a:pt x="108" y="1424"/>
                    </a:lnTo>
                    <a:lnTo>
                      <a:pt x="82" y="1448"/>
                    </a:lnTo>
                    <a:lnTo>
                      <a:pt x="58" y="1466"/>
                    </a:lnTo>
                    <a:lnTo>
                      <a:pt x="24" y="1488"/>
                    </a:lnTo>
                    <a:lnTo>
                      <a:pt x="12" y="1496"/>
                    </a:lnTo>
                    <a:lnTo>
                      <a:pt x="12" y="1688"/>
                    </a:lnTo>
                    <a:lnTo>
                      <a:pt x="12" y="1688"/>
                    </a:lnTo>
                    <a:lnTo>
                      <a:pt x="24" y="1682"/>
                    </a:lnTo>
                    <a:lnTo>
                      <a:pt x="62" y="1660"/>
                    </a:lnTo>
                    <a:lnTo>
                      <a:pt x="88" y="1642"/>
                    </a:lnTo>
                    <a:lnTo>
                      <a:pt x="118" y="1622"/>
                    </a:lnTo>
                    <a:lnTo>
                      <a:pt x="150" y="1598"/>
                    </a:lnTo>
                    <a:lnTo>
                      <a:pt x="186" y="1570"/>
                    </a:lnTo>
                    <a:lnTo>
                      <a:pt x="222" y="1536"/>
                    </a:lnTo>
                    <a:lnTo>
                      <a:pt x="260" y="1500"/>
                    </a:lnTo>
                    <a:lnTo>
                      <a:pt x="300" y="1460"/>
                    </a:lnTo>
                    <a:lnTo>
                      <a:pt x="338" y="1414"/>
                    </a:lnTo>
                    <a:lnTo>
                      <a:pt x="374" y="1366"/>
                    </a:lnTo>
                    <a:lnTo>
                      <a:pt x="410" y="1312"/>
                    </a:lnTo>
                    <a:lnTo>
                      <a:pt x="444" y="1254"/>
                    </a:lnTo>
                    <a:lnTo>
                      <a:pt x="458" y="1222"/>
                    </a:lnTo>
                    <a:lnTo>
                      <a:pt x="474" y="1192"/>
                    </a:lnTo>
                    <a:lnTo>
                      <a:pt x="474" y="1192"/>
                    </a:lnTo>
                    <a:lnTo>
                      <a:pt x="490" y="1234"/>
                    </a:lnTo>
                    <a:lnTo>
                      <a:pt x="514" y="1292"/>
                    </a:lnTo>
                    <a:lnTo>
                      <a:pt x="530" y="1324"/>
                    </a:lnTo>
                    <a:lnTo>
                      <a:pt x="548" y="1358"/>
                    </a:lnTo>
                    <a:lnTo>
                      <a:pt x="568" y="1394"/>
                    </a:lnTo>
                    <a:lnTo>
                      <a:pt x="592" y="1432"/>
                    </a:lnTo>
                    <a:lnTo>
                      <a:pt x="618" y="1468"/>
                    </a:lnTo>
                    <a:lnTo>
                      <a:pt x="646" y="1504"/>
                    </a:lnTo>
                    <a:lnTo>
                      <a:pt x="676" y="1540"/>
                    </a:lnTo>
                    <a:lnTo>
                      <a:pt x="710" y="1576"/>
                    </a:lnTo>
                    <a:lnTo>
                      <a:pt x="748" y="1608"/>
                    </a:lnTo>
                    <a:lnTo>
                      <a:pt x="786" y="1638"/>
                    </a:lnTo>
                    <a:lnTo>
                      <a:pt x="828" y="1666"/>
                    </a:lnTo>
                    <a:lnTo>
                      <a:pt x="852" y="1678"/>
                    </a:lnTo>
                    <a:lnTo>
                      <a:pt x="874" y="1688"/>
                    </a:lnTo>
                    <a:lnTo>
                      <a:pt x="874" y="1496"/>
                    </a:lnTo>
                    <a:lnTo>
                      <a:pt x="874" y="1496"/>
                    </a:lnTo>
                    <a:lnTo>
                      <a:pt x="864" y="1488"/>
                    </a:lnTo>
                    <a:lnTo>
                      <a:pt x="836" y="1464"/>
                    </a:lnTo>
                    <a:lnTo>
                      <a:pt x="816" y="1444"/>
                    </a:lnTo>
                    <a:lnTo>
                      <a:pt x="794" y="1422"/>
                    </a:lnTo>
                    <a:lnTo>
                      <a:pt x="772" y="1394"/>
                    </a:lnTo>
                    <a:lnTo>
                      <a:pt x="746" y="1362"/>
                    </a:lnTo>
                    <a:lnTo>
                      <a:pt x="722" y="1324"/>
                    </a:lnTo>
                    <a:lnTo>
                      <a:pt x="696" y="1284"/>
                    </a:lnTo>
                    <a:lnTo>
                      <a:pt x="672" y="1236"/>
                    </a:lnTo>
                    <a:lnTo>
                      <a:pt x="648" y="1186"/>
                    </a:lnTo>
                    <a:lnTo>
                      <a:pt x="626" y="1130"/>
                    </a:lnTo>
                    <a:lnTo>
                      <a:pt x="606" y="1068"/>
                    </a:lnTo>
                    <a:lnTo>
                      <a:pt x="590" y="1002"/>
                    </a:lnTo>
                    <a:lnTo>
                      <a:pt x="584" y="966"/>
                    </a:lnTo>
                    <a:lnTo>
                      <a:pt x="578" y="930"/>
                    </a:lnTo>
                    <a:lnTo>
                      <a:pt x="874" y="930"/>
                    </a:lnTo>
                    <a:lnTo>
                      <a:pt x="874" y="7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51" name="Freeform 78">
                <a:extLst>
                  <a:ext uri="{FF2B5EF4-FFF2-40B4-BE49-F238E27FC236}">
                    <a16:creationId xmlns:a16="http://schemas.microsoft.com/office/drawing/2014/main" id="{15324408-1F7C-3ACB-D103-3328953B0EA6}"/>
                  </a:ext>
                </a:extLst>
              </p:cNvPr>
              <p:cNvSpPr>
                <a:spLocks noEditPoints="1"/>
              </p:cNvSpPr>
              <p:nvPr/>
            </p:nvSpPr>
            <p:spPr bwMode="auto">
              <a:xfrm>
                <a:off x="-7267575" y="2419350"/>
                <a:ext cx="2806700" cy="2679700"/>
              </a:xfrm>
              <a:custGeom>
                <a:avLst/>
                <a:gdLst>
                  <a:gd name="T0" fmla="*/ 1690 w 1768"/>
                  <a:gd name="T1" fmla="*/ 1130 h 1688"/>
                  <a:gd name="T2" fmla="*/ 982 w 1768"/>
                  <a:gd name="T3" fmla="*/ 436 h 1688"/>
                  <a:gd name="T4" fmla="*/ 1744 w 1768"/>
                  <a:gd name="T5" fmla="*/ 328 h 1688"/>
                  <a:gd name="T6" fmla="*/ 982 w 1768"/>
                  <a:gd name="T7" fmla="*/ 166 h 1688"/>
                  <a:gd name="T8" fmla="*/ 784 w 1768"/>
                  <a:gd name="T9" fmla="*/ 0 h 1688"/>
                  <a:gd name="T10" fmla="*/ 20 w 1768"/>
                  <a:gd name="T11" fmla="*/ 166 h 1688"/>
                  <a:gd name="T12" fmla="*/ 784 w 1768"/>
                  <a:gd name="T13" fmla="*/ 328 h 1688"/>
                  <a:gd name="T14" fmla="*/ 76 w 1768"/>
                  <a:gd name="T15" fmla="*/ 436 h 1688"/>
                  <a:gd name="T16" fmla="*/ 542 w 1768"/>
                  <a:gd name="T17" fmla="*/ 1130 h 1688"/>
                  <a:gd name="T18" fmla="*/ 496 w 1768"/>
                  <a:gd name="T19" fmla="*/ 1180 h 1688"/>
                  <a:gd name="T20" fmla="*/ 402 w 1768"/>
                  <a:gd name="T21" fmla="*/ 1266 h 1688"/>
                  <a:gd name="T22" fmla="*/ 310 w 1768"/>
                  <a:gd name="T23" fmla="*/ 1338 h 1688"/>
                  <a:gd name="T24" fmla="*/ 222 w 1768"/>
                  <a:gd name="T25" fmla="*/ 1394 h 1688"/>
                  <a:gd name="T26" fmla="*/ 144 w 1768"/>
                  <a:gd name="T27" fmla="*/ 1438 h 1688"/>
                  <a:gd name="T28" fmla="*/ 50 w 1768"/>
                  <a:gd name="T29" fmla="*/ 1480 h 1688"/>
                  <a:gd name="T30" fmla="*/ 0 w 1768"/>
                  <a:gd name="T31" fmla="*/ 1500 h 1688"/>
                  <a:gd name="T32" fmla="*/ 0 w 1768"/>
                  <a:gd name="T33" fmla="*/ 1662 h 1688"/>
                  <a:gd name="T34" fmla="*/ 66 w 1768"/>
                  <a:gd name="T35" fmla="*/ 1644 h 1688"/>
                  <a:gd name="T36" fmla="*/ 142 w 1768"/>
                  <a:gd name="T37" fmla="*/ 1618 h 1688"/>
                  <a:gd name="T38" fmla="*/ 242 w 1768"/>
                  <a:gd name="T39" fmla="*/ 1572 h 1688"/>
                  <a:gd name="T40" fmla="*/ 358 w 1768"/>
                  <a:gd name="T41" fmla="*/ 1506 h 1688"/>
                  <a:gd name="T42" fmla="*/ 490 w 1768"/>
                  <a:gd name="T43" fmla="*/ 1414 h 1688"/>
                  <a:gd name="T44" fmla="*/ 594 w 1768"/>
                  <a:gd name="T45" fmla="*/ 1326 h 1688"/>
                  <a:gd name="T46" fmla="*/ 666 w 1768"/>
                  <a:gd name="T47" fmla="*/ 1258 h 1688"/>
                  <a:gd name="T48" fmla="*/ 740 w 1768"/>
                  <a:gd name="T49" fmla="*/ 1180 h 1688"/>
                  <a:gd name="T50" fmla="*/ 784 w 1768"/>
                  <a:gd name="T51" fmla="*/ 1134 h 1688"/>
                  <a:gd name="T52" fmla="*/ 982 w 1768"/>
                  <a:gd name="T53" fmla="*/ 1688 h 1688"/>
                  <a:gd name="T54" fmla="*/ 992 w 1768"/>
                  <a:gd name="T55" fmla="*/ 1138 h 1688"/>
                  <a:gd name="T56" fmla="*/ 1028 w 1768"/>
                  <a:gd name="T57" fmla="*/ 1180 h 1688"/>
                  <a:gd name="T58" fmla="*/ 1102 w 1768"/>
                  <a:gd name="T59" fmla="*/ 1258 h 1688"/>
                  <a:gd name="T60" fmla="*/ 1174 w 1768"/>
                  <a:gd name="T61" fmla="*/ 1326 h 1688"/>
                  <a:gd name="T62" fmla="*/ 1278 w 1768"/>
                  <a:gd name="T63" fmla="*/ 1414 h 1688"/>
                  <a:gd name="T64" fmla="*/ 1410 w 1768"/>
                  <a:gd name="T65" fmla="*/ 1506 h 1688"/>
                  <a:gd name="T66" fmla="*/ 1526 w 1768"/>
                  <a:gd name="T67" fmla="*/ 1572 h 1688"/>
                  <a:gd name="T68" fmla="*/ 1626 w 1768"/>
                  <a:gd name="T69" fmla="*/ 1618 h 1688"/>
                  <a:gd name="T70" fmla="*/ 1702 w 1768"/>
                  <a:gd name="T71" fmla="*/ 1644 h 1688"/>
                  <a:gd name="T72" fmla="*/ 1768 w 1768"/>
                  <a:gd name="T73" fmla="*/ 1662 h 1688"/>
                  <a:gd name="T74" fmla="*/ 1768 w 1768"/>
                  <a:gd name="T75" fmla="*/ 1500 h 1688"/>
                  <a:gd name="T76" fmla="*/ 1716 w 1768"/>
                  <a:gd name="T77" fmla="*/ 1480 h 1688"/>
                  <a:gd name="T78" fmla="*/ 1624 w 1768"/>
                  <a:gd name="T79" fmla="*/ 1438 h 1688"/>
                  <a:gd name="T80" fmla="*/ 1546 w 1768"/>
                  <a:gd name="T81" fmla="*/ 1394 h 1688"/>
                  <a:gd name="T82" fmla="*/ 1458 w 1768"/>
                  <a:gd name="T83" fmla="*/ 1338 h 1688"/>
                  <a:gd name="T84" fmla="*/ 1364 w 1768"/>
                  <a:gd name="T85" fmla="*/ 1266 h 1688"/>
                  <a:gd name="T86" fmla="*/ 1272 w 1768"/>
                  <a:gd name="T87" fmla="*/ 1180 h 1688"/>
                  <a:gd name="T88" fmla="*/ 1226 w 1768"/>
                  <a:gd name="T89" fmla="*/ 1130 h 1688"/>
                  <a:gd name="T90" fmla="*/ 982 w 1768"/>
                  <a:gd name="T91" fmla="*/ 970 h 1688"/>
                  <a:gd name="T92" fmla="*/ 1506 w 1768"/>
                  <a:gd name="T93" fmla="*/ 864 h 1688"/>
                  <a:gd name="T94" fmla="*/ 1506 w 1768"/>
                  <a:gd name="T95" fmla="*/ 598 h 1688"/>
                  <a:gd name="T96" fmla="*/ 982 w 1768"/>
                  <a:gd name="T97" fmla="*/ 702 h 1688"/>
                  <a:gd name="T98" fmla="*/ 1506 w 1768"/>
                  <a:gd name="T99" fmla="*/ 598 h 1688"/>
                  <a:gd name="T100" fmla="*/ 784 w 1768"/>
                  <a:gd name="T101" fmla="*/ 598 h 1688"/>
                  <a:gd name="T102" fmla="*/ 260 w 1768"/>
                  <a:gd name="T103" fmla="*/ 702 h 1688"/>
                  <a:gd name="T104" fmla="*/ 260 w 1768"/>
                  <a:gd name="T105" fmla="*/ 864 h 1688"/>
                  <a:gd name="T106" fmla="*/ 784 w 1768"/>
                  <a:gd name="T107" fmla="*/ 970 h 1688"/>
                  <a:gd name="T108" fmla="*/ 260 w 1768"/>
                  <a:gd name="T109" fmla="*/ 864 h 16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768" h="1688">
                    <a:moveTo>
                      <a:pt x="1226" y="1130"/>
                    </a:moveTo>
                    <a:lnTo>
                      <a:pt x="1690" y="1130"/>
                    </a:lnTo>
                    <a:lnTo>
                      <a:pt x="1690" y="436"/>
                    </a:lnTo>
                    <a:lnTo>
                      <a:pt x="982" y="436"/>
                    </a:lnTo>
                    <a:lnTo>
                      <a:pt x="982" y="328"/>
                    </a:lnTo>
                    <a:lnTo>
                      <a:pt x="1744" y="328"/>
                    </a:lnTo>
                    <a:lnTo>
                      <a:pt x="1744" y="166"/>
                    </a:lnTo>
                    <a:lnTo>
                      <a:pt x="982" y="166"/>
                    </a:lnTo>
                    <a:lnTo>
                      <a:pt x="982" y="0"/>
                    </a:lnTo>
                    <a:lnTo>
                      <a:pt x="784" y="0"/>
                    </a:lnTo>
                    <a:lnTo>
                      <a:pt x="784" y="166"/>
                    </a:lnTo>
                    <a:lnTo>
                      <a:pt x="20" y="166"/>
                    </a:lnTo>
                    <a:lnTo>
                      <a:pt x="20" y="328"/>
                    </a:lnTo>
                    <a:lnTo>
                      <a:pt x="784" y="328"/>
                    </a:lnTo>
                    <a:lnTo>
                      <a:pt x="784" y="436"/>
                    </a:lnTo>
                    <a:lnTo>
                      <a:pt x="76" y="436"/>
                    </a:lnTo>
                    <a:lnTo>
                      <a:pt x="76" y="1130"/>
                    </a:lnTo>
                    <a:lnTo>
                      <a:pt x="542" y="1130"/>
                    </a:lnTo>
                    <a:lnTo>
                      <a:pt x="542" y="1130"/>
                    </a:lnTo>
                    <a:lnTo>
                      <a:pt x="496" y="1180"/>
                    </a:lnTo>
                    <a:lnTo>
                      <a:pt x="450" y="1224"/>
                    </a:lnTo>
                    <a:lnTo>
                      <a:pt x="402" y="1266"/>
                    </a:lnTo>
                    <a:lnTo>
                      <a:pt x="356" y="1304"/>
                    </a:lnTo>
                    <a:lnTo>
                      <a:pt x="310" y="1338"/>
                    </a:lnTo>
                    <a:lnTo>
                      <a:pt x="266" y="1368"/>
                    </a:lnTo>
                    <a:lnTo>
                      <a:pt x="222" y="1394"/>
                    </a:lnTo>
                    <a:lnTo>
                      <a:pt x="182" y="1418"/>
                    </a:lnTo>
                    <a:lnTo>
                      <a:pt x="144" y="1438"/>
                    </a:lnTo>
                    <a:lnTo>
                      <a:pt x="108" y="1456"/>
                    </a:lnTo>
                    <a:lnTo>
                      <a:pt x="50" y="1480"/>
                    </a:lnTo>
                    <a:lnTo>
                      <a:pt x="14" y="1496"/>
                    </a:lnTo>
                    <a:lnTo>
                      <a:pt x="0" y="1500"/>
                    </a:lnTo>
                    <a:lnTo>
                      <a:pt x="0" y="1662"/>
                    </a:lnTo>
                    <a:lnTo>
                      <a:pt x="0" y="1662"/>
                    </a:lnTo>
                    <a:lnTo>
                      <a:pt x="18" y="1658"/>
                    </a:lnTo>
                    <a:lnTo>
                      <a:pt x="66" y="1644"/>
                    </a:lnTo>
                    <a:lnTo>
                      <a:pt x="102" y="1634"/>
                    </a:lnTo>
                    <a:lnTo>
                      <a:pt x="142" y="1618"/>
                    </a:lnTo>
                    <a:lnTo>
                      <a:pt x="190" y="1598"/>
                    </a:lnTo>
                    <a:lnTo>
                      <a:pt x="242" y="1572"/>
                    </a:lnTo>
                    <a:lnTo>
                      <a:pt x="298" y="1542"/>
                    </a:lnTo>
                    <a:lnTo>
                      <a:pt x="358" y="1506"/>
                    </a:lnTo>
                    <a:lnTo>
                      <a:pt x="422" y="1464"/>
                    </a:lnTo>
                    <a:lnTo>
                      <a:pt x="490" y="1414"/>
                    </a:lnTo>
                    <a:lnTo>
                      <a:pt x="560" y="1358"/>
                    </a:lnTo>
                    <a:lnTo>
                      <a:pt x="594" y="1326"/>
                    </a:lnTo>
                    <a:lnTo>
                      <a:pt x="630" y="1294"/>
                    </a:lnTo>
                    <a:lnTo>
                      <a:pt x="666" y="1258"/>
                    </a:lnTo>
                    <a:lnTo>
                      <a:pt x="702" y="1220"/>
                    </a:lnTo>
                    <a:lnTo>
                      <a:pt x="740" y="1180"/>
                    </a:lnTo>
                    <a:lnTo>
                      <a:pt x="776" y="1138"/>
                    </a:lnTo>
                    <a:lnTo>
                      <a:pt x="784" y="1134"/>
                    </a:lnTo>
                    <a:lnTo>
                      <a:pt x="784" y="1688"/>
                    </a:lnTo>
                    <a:lnTo>
                      <a:pt x="982" y="1688"/>
                    </a:lnTo>
                    <a:lnTo>
                      <a:pt x="982" y="1132"/>
                    </a:lnTo>
                    <a:lnTo>
                      <a:pt x="992" y="1138"/>
                    </a:lnTo>
                    <a:lnTo>
                      <a:pt x="992" y="1138"/>
                    </a:lnTo>
                    <a:lnTo>
                      <a:pt x="1028" y="1180"/>
                    </a:lnTo>
                    <a:lnTo>
                      <a:pt x="1064" y="1220"/>
                    </a:lnTo>
                    <a:lnTo>
                      <a:pt x="1102" y="1258"/>
                    </a:lnTo>
                    <a:lnTo>
                      <a:pt x="1138" y="1294"/>
                    </a:lnTo>
                    <a:lnTo>
                      <a:pt x="1174" y="1326"/>
                    </a:lnTo>
                    <a:lnTo>
                      <a:pt x="1208" y="1358"/>
                    </a:lnTo>
                    <a:lnTo>
                      <a:pt x="1278" y="1414"/>
                    </a:lnTo>
                    <a:lnTo>
                      <a:pt x="1344" y="1464"/>
                    </a:lnTo>
                    <a:lnTo>
                      <a:pt x="1410" y="1506"/>
                    </a:lnTo>
                    <a:lnTo>
                      <a:pt x="1470" y="1542"/>
                    </a:lnTo>
                    <a:lnTo>
                      <a:pt x="1526" y="1572"/>
                    </a:lnTo>
                    <a:lnTo>
                      <a:pt x="1578" y="1598"/>
                    </a:lnTo>
                    <a:lnTo>
                      <a:pt x="1626" y="1618"/>
                    </a:lnTo>
                    <a:lnTo>
                      <a:pt x="1666" y="1634"/>
                    </a:lnTo>
                    <a:lnTo>
                      <a:pt x="1702" y="1644"/>
                    </a:lnTo>
                    <a:lnTo>
                      <a:pt x="1750" y="1658"/>
                    </a:lnTo>
                    <a:lnTo>
                      <a:pt x="1768" y="1662"/>
                    </a:lnTo>
                    <a:lnTo>
                      <a:pt x="1768" y="1500"/>
                    </a:lnTo>
                    <a:lnTo>
                      <a:pt x="1768" y="1500"/>
                    </a:lnTo>
                    <a:lnTo>
                      <a:pt x="1754" y="1496"/>
                    </a:lnTo>
                    <a:lnTo>
                      <a:pt x="1716" y="1480"/>
                    </a:lnTo>
                    <a:lnTo>
                      <a:pt x="1660" y="1456"/>
                    </a:lnTo>
                    <a:lnTo>
                      <a:pt x="1624" y="1438"/>
                    </a:lnTo>
                    <a:lnTo>
                      <a:pt x="1586" y="1418"/>
                    </a:lnTo>
                    <a:lnTo>
                      <a:pt x="1546" y="1394"/>
                    </a:lnTo>
                    <a:lnTo>
                      <a:pt x="1502" y="1368"/>
                    </a:lnTo>
                    <a:lnTo>
                      <a:pt x="1458" y="1338"/>
                    </a:lnTo>
                    <a:lnTo>
                      <a:pt x="1412" y="1304"/>
                    </a:lnTo>
                    <a:lnTo>
                      <a:pt x="1364" y="1266"/>
                    </a:lnTo>
                    <a:lnTo>
                      <a:pt x="1318" y="1224"/>
                    </a:lnTo>
                    <a:lnTo>
                      <a:pt x="1272" y="1180"/>
                    </a:lnTo>
                    <a:lnTo>
                      <a:pt x="1226" y="1130"/>
                    </a:lnTo>
                    <a:lnTo>
                      <a:pt x="1226" y="1130"/>
                    </a:lnTo>
                    <a:close/>
                    <a:moveTo>
                      <a:pt x="1506" y="970"/>
                    </a:moveTo>
                    <a:lnTo>
                      <a:pt x="982" y="970"/>
                    </a:lnTo>
                    <a:lnTo>
                      <a:pt x="982" y="864"/>
                    </a:lnTo>
                    <a:lnTo>
                      <a:pt x="1506" y="864"/>
                    </a:lnTo>
                    <a:lnTo>
                      <a:pt x="1506" y="970"/>
                    </a:lnTo>
                    <a:close/>
                    <a:moveTo>
                      <a:pt x="1506" y="598"/>
                    </a:moveTo>
                    <a:lnTo>
                      <a:pt x="1506" y="702"/>
                    </a:lnTo>
                    <a:lnTo>
                      <a:pt x="982" y="702"/>
                    </a:lnTo>
                    <a:lnTo>
                      <a:pt x="982" y="598"/>
                    </a:lnTo>
                    <a:lnTo>
                      <a:pt x="1506" y="598"/>
                    </a:lnTo>
                    <a:close/>
                    <a:moveTo>
                      <a:pt x="260" y="598"/>
                    </a:moveTo>
                    <a:lnTo>
                      <a:pt x="784" y="598"/>
                    </a:lnTo>
                    <a:lnTo>
                      <a:pt x="784" y="702"/>
                    </a:lnTo>
                    <a:lnTo>
                      <a:pt x="260" y="702"/>
                    </a:lnTo>
                    <a:lnTo>
                      <a:pt x="260" y="598"/>
                    </a:lnTo>
                    <a:close/>
                    <a:moveTo>
                      <a:pt x="260" y="864"/>
                    </a:moveTo>
                    <a:lnTo>
                      <a:pt x="784" y="864"/>
                    </a:lnTo>
                    <a:lnTo>
                      <a:pt x="784" y="970"/>
                    </a:lnTo>
                    <a:lnTo>
                      <a:pt x="260" y="970"/>
                    </a:lnTo>
                    <a:lnTo>
                      <a:pt x="260" y="8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52" name="Freeform 79">
                <a:extLst>
                  <a:ext uri="{FF2B5EF4-FFF2-40B4-BE49-F238E27FC236}">
                    <a16:creationId xmlns:a16="http://schemas.microsoft.com/office/drawing/2014/main" id="{0DF5A197-9CB2-96CB-8F65-89AC6C3E0202}"/>
                  </a:ext>
                </a:extLst>
              </p:cNvPr>
              <p:cNvSpPr>
                <a:spLocks/>
              </p:cNvSpPr>
              <p:nvPr/>
            </p:nvSpPr>
            <p:spPr bwMode="auto">
              <a:xfrm>
                <a:off x="-1724025" y="2505075"/>
                <a:ext cx="2705100" cy="2593975"/>
              </a:xfrm>
              <a:custGeom>
                <a:avLst/>
                <a:gdLst>
                  <a:gd name="T0" fmla="*/ 952 w 1704"/>
                  <a:gd name="T1" fmla="*/ 212 h 1634"/>
                  <a:gd name="T2" fmla="*/ 752 w 1704"/>
                  <a:gd name="T3" fmla="*/ 0 h 1634"/>
                  <a:gd name="T4" fmla="*/ 0 w 1704"/>
                  <a:gd name="T5" fmla="*/ 212 h 1634"/>
                  <a:gd name="T6" fmla="*/ 572 w 1704"/>
                  <a:gd name="T7" fmla="*/ 398 h 1634"/>
                  <a:gd name="T8" fmla="*/ 562 w 1704"/>
                  <a:gd name="T9" fmla="*/ 440 h 1634"/>
                  <a:gd name="T10" fmla="*/ 544 w 1704"/>
                  <a:gd name="T11" fmla="*/ 504 h 1634"/>
                  <a:gd name="T12" fmla="*/ 510 w 1704"/>
                  <a:gd name="T13" fmla="*/ 586 h 1634"/>
                  <a:gd name="T14" fmla="*/ 460 w 1704"/>
                  <a:gd name="T15" fmla="*/ 686 h 1634"/>
                  <a:gd name="T16" fmla="*/ 386 w 1704"/>
                  <a:gd name="T17" fmla="*/ 804 h 1634"/>
                  <a:gd name="T18" fmla="*/ 288 w 1704"/>
                  <a:gd name="T19" fmla="*/ 940 h 1634"/>
                  <a:gd name="T20" fmla="*/ 160 w 1704"/>
                  <a:gd name="T21" fmla="*/ 1090 h 1634"/>
                  <a:gd name="T22" fmla="*/ 0 w 1704"/>
                  <a:gd name="T23" fmla="*/ 1256 h 1634"/>
                  <a:gd name="T24" fmla="*/ 0 w 1704"/>
                  <a:gd name="T25" fmla="*/ 1458 h 1634"/>
                  <a:gd name="T26" fmla="*/ 58 w 1704"/>
                  <a:gd name="T27" fmla="*/ 1412 h 1634"/>
                  <a:gd name="T28" fmla="*/ 150 w 1704"/>
                  <a:gd name="T29" fmla="*/ 1336 h 1634"/>
                  <a:gd name="T30" fmla="*/ 266 w 1704"/>
                  <a:gd name="T31" fmla="*/ 1224 h 1634"/>
                  <a:gd name="T32" fmla="*/ 396 w 1704"/>
                  <a:gd name="T33" fmla="*/ 1084 h 1634"/>
                  <a:gd name="T34" fmla="*/ 460 w 1704"/>
                  <a:gd name="T35" fmla="*/ 1004 h 1634"/>
                  <a:gd name="T36" fmla="*/ 524 w 1704"/>
                  <a:gd name="T37" fmla="*/ 916 h 1634"/>
                  <a:gd name="T38" fmla="*/ 584 w 1704"/>
                  <a:gd name="T39" fmla="*/ 824 h 1634"/>
                  <a:gd name="T40" fmla="*/ 638 w 1704"/>
                  <a:gd name="T41" fmla="*/ 728 h 1634"/>
                  <a:gd name="T42" fmla="*/ 684 w 1704"/>
                  <a:gd name="T43" fmla="*/ 626 h 1634"/>
                  <a:gd name="T44" fmla="*/ 724 w 1704"/>
                  <a:gd name="T45" fmla="*/ 518 h 1634"/>
                  <a:gd name="T46" fmla="*/ 752 w 1704"/>
                  <a:gd name="T47" fmla="*/ 408 h 1634"/>
                  <a:gd name="T48" fmla="*/ 384 w 1704"/>
                  <a:gd name="T49" fmla="*/ 1214 h 1634"/>
                  <a:gd name="T50" fmla="*/ 752 w 1704"/>
                  <a:gd name="T51" fmla="*/ 1376 h 1634"/>
                  <a:gd name="T52" fmla="*/ 952 w 1704"/>
                  <a:gd name="T53" fmla="*/ 1634 h 1634"/>
                  <a:gd name="T54" fmla="*/ 1320 w 1704"/>
                  <a:gd name="T55" fmla="*/ 1376 h 1634"/>
                  <a:gd name="T56" fmla="*/ 952 w 1704"/>
                  <a:gd name="T57" fmla="*/ 1214 h 1634"/>
                  <a:gd name="T58" fmla="*/ 952 w 1704"/>
                  <a:gd name="T59" fmla="*/ 408 h 1634"/>
                  <a:gd name="T60" fmla="*/ 980 w 1704"/>
                  <a:gd name="T61" fmla="*/ 518 h 1634"/>
                  <a:gd name="T62" fmla="*/ 1020 w 1704"/>
                  <a:gd name="T63" fmla="*/ 626 h 1634"/>
                  <a:gd name="T64" fmla="*/ 1066 w 1704"/>
                  <a:gd name="T65" fmla="*/ 728 h 1634"/>
                  <a:gd name="T66" fmla="*/ 1120 w 1704"/>
                  <a:gd name="T67" fmla="*/ 824 h 1634"/>
                  <a:gd name="T68" fmla="*/ 1180 w 1704"/>
                  <a:gd name="T69" fmla="*/ 916 h 1634"/>
                  <a:gd name="T70" fmla="*/ 1244 w 1704"/>
                  <a:gd name="T71" fmla="*/ 1004 h 1634"/>
                  <a:gd name="T72" fmla="*/ 1308 w 1704"/>
                  <a:gd name="T73" fmla="*/ 1084 h 1634"/>
                  <a:gd name="T74" fmla="*/ 1438 w 1704"/>
                  <a:gd name="T75" fmla="*/ 1224 h 1634"/>
                  <a:gd name="T76" fmla="*/ 1554 w 1704"/>
                  <a:gd name="T77" fmla="*/ 1336 h 1634"/>
                  <a:gd name="T78" fmla="*/ 1646 w 1704"/>
                  <a:gd name="T79" fmla="*/ 1412 h 1634"/>
                  <a:gd name="T80" fmla="*/ 1704 w 1704"/>
                  <a:gd name="T81" fmla="*/ 1458 h 1634"/>
                  <a:gd name="T82" fmla="*/ 1704 w 1704"/>
                  <a:gd name="T83" fmla="*/ 1256 h 1634"/>
                  <a:gd name="T84" fmla="*/ 1544 w 1704"/>
                  <a:gd name="T85" fmla="*/ 1090 h 1634"/>
                  <a:gd name="T86" fmla="*/ 1416 w 1704"/>
                  <a:gd name="T87" fmla="*/ 940 h 1634"/>
                  <a:gd name="T88" fmla="*/ 1318 w 1704"/>
                  <a:gd name="T89" fmla="*/ 804 h 1634"/>
                  <a:gd name="T90" fmla="*/ 1244 w 1704"/>
                  <a:gd name="T91" fmla="*/ 686 h 1634"/>
                  <a:gd name="T92" fmla="*/ 1194 w 1704"/>
                  <a:gd name="T93" fmla="*/ 586 h 1634"/>
                  <a:gd name="T94" fmla="*/ 1160 w 1704"/>
                  <a:gd name="T95" fmla="*/ 504 h 1634"/>
                  <a:gd name="T96" fmla="*/ 1142 w 1704"/>
                  <a:gd name="T97" fmla="*/ 440 h 1634"/>
                  <a:gd name="T98" fmla="*/ 1704 w 1704"/>
                  <a:gd name="T99" fmla="*/ 398 h 1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704" h="1634">
                    <a:moveTo>
                      <a:pt x="1704" y="212"/>
                    </a:moveTo>
                    <a:lnTo>
                      <a:pt x="952" y="212"/>
                    </a:lnTo>
                    <a:lnTo>
                      <a:pt x="952" y="0"/>
                    </a:lnTo>
                    <a:lnTo>
                      <a:pt x="752" y="0"/>
                    </a:lnTo>
                    <a:lnTo>
                      <a:pt x="752" y="212"/>
                    </a:lnTo>
                    <a:lnTo>
                      <a:pt x="0" y="212"/>
                    </a:lnTo>
                    <a:lnTo>
                      <a:pt x="0" y="398"/>
                    </a:lnTo>
                    <a:lnTo>
                      <a:pt x="572" y="398"/>
                    </a:lnTo>
                    <a:lnTo>
                      <a:pt x="572" y="398"/>
                    </a:lnTo>
                    <a:lnTo>
                      <a:pt x="562" y="440"/>
                    </a:lnTo>
                    <a:lnTo>
                      <a:pt x="554" y="470"/>
                    </a:lnTo>
                    <a:lnTo>
                      <a:pt x="544" y="504"/>
                    </a:lnTo>
                    <a:lnTo>
                      <a:pt x="528" y="542"/>
                    </a:lnTo>
                    <a:lnTo>
                      <a:pt x="510" y="586"/>
                    </a:lnTo>
                    <a:lnTo>
                      <a:pt x="488" y="634"/>
                    </a:lnTo>
                    <a:lnTo>
                      <a:pt x="460" y="686"/>
                    </a:lnTo>
                    <a:lnTo>
                      <a:pt x="426" y="744"/>
                    </a:lnTo>
                    <a:lnTo>
                      <a:pt x="386" y="804"/>
                    </a:lnTo>
                    <a:lnTo>
                      <a:pt x="342" y="870"/>
                    </a:lnTo>
                    <a:lnTo>
                      <a:pt x="288" y="940"/>
                    </a:lnTo>
                    <a:lnTo>
                      <a:pt x="228" y="1014"/>
                    </a:lnTo>
                    <a:lnTo>
                      <a:pt x="160" y="1090"/>
                    </a:lnTo>
                    <a:lnTo>
                      <a:pt x="84" y="1172"/>
                    </a:lnTo>
                    <a:lnTo>
                      <a:pt x="0" y="1256"/>
                    </a:lnTo>
                    <a:lnTo>
                      <a:pt x="0" y="1458"/>
                    </a:lnTo>
                    <a:lnTo>
                      <a:pt x="0" y="1458"/>
                    </a:lnTo>
                    <a:lnTo>
                      <a:pt x="28" y="1438"/>
                    </a:lnTo>
                    <a:lnTo>
                      <a:pt x="58" y="1412"/>
                    </a:lnTo>
                    <a:lnTo>
                      <a:pt x="100" y="1378"/>
                    </a:lnTo>
                    <a:lnTo>
                      <a:pt x="150" y="1336"/>
                    </a:lnTo>
                    <a:lnTo>
                      <a:pt x="206" y="1284"/>
                    </a:lnTo>
                    <a:lnTo>
                      <a:pt x="266" y="1224"/>
                    </a:lnTo>
                    <a:lnTo>
                      <a:pt x="330" y="1158"/>
                    </a:lnTo>
                    <a:lnTo>
                      <a:pt x="396" y="1084"/>
                    </a:lnTo>
                    <a:lnTo>
                      <a:pt x="428" y="1044"/>
                    </a:lnTo>
                    <a:lnTo>
                      <a:pt x="460" y="1004"/>
                    </a:lnTo>
                    <a:lnTo>
                      <a:pt x="492" y="960"/>
                    </a:lnTo>
                    <a:lnTo>
                      <a:pt x="524" y="916"/>
                    </a:lnTo>
                    <a:lnTo>
                      <a:pt x="554" y="872"/>
                    </a:lnTo>
                    <a:lnTo>
                      <a:pt x="584" y="824"/>
                    </a:lnTo>
                    <a:lnTo>
                      <a:pt x="612" y="776"/>
                    </a:lnTo>
                    <a:lnTo>
                      <a:pt x="638" y="728"/>
                    </a:lnTo>
                    <a:lnTo>
                      <a:pt x="662" y="676"/>
                    </a:lnTo>
                    <a:lnTo>
                      <a:pt x="684" y="626"/>
                    </a:lnTo>
                    <a:lnTo>
                      <a:pt x="706" y="572"/>
                    </a:lnTo>
                    <a:lnTo>
                      <a:pt x="724" y="518"/>
                    </a:lnTo>
                    <a:lnTo>
                      <a:pt x="740" y="464"/>
                    </a:lnTo>
                    <a:lnTo>
                      <a:pt x="752" y="408"/>
                    </a:lnTo>
                    <a:lnTo>
                      <a:pt x="752" y="1214"/>
                    </a:lnTo>
                    <a:lnTo>
                      <a:pt x="384" y="1214"/>
                    </a:lnTo>
                    <a:lnTo>
                      <a:pt x="384" y="1376"/>
                    </a:lnTo>
                    <a:lnTo>
                      <a:pt x="752" y="1376"/>
                    </a:lnTo>
                    <a:lnTo>
                      <a:pt x="752" y="1634"/>
                    </a:lnTo>
                    <a:lnTo>
                      <a:pt x="952" y="1634"/>
                    </a:lnTo>
                    <a:lnTo>
                      <a:pt x="952" y="1376"/>
                    </a:lnTo>
                    <a:lnTo>
                      <a:pt x="1320" y="1376"/>
                    </a:lnTo>
                    <a:lnTo>
                      <a:pt x="1320" y="1214"/>
                    </a:lnTo>
                    <a:lnTo>
                      <a:pt x="952" y="1214"/>
                    </a:lnTo>
                    <a:lnTo>
                      <a:pt x="952" y="408"/>
                    </a:lnTo>
                    <a:lnTo>
                      <a:pt x="952" y="408"/>
                    </a:lnTo>
                    <a:lnTo>
                      <a:pt x="964" y="464"/>
                    </a:lnTo>
                    <a:lnTo>
                      <a:pt x="980" y="518"/>
                    </a:lnTo>
                    <a:lnTo>
                      <a:pt x="998" y="572"/>
                    </a:lnTo>
                    <a:lnTo>
                      <a:pt x="1020" y="626"/>
                    </a:lnTo>
                    <a:lnTo>
                      <a:pt x="1042" y="676"/>
                    </a:lnTo>
                    <a:lnTo>
                      <a:pt x="1066" y="728"/>
                    </a:lnTo>
                    <a:lnTo>
                      <a:pt x="1092" y="776"/>
                    </a:lnTo>
                    <a:lnTo>
                      <a:pt x="1120" y="824"/>
                    </a:lnTo>
                    <a:lnTo>
                      <a:pt x="1150" y="872"/>
                    </a:lnTo>
                    <a:lnTo>
                      <a:pt x="1180" y="916"/>
                    </a:lnTo>
                    <a:lnTo>
                      <a:pt x="1212" y="960"/>
                    </a:lnTo>
                    <a:lnTo>
                      <a:pt x="1244" y="1004"/>
                    </a:lnTo>
                    <a:lnTo>
                      <a:pt x="1276" y="1044"/>
                    </a:lnTo>
                    <a:lnTo>
                      <a:pt x="1308" y="1084"/>
                    </a:lnTo>
                    <a:lnTo>
                      <a:pt x="1374" y="1158"/>
                    </a:lnTo>
                    <a:lnTo>
                      <a:pt x="1438" y="1224"/>
                    </a:lnTo>
                    <a:lnTo>
                      <a:pt x="1498" y="1284"/>
                    </a:lnTo>
                    <a:lnTo>
                      <a:pt x="1554" y="1336"/>
                    </a:lnTo>
                    <a:lnTo>
                      <a:pt x="1604" y="1378"/>
                    </a:lnTo>
                    <a:lnTo>
                      <a:pt x="1646" y="1412"/>
                    </a:lnTo>
                    <a:lnTo>
                      <a:pt x="1676" y="1438"/>
                    </a:lnTo>
                    <a:lnTo>
                      <a:pt x="1704" y="1458"/>
                    </a:lnTo>
                    <a:lnTo>
                      <a:pt x="1704" y="1256"/>
                    </a:lnTo>
                    <a:lnTo>
                      <a:pt x="1704" y="1256"/>
                    </a:lnTo>
                    <a:lnTo>
                      <a:pt x="1620" y="1172"/>
                    </a:lnTo>
                    <a:lnTo>
                      <a:pt x="1544" y="1090"/>
                    </a:lnTo>
                    <a:lnTo>
                      <a:pt x="1476" y="1014"/>
                    </a:lnTo>
                    <a:lnTo>
                      <a:pt x="1416" y="940"/>
                    </a:lnTo>
                    <a:lnTo>
                      <a:pt x="1362" y="870"/>
                    </a:lnTo>
                    <a:lnTo>
                      <a:pt x="1318" y="804"/>
                    </a:lnTo>
                    <a:lnTo>
                      <a:pt x="1278" y="744"/>
                    </a:lnTo>
                    <a:lnTo>
                      <a:pt x="1244" y="686"/>
                    </a:lnTo>
                    <a:lnTo>
                      <a:pt x="1216" y="634"/>
                    </a:lnTo>
                    <a:lnTo>
                      <a:pt x="1194" y="586"/>
                    </a:lnTo>
                    <a:lnTo>
                      <a:pt x="1176" y="542"/>
                    </a:lnTo>
                    <a:lnTo>
                      <a:pt x="1160" y="504"/>
                    </a:lnTo>
                    <a:lnTo>
                      <a:pt x="1150" y="470"/>
                    </a:lnTo>
                    <a:lnTo>
                      <a:pt x="1142" y="440"/>
                    </a:lnTo>
                    <a:lnTo>
                      <a:pt x="1132" y="398"/>
                    </a:lnTo>
                    <a:lnTo>
                      <a:pt x="1704" y="398"/>
                    </a:lnTo>
                    <a:lnTo>
                      <a:pt x="1704" y="2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53" name="Freeform 80">
                <a:extLst>
                  <a:ext uri="{FF2B5EF4-FFF2-40B4-BE49-F238E27FC236}">
                    <a16:creationId xmlns:a16="http://schemas.microsoft.com/office/drawing/2014/main" id="{E7C6206D-6EEE-5D3A-BF0F-8BC7C429010C}"/>
                  </a:ext>
                </a:extLst>
              </p:cNvPr>
              <p:cNvSpPr>
                <a:spLocks/>
              </p:cNvSpPr>
              <p:nvPr/>
            </p:nvSpPr>
            <p:spPr bwMode="auto">
              <a:xfrm>
                <a:off x="1235075" y="2505075"/>
                <a:ext cx="1165225" cy="2597150"/>
              </a:xfrm>
              <a:custGeom>
                <a:avLst/>
                <a:gdLst>
                  <a:gd name="T0" fmla="*/ 302 w 734"/>
                  <a:gd name="T1" fmla="*/ 0 h 1636"/>
                  <a:gd name="T2" fmla="*/ 36 w 734"/>
                  <a:gd name="T3" fmla="*/ 214 h 1636"/>
                  <a:gd name="T4" fmla="*/ 174 w 734"/>
                  <a:gd name="T5" fmla="*/ 376 h 1636"/>
                  <a:gd name="T6" fmla="*/ 174 w 734"/>
                  <a:gd name="T7" fmla="*/ 876 h 1636"/>
                  <a:gd name="T8" fmla="*/ 168 w 734"/>
                  <a:gd name="T9" fmla="*/ 992 h 1636"/>
                  <a:gd name="T10" fmla="*/ 148 w 734"/>
                  <a:gd name="T11" fmla="*/ 1098 h 1636"/>
                  <a:gd name="T12" fmla="*/ 120 w 734"/>
                  <a:gd name="T13" fmla="*/ 1190 h 1636"/>
                  <a:gd name="T14" fmla="*/ 88 w 734"/>
                  <a:gd name="T15" fmla="*/ 1268 h 1636"/>
                  <a:gd name="T16" fmla="*/ 56 w 734"/>
                  <a:gd name="T17" fmla="*/ 1332 h 1636"/>
                  <a:gd name="T18" fmla="*/ 8 w 734"/>
                  <a:gd name="T19" fmla="*/ 1406 h 1636"/>
                  <a:gd name="T20" fmla="*/ 0 w 734"/>
                  <a:gd name="T21" fmla="*/ 1636 h 1636"/>
                  <a:gd name="T22" fmla="*/ 16 w 734"/>
                  <a:gd name="T23" fmla="*/ 1624 h 1636"/>
                  <a:gd name="T24" fmla="*/ 56 w 734"/>
                  <a:gd name="T25" fmla="*/ 1588 h 1636"/>
                  <a:gd name="T26" fmla="*/ 112 w 734"/>
                  <a:gd name="T27" fmla="*/ 1530 h 1636"/>
                  <a:gd name="T28" fmla="*/ 176 w 734"/>
                  <a:gd name="T29" fmla="*/ 1448 h 1636"/>
                  <a:gd name="T30" fmla="*/ 240 w 734"/>
                  <a:gd name="T31" fmla="*/ 1342 h 1636"/>
                  <a:gd name="T32" fmla="*/ 270 w 734"/>
                  <a:gd name="T33" fmla="*/ 1278 h 1636"/>
                  <a:gd name="T34" fmla="*/ 296 w 734"/>
                  <a:gd name="T35" fmla="*/ 1210 h 1636"/>
                  <a:gd name="T36" fmla="*/ 320 w 734"/>
                  <a:gd name="T37" fmla="*/ 1136 h 1636"/>
                  <a:gd name="T38" fmla="*/ 336 w 734"/>
                  <a:gd name="T39" fmla="*/ 1056 h 1636"/>
                  <a:gd name="T40" fmla="*/ 348 w 734"/>
                  <a:gd name="T41" fmla="*/ 968 h 1636"/>
                  <a:gd name="T42" fmla="*/ 352 w 734"/>
                  <a:gd name="T43" fmla="*/ 876 h 1636"/>
                  <a:gd name="T44" fmla="*/ 532 w 734"/>
                  <a:gd name="T45" fmla="*/ 740 h 1636"/>
                  <a:gd name="T46" fmla="*/ 532 w 734"/>
                  <a:gd name="T47" fmla="*/ 1372 h 1636"/>
                  <a:gd name="T48" fmla="*/ 530 w 734"/>
                  <a:gd name="T49" fmla="*/ 1394 h 1636"/>
                  <a:gd name="T50" fmla="*/ 522 w 734"/>
                  <a:gd name="T51" fmla="*/ 1418 h 1636"/>
                  <a:gd name="T52" fmla="*/ 508 w 734"/>
                  <a:gd name="T53" fmla="*/ 1434 h 1636"/>
                  <a:gd name="T54" fmla="*/ 496 w 734"/>
                  <a:gd name="T55" fmla="*/ 1440 h 1636"/>
                  <a:gd name="T56" fmla="*/ 332 w 734"/>
                  <a:gd name="T57" fmla="*/ 1440 h 1636"/>
                  <a:gd name="T58" fmla="*/ 504 w 734"/>
                  <a:gd name="T59" fmla="*/ 1608 h 1636"/>
                  <a:gd name="T60" fmla="*/ 540 w 734"/>
                  <a:gd name="T61" fmla="*/ 1606 h 1636"/>
                  <a:gd name="T62" fmla="*/ 600 w 734"/>
                  <a:gd name="T63" fmla="*/ 1592 h 1636"/>
                  <a:gd name="T64" fmla="*/ 646 w 734"/>
                  <a:gd name="T65" fmla="*/ 1570 h 1636"/>
                  <a:gd name="T66" fmla="*/ 676 w 734"/>
                  <a:gd name="T67" fmla="*/ 1542 h 1636"/>
                  <a:gd name="T68" fmla="*/ 696 w 734"/>
                  <a:gd name="T69" fmla="*/ 1512 h 1636"/>
                  <a:gd name="T70" fmla="*/ 708 w 734"/>
                  <a:gd name="T71" fmla="*/ 1482 h 1636"/>
                  <a:gd name="T72" fmla="*/ 714 w 734"/>
                  <a:gd name="T73" fmla="*/ 1452 h 1636"/>
                  <a:gd name="T74" fmla="*/ 714 w 734"/>
                  <a:gd name="T75" fmla="*/ 578 h 1636"/>
                  <a:gd name="T76" fmla="*/ 352 w 734"/>
                  <a:gd name="T77" fmla="*/ 578 h 1636"/>
                  <a:gd name="T78" fmla="*/ 734 w 734"/>
                  <a:gd name="T79" fmla="*/ 376 h 1636"/>
                  <a:gd name="T80" fmla="*/ 500 w 734"/>
                  <a:gd name="T81" fmla="*/ 214 h 1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34" h="1636">
                    <a:moveTo>
                      <a:pt x="500" y="0"/>
                    </a:moveTo>
                    <a:lnTo>
                      <a:pt x="302" y="0"/>
                    </a:lnTo>
                    <a:lnTo>
                      <a:pt x="302" y="214"/>
                    </a:lnTo>
                    <a:lnTo>
                      <a:pt x="36" y="214"/>
                    </a:lnTo>
                    <a:lnTo>
                      <a:pt x="36" y="376"/>
                    </a:lnTo>
                    <a:lnTo>
                      <a:pt x="174" y="376"/>
                    </a:lnTo>
                    <a:lnTo>
                      <a:pt x="174" y="876"/>
                    </a:lnTo>
                    <a:lnTo>
                      <a:pt x="174" y="876"/>
                    </a:lnTo>
                    <a:lnTo>
                      <a:pt x="172" y="936"/>
                    </a:lnTo>
                    <a:lnTo>
                      <a:pt x="168" y="992"/>
                    </a:lnTo>
                    <a:lnTo>
                      <a:pt x="158" y="1046"/>
                    </a:lnTo>
                    <a:lnTo>
                      <a:pt x="148" y="1098"/>
                    </a:lnTo>
                    <a:lnTo>
                      <a:pt x="134" y="1146"/>
                    </a:lnTo>
                    <a:lnTo>
                      <a:pt x="120" y="1190"/>
                    </a:lnTo>
                    <a:lnTo>
                      <a:pt x="104" y="1230"/>
                    </a:lnTo>
                    <a:lnTo>
                      <a:pt x="88" y="1268"/>
                    </a:lnTo>
                    <a:lnTo>
                      <a:pt x="72" y="1302"/>
                    </a:lnTo>
                    <a:lnTo>
                      <a:pt x="56" y="1332"/>
                    </a:lnTo>
                    <a:lnTo>
                      <a:pt x="28" y="1378"/>
                    </a:lnTo>
                    <a:lnTo>
                      <a:pt x="8" y="1406"/>
                    </a:lnTo>
                    <a:lnTo>
                      <a:pt x="0" y="1416"/>
                    </a:lnTo>
                    <a:lnTo>
                      <a:pt x="0" y="1636"/>
                    </a:lnTo>
                    <a:lnTo>
                      <a:pt x="0" y="1636"/>
                    </a:lnTo>
                    <a:lnTo>
                      <a:pt x="16" y="1624"/>
                    </a:lnTo>
                    <a:lnTo>
                      <a:pt x="32" y="1608"/>
                    </a:lnTo>
                    <a:lnTo>
                      <a:pt x="56" y="1588"/>
                    </a:lnTo>
                    <a:lnTo>
                      <a:pt x="82" y="1562"/>
                    </a:lnTo>
                    <a:lnTo>
                      <a:pt x="112" y="1530"/>
                    </a:lnTo>
                    <a:lnTo>
                      <a:pt x="144" y="1492"/>
                    </a:lnTo>
                    <a:lnTo>
                      <a:pt x="176" y="1448"/>
                    </a:lnTo>
                    <a:lnTo>
                      <a:pt x="208" y="1398"/>
                    </a:lnTo>
                    <a:lnTo>
                      <a:pt x="240" y="1342"/>
                    </a:lnTo>
                    <a:lnTo>
                      <a:pt x="256" y="1310"/>
                    </a:lnTo>
                    <a:lnTo>
                      <a:pt x="270" y="1278"/>
                    </a:lnTo>
                    <a:lnTo>
                      <a:pt x="284" y="1246"/>
                    </a:lnTo>
                    <a:lnTo>
                      <a:pt x="296" y="1210"/>
                    </a:lnTo>
                    <a:lnTo>
                      <a:pt x="308" y="1174"/>
                    </a:lnTo>
                    <a:lnTo>
                      <a:pt x="320" y="1136"/>
                    </a:lnTo>
                    <a:lnTo>
                      <a:pt x="328" y="1096"/>
                    </a:lnTo>
                    <a:lnTo>
                      <a:pt x="336" y="1056"/>
                    </a:lnTo>
                    <a:lnTo>
                      <a:pt x="344" y="1012"/>
                    </a:lnTo>
                    <a:lnTo>
                      <a:pt x="348" y="968"/>
                    </a:lnTo>
                    <a:lnTo>
                      <a:pt x="350" y="922"/>
                    </a:lnTo>
                    <a:lnTo>
                      <a:pt x="352" y="876"/>
                    </a:lnTo>
                    <a:lnTo>
                      <a:pt x="352" y="740"/>
                    </a:lnTo>
                    <a:lnTo>
                      <a:pt x="532" y="740"/>
                    </a:lnTo>
                    <a:lnTo>
                      <a:pt x="532" y="1372"/>
                    </a:lnTo>
                    <a:lnTo>
                      <a:pt x="532" y="1372"/>
                    </a:lnTo>
                    <a:lnTo>
                      <a:pt x="532" y="1382"/>
                    </a:lnTo>
                    <a:lnTo>
                      <a:pt x="530" y="1394"/>
                    </a:lnTo>
                    <a:lnTo>
                      <a:pt x="526" y="1406"/>
                    </a:lnTo>
                    <a:lnTo>
                      <a:pt x="522" y="1418"/>
                    </a:lnTo>
                    <a:lnTo>
                      <a:pt x="514" y="1430"/>
                    </a:lnTo>
                    <a:lnTo>
                      <a:pt x="508" y="1434"/>
                    </a:lnTo>
                    <a:lnTo>
                      <a:pt x="502" y="1438"/>
                    </a:lnTo>
                    <a:lnTo>
                      <a:pt x="496" y="1440"/>
                    </a:lnTo>
                    <a:lnTo>
                      <a:pt x="488" y="1440"/>
                    </a:lnTo>
                    <a:lnTo>
                      <a:pt x="332" y="1440"/>
                    </a:lnTo>
                    <a:lnTo>
                      <a:pt x="332" y="1608"/>
                    </a:lnTo>
                    <a:lnTo>
                      <a:pt x="504" y="1608"/>
                    </a:lnTo>
                    <a:lnTo>
                      <a:pt x="504" y="1608"/>
                    </a:lnTo>
                    <a:lnTo>
                      <a:pt x="540" y="1606"/>
                    </a:lnTo>
                    <a:lnTo>
                      <a:pt x="572" y="1602"/>
                    </a:lnTo>
                    <a:lnTo>
                      <a:pt x="600" y="1592"/>
                    </a:lnTo>
                    <a:lnTo>
                      <a:pt x="626" y="1582"/>
                    </a:lnTo>
                    <a:lnTo>
                      <a:pt x="646" y="1570"/>
                    </a:lnTo>
                    <a:lnTo>
                      <a:pt x="662" y="1556"/>
                    </a:lnTo>
                    <a:lnTo>
                      <a:pt x="676" y="1542"/>
                    </a:lnTo>
                    <a:lnTo>
                      <a:pt x="688" y="1526"/>
                    </a:lnTo>
                    <a:lnTo>
                      <a:pt x="696" y="1512"/>
                    </a:lnTo>
                    <a:lnTo>
                      <a:pt x="704" y="1496"/>
                    </a:lnTo>
                    <a:lnTo>
                      <a:pt x="708" y="1482"/>
                    </a:lnTo>
                    <a:lnTo>
                      <a:pt x="710" y="1470"/>
                    </a:lnTo>
                    <a:lnTo>
                      <a:pt x="714" y="1452"/>
                    </a:lnTo>
                    <a:lnTo>
                      <a:pt x="714" y="1444"/>
                    </a:lnTo>
                    <a:lnTo>
                      <a:pt x="714" y="578"/>
                    </a:lnTo>
                    <a:lnTo>
                      <a:pt x="714" y="578"/>
                    </a:lnTo>
                    <a:lnTo>
                      <a:pt x="352" y="578"/>
                    </a:lnTo>
                    <a:lnTo>
                      <a:pt x="352" y="376"/>
                    </a:lnTo>
                    <a:lnTo>
                      <a:pt x="734" y="376"/>
                    </a:lnTo>
                    <a:lnTo>
                      <a:pt x="734" y="214"/>
                    </a:lnTo>
                    <a:lnTo>
                      <a:pt x="500" y="214"/>
                    </a:lnTo>
                    <a:lnTo>
                      <a:pt x="50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54" name="Freeform 81">
                <a:extLst>
                  <a:ext uri="{FF2B5EF4-FFF2-40B4-BE49-F238E27FC236}">
                    <a16:creationId xmlns:a16="http://schemas.microsoft.com/office/drawing/2014/main" id="{BE2BF759-CEED-62E9-8D7C-DEDC38BEC2DE}"/>
                  </a:ext>
                </a:extLst>
              </p:cNvPr>
              <p:cNvSpPr>
                <a:spLocks/>
              </p:cNvSpPr>
              <p:nvPr/>
            </p:nvSpPr>
            <p:spPr bwMode="auto">
              <a:xfrm>
                <a:off x="2444750" y="2505075"/>
                <a:ext cx="1479550" cy="968375"/>
              </a:xfrm>
              <a:custGeom>
                <a:avLst/>
                <a:gdLst>
                  <a:gd name="T0" fmla="*/ 402 w 932"/>
                  <a:gd name="T1" fmla="*/ 214 h 610"/>
                  <a:gd name="T2" fmla="*/ 402 w 932"/>
                  <a:gd name="T3" fmla="*/ 214 h 610"/>
                  <a:gd name="T4" fmla="*/ 426 w 932"/>
                  <a:gd name="T5" fmla="*/ 166 h 610"/>
                  <a:gd name="T6" fmla="*/ 448 w 932"/>
                  <a:gd name="T7" fmla="*/ 116 h 610"/>
                  <a:gd name="T8" fmla="*/ 468 w 932"/>
                  <a:gd name="T9" fmla="*/ 60 h 610"/>
                  <a:gd name="T10" fmla="*/ 486 w 932"/>
                  <a:gd name="T11" fmla="*/ 0 h 610"/>
                  <a:gd name="T12" fmla="*/ 288 w 932"/>
                  <a:gd name="T13" fmla="*/ 0 h 610"/>
                  <a:gd name="T14" fmla="*/ 288 w 932"/>
                  <a:gd name="T15" fmla="*/ 0 h 610"/>
                  <a:gd name="T16" fmla="*/ 274 w 932"/>
                  <a:gd name="T17" fmla="*/ 50 h 610"/>
                  <a:gd name="T18" fmla="*/ 256 w 932"/>
                  <a:gd name="T19" fmla="*/ 98 h 610"/>
                  <a:gd name="T20" fmla="*/ 236 w 932"/>
                  <a:gd name="T21" fmla="*/ 144 h 610"/>
                  <a:gd name="T22" fmla="*/ 214 w 932"/>
                  <a:gd name="T23" fmla="*/ 186 h 610"/>
                  <a:gd name="T24" fmla="*/ 190 w 932"/>
                  <a:gd name="T25" fmla="*/ 226 h 610"/>
                  <a:gd name="T26" fmla="*/ 166 w 932"/>
                  <a:gd name="T27" fmla="*/ 262 h 610"/>
                  <a:gd name="T28" fmla="*/ 142 w 932"/>
                  <a:gd name="T29" fmla="*/ 296 h 610"/>
                  <a:gd name="T30" fmla="*/ 118 w 932"/>
                  <a:gd name="T31" fmla="*/ 326 h 610"/>
                  <a:gd name="T32" fmla="*/ 96 w 932"/>
                  <a:gd name="T33" fmla="*/ 354 h 610"/>
                  <a:gd name="T34" fmla="*/ 74 w 932"/>
                  <a:gd name="T35" fmla="*/ 378 h 610"/>
                  <a:gd name="T36" fmla="*/ 36 w 932"/>
                  <a:gd name="T37" fmla="*/ 416 h 610"/>
                  <a:gd name="T38" fmla="*/ 10 w 932"/>
                  <a:gd name="T39" fmla="*/ 440 h 610"/>
                  <a:gd name="T40" fmla="*/ 0 w 932"/>
                  <a:gd name="T41" fmla="*/ 448 h 610"/>
                  <a:gd name="T42" fmla="*/ 0 w 932"/>
                  <a:gd name="T43" fmla="*/ 610 h 610"/>
                  <a:gd name="T44" fmla="*/ 0 w 932"/>
                  <a:gd name="T45" fmla="*/ 610 h 610"/>
                  <a:gd name="T46" fmla="*/ 28 w 932"/>
                  <a:gd name="T47" fmla="*/ 600 h 610"/>
                  <a:gd name="T48" fmla="*/ 58 w 932"/>
                  <a:gd name="T49" fmla="*/ 586 h 610"/>
                  <a:gd name="T50" fmla="*/ 96 w 932"/>
                  <a:gd name="T51" fmla="*/ 564 h 610"/>
                  <a:gd name="T52" fmla="*/ 118 w 932"/>
                  <a:gd name="T53" fmla="*/ 550 h 610"/>
                  <a:gd name="T54" fmla="*/ 142 w 932"/>
                  <a:gd name="T55" fmla="*/ 532 h 610"/>
                  <a:gd name="T56" fmla="*/ 168 w 932"/>
                  <a:gd name="T57" fmla="*/ 514 h 610"/>
                  <a:gd name="T58" fmla="*/ 194 w 932"/>
                  <a:gd name="T59" fmla="*/ 492 h 610"/>
                  <a:gd name="T60" fmla="*/ 220 w 932"/>
                  <a:gd name="T61" fmla="*/ 468 h 610"/>
                  <a:gd name="T62" fmla="*/ 248 w 932"/>
                  <a:gd name="T63" fmla="*/ 440 h 610"/>
                  <a:gd name="T64" fmla="*/ 274 w 932"/>
                  <a:gd name="T65" fmla="*/ 410 h 610"/>
                  <a:gd name="T66" fmla="*/ 302 w 932"/>
                  <a:gd name="T67" fmla="*/ 376 h 610"/>
                  <a:gd name="T68" fmla="*/ 932 w 932"/>
                  <a:gd name="T69" fmla="*/ 376 h 610"/>
                  <a:gd name="T70" fmla="*/ 932 w 932"/>
                  <a:gd name="T71" fmla="*/ 214 h 610"/>
                  <a:gd name="T72" fmla="*/ 402 w 932"/>
                  <a:gd name="T73" fmla="*/ 214 h 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32" h="610">
                    <a:moveTo>
                      <a:pt x="402" y="214"/>
                    </a:moveTo>
                    <a:lnTo>
                      <a:pt x="402" y="214"/>
                    </a:lnTo>
                    <a:lnTo>
                      <a:pt x="426" y="166"/>
                    </a:lnTo>
                    <a:lnTo>
                      <a:pt x="448" y="116"/>
                    </a:lnTo>
                    <a:lnTo>
                      <a:pt x="468" y="60"/>
                    </a:lnTo>
                    <a:lnTo>
                      <a:pt x="486" y="0"/>
                    </a:lnTo>
                    <a:lnTo>
                      <a:pt x="288" y="0"/>
                    </a:lnTo>
                    <a:lnTo>
                      <a:pt x="288" y="0"/>
                    </a:lnTo>
                    <a:lnTo>
                      <a:pt x="274" y="50"/>
                    </a:lnTo>
                    <a:lnTo>
                      <a:pt x="256" y="98"/>
                    </a:lnTo>
                    <a:lnTo>
                      <a:pt x="236" y="144"/>
                    </a:lnTo>
                    <a:lnTo>
                      <a:pt x="214" y="186"/>
                    </a:lnTo>
                    <a:lnTo>
                      <a:pt x="190" y="226"/>
                    </a:lnTo>
                    <a:lnTo>
                      <a:pt x="166" y="262"/>
                    </a:lnTo>
                    <a:lnTo>
                      <a:pt x="142" y="296"/>
                    </a:lnTo>
                    <a:lnTo>
                      <a:pt x="118" y="326"/>
                    </a:lnTo>
                    <a:lnTo>
                      <a:pt x="96" y="354"/>
                    </a:lnTo>
                    <a:lnTo>
                      <a:pt x="74" y="378"/>
                    </a:lnTo>
                    <a:lnTo>
                      <a:pt x="36" y="416"/>
                    </a:lnTo>
                    <a:lnTo>
                      <a:pt x="10" y="440"/>
                    </a:lnTo>
                    <a:lnTo>
                      <a:pt x="0" y="448"/>
                    </a:lnTo>
                    <a:lnTo>
                      <a:pt x="0" y="610"/>
                    </a:lnTo>
                    <a:lnTo>
                      <a:pt x="0" y="610"/>
                    </a:lnTo>
                    <a:lnTo>
                      <a:pt x="28" y="600"/>
                    </a:lnTo>
                    <a:lnTo>
                      <a:pt x="58" y="586"/>
                    </a:lnTo>
                    <a:lnTo>
                      <a:pt x="96" y="564"/>
                    </a:lnTo>
                    <a:lnTo>
                      <a:pt x="118" y="550"/>
                    </a:lnTo>
                    <a:lnTo>
                      <a:pt x="142" y="532"/>
                    </a:lnTo>
                    <a:lnTo>
                      <a:pt x="168" y="514"/>
                    </a:lnTo>
                    <a:lnTo>
                      <a:pt x="194" y="492"/>
                    </a:lnTo>
                    <a:lnTo>
                      <a:pt x="220" y="468"/>
                    </a:lnTo>
                    <a:lnTo>
                      <a:pt x="248" y="440"/>
                    </a:lnTo>
                    <a:lnTo>
                      <a:pt x="274" y="410"/>
                    </a:lnTo>
                    <a:lnTo>
                      <a:pt x="302" y="376"/>
                    </a:lnTo>
                    <a:lnTo>
                      <a:pt x="932" y="376"/>
                    </a:lnTo>
                    <a:lnTo>
                      <a:pt x="932" y="214"/>
                    </a:lnTo>
                    <a:lnTo>
                      <a:pt x="402" y="2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55" name="Freeform 82">
                <a:extLst>
                  <a:ext uri="{FF2B5EF4-FFF2-40B4-BE49-F238E27FC236}">
                    <a16:creationId xmlns:a16="http://schemas.microsoft.com/office/drawing/2014/main" id="{24C56EF3-3FDA-C899-A817-4C402D99FBD4}"/>
                  </a:ext>
                </a:extLst>
              </p:cNvPr>
              <p:cNvSpPr>
                <a:spLocks/>
              </p:cNvSpPr>
              <p:nvPr/>
            </p:nvSpPr>
            <p:spPr bwMode="auto">
              <a:xfrm>
                <a:off x="2441575" y="3165475"/>
                <a:ext cx="1482725" cy="1895475"/>
              </a:xfrm>
              <a:custGeom>
                <a:avLst/>
                <a:gdLst>
                  <a:gd name="T0" fmla="*/ 650 w 934"/>
                  <a:gd name="T1" fmla="*/ 630 h 1194"/>
                  <a:gd name="T2" fmla="*/ 732 w 934"/>
                  <a:gd name="T3" fmla="*/ 590 h 1194"/>
                  <a:gd name="T4" fmla="*/ 858 w 934"/>
                  <a:gd name="T5" fmla="*/ 516 h 1194"/>
                  <a:gd name="T6" fmla="*/ 880 w 934"/>
                  <a:gd name="T7" fmla="*/ 306 h 1194"/>
                  <a:gd name="T8" fmla="*/ 838 w 934"/>
                  <a:gd name="T9" fmla="*/ 336 h 1194"/>
                  <a:gd name="T10" fmla="*/ 758 w 934"/>
                  <a:gd name="T11" fmla="*/ 384 h 1194"/>
                  <a:gd name="T12" fmla="*/ 654 w 934"/>
                  <a:gd name="T13" fmla="*/ 438 h 1194"/>
                  <a:gd name="T14" fmla="*/ 604 w 934"/>
                  <a:gd name="T15" fmla="*/ 460 h 1194"/>
                  <a:gd name="T16" fmla="*/ 590 w 934"/>
                  <a:gd name="T17" fmla="*/ 364 h 1194"/>
                  <a:gd name="T18" fmla="*/ 580 w 934"/>
                  <a:gd name="T19" fmla="*/ 256 h 1194"/>
                  <a:gd name="T20" fmla="*/ 658 w 934"/>
                  <a:gd name="T21" fmla="*/ 218 h 1194"/>
                  <a:gd name="T22" fmla="*/ 764 w 934"/>
                  <a:gd name="T23" fmla="*/ 160 h 1194"/>
                  <a:gd name="T24" fmla="*/ 764 w 934"/>
                  <a:gd name="T25" fmla="*/ 0 h 1194"/>
                  <a:gd name="T26" fmla="*/ 644 w 934"/>
                  <a:gd name="T27" fmla="*/ 62 h 1194"/>
                  <a:gd name="T28" fmla="*/ 446 w 934"/>
                  <a:gd name="T29" fmla="*/ 150 h 1194"/>
                  <a:gd name="T30" fmla="*/ 316 w 934"/>
                  <a:gd name="T31" fmla="*/ 202 h 1194"/>
                  <a:gd name="T32" fmla="*/ 166 w 934"/>
                  <a:gd name="T33" fmla="*/ 254 h 1194"/>
                  <a:gd name="T34" fmla="*/ 0 w 934"/>
                  <a:gd name="T35" fmla="*/ 306 h 1194"/>
                  <a:gd name="T36" fmla="*/ 0 w 934"/>
                  <a:gd name="T37" fmla="*/ 468 h 1194"/>
                  <a:gd name="T38" fmla="*/ 142 w 934"/>
                  <a:gd name="T39" fmla="*/ 428 h 1194"/>
                  <a:gd name="T40" fmla="*/ 316 w 934"/>
                  <a:gd name="T41" fmla="*/ 1194 h 1194"/>
                  <a:gd name="T42" fmla="*/ 316 w 934"/>
                  <a:gd name="T43" fmla="*/ 368 h 1194"/>
                  <a:gd name="T44" fmla="*/ 404 w 934"/>
                  <a:gd name="T45" fmla="*/ 334 h 1194"/>
                  <a:gd name="T46" fmla="*/ 424 w 934"/>
                  <a:gd name="T47" fmla="*/ 458 h 1194"/>
                  <a:gd name="T48" fmla="*/ 450 w 934"/>
                  <a:gd name="T49" fmla="*/ 570 h 1194"/>
                  <a:gd name="T50" fmla="*/ 484 w 934"/>
                  <a:gd name="T51" fmla="*/ 670 h 1194"/>
                  <a:gd name="T52" fmla="*/ 522 w 934"/>
                  <a:gd name="T53" fmla="*/ 760 h 1194"/>
                  <a:gd name="T54" fmla="*/ 564 w 934"/>
                  <a:gd name="T55" fmla="*/ 840 h 1194"/>
                  <a:gd name="T56" fmla="*/ 608 w 934"/>
                  <a:gd name="T57" fmla="*/ 910 h 1194"/>
                  <a:gd name="T58" fmla="*/ 654 w 934"/>
                  <a:gd name="T59" fmla="*/ 972 h 1194"/>
                  <a:gd name="T60" fmla="*/ 700 w 934"/>
                  <a:gd name="T61" fmla="*/ 1024 h 1194"/>
                  <a:gd name="T62" fmla="*/ 788 w 934"/>
                  <a:gd name="T63" fmla="*/ 1104 h 1194"/>
                  <a:gd name="T64" fmla="*/ 862 w 934"/>
                  <a:gd name="T65" fmla="*/ 1158 h 1194"/>
                  <a:gd name="T66" fmla="*/ 914 w 934"/>
                  <a:gd name="T67" fmla="*/ 1186 h 1194"/>
                  <a:gd name="T68" fmla="*/ 934 w 934"/>
                  <a:gd name="T69" fmla="*/ 1010 h 1194"/>
                  <a:gd name="T70" fmla="*/ 926 w 934"/>
                  <a:gd name="T71" fmla="*/ 1006 h 1194"/>
                  <a:gd name="T72" fmla="*/ 872 w 934"/>
                  <a:gd name="T73" fmla="*/ 966 h 1194"/>
                  <a:gd name="T74" fmla="*/ 832 w 934"/>
                  <a:gd name="T75" fmla="*/ 928 h 1194"/>
                  <a:gd name="T76" fmla="*/ 786 w 934"/>
                  <a:gd name="T77" fmla="*/ 876 h 1194"/>
                  <a:gd name="T78" fmla="*/ 738 w 934"/>
                  <a:gd name="T79" fmla="*/ 810 h 1194"/>
                  <a:gd name="T80" fmla="*/ 692 w 934"/>
                  <a:gd name="T81" fmla="*/ 728 h 1194"/>
                  <a:gd name="T82" fmla="*/ 650 w 934"/>
                  <a:gd name="T83" fmla="*/ 630 h 1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34" h="1194">
                    <a:moveTo>
                      <a:pt x="650" y="630"/>
                    </a:moveTo>
                    <a:lnTo>
                      <a:pt x="650" y="630"/>
                    </a:lnTo>
                    <a:lnTo>
                      <a:pt x="690" y="610"/>
                    </a:lnTo>
                    <a:lnTo>
                      <a:pt x="732" y="590"/>
                    </a:lnTo>
                    <a:lnTo>
                      <a:pt x="804" y="550"/>
                    </a:lnTo>
                    <a:lnTo>
                      <a:pt x="858" y="516"/>
                    </a:lnTo>
                    <a:lnTo>
                      <a:pt x="880" y="504"/>
                    </a:lnTo>
                    <a:lnTo>
                      <a:pt x="880" y="306"/>
                    </a:lnTo>
                    <a:lnTo>
                      <a:pt x="880" y="306"/>
                    </a:lnTo>
                    <a:lnTo>
                      <a:pt x="838" y="336"/>
                    </a:lnTo>
                    <a:lnTo>
                      <a:pt x="798" y="362"/>
                    </a:lnTo>
                    <a:lnTo>
                      <a:pt x="758" y="384"/>
                    </a:lnTo>
                    <a:lnTo>
                      <a:pt x="720" y="406"/>
                    </a:lnTo>
                    <a:lnTo>
                      <a:pt x="654" y="438"/>
                    </a:lnTo>
                    <a:lnTo>
                      <a:pt x="604" y="460"/>
                    </a:lnTo>
                    <a:lnTo>
                      <a:pt x="604" y="460"/>
                    </a:lnTo>
                    <a:lnTo>
                      <a:pt x="596" y="414"/>
                    </a:lnTo>
                    <a:lnTo>
                      <a:pt x="590" y="364"/>
                    </a:lnTo>
                    <a:lnTo>
                      <a:pt x="584" y="312"/>
                    </a:lnTo>
                    <a:lnTo>
                      <a:pt x="580" y="256"/>
                    </a:lnTo>
                    <a:lnTo>
                      <a:pt x="580" y="256"/>
                    </a:lnTo>
                    <a:lnTo>
                      <a:pt x="658" y="218"/>
                    </a:lnTo>
                    <a:lnTo>
                      <a:pt x="716" y="188"/>
                    </a:lnTo>
                    <a:lnTo>
                      <a:pt x="764" y="160"/>
                    </a:lnTo>
                    <a:lnTo>
                      <a:pt x="764" y="0"/>
                    </a:lnTo>
                    <a:lnTo>
                      <a:pt x="764" y="0"/>
                    </a:lnTo>
                    <a:lnTo>
                      <a:pt x="710" y="28"/>
                    </a:lnTo>
                    <a:lnTo>
                      <a:pt x="644" y="62"/>
                    </a:lnTo>
                    <a:lnTo>
                      <a:pt x="556" y="102"/>
                    </a:lnTo>
                    <a:lnTo>
                      <a:pt x="446" y="150"/>
                    </a:lnTo>
                    <a:lnTo>
                      <a:pt x="384" y="176"/>
                    </a:lnTo>
                    <a:lnTo>
                      <a:pt x="316" y="202"/>
                    </a:lnTo>
                    <a:lnTo>
                      <a:pt x="244" y="228"/>
                    </a:lnTo>
                    <a:lnTo>
                      <a:pt x="166" y="254"/>
                    </a:lnTo>
                    <a:lnTo>
                      <a:pt x="86" y="280"/>
                    </a:lnTo>
                    <a:lnTo>
                      <a:pt x="0" y="306"/>
                    </a:lnTo>
                    <a:lnTo>
                      <a:pt x="0" y="468"/>
                    </a:lnTo>
                    <a:lnTo>
                      <a:pt x="0" y="468"/>
                    </a:lnTo>
                    <a:lnTo>
                      <a:pt x="72" y="448"/>
                    </a:lnTo>
                    <a:lnTo>
                      <a:pt x="142" y="428"/>
                    </a:lnTo>
                    <a:lnTo>
                      <a:pt x="142" y="1194"/>
                    </a:lnTo>
                    <a:lnTo>
                      <a:pt x="316" y="1194"/>
                    </a:lnTo>
                    <a:lnTo>
                      <a:pt x="316" y="368"/>
                    </a:lnTo>
                    <a:lnTo>
                      <a:pt x="316" y="368"/>
                    </a:lnTo>
                    <a:lnTo>
                      <a:pt x="404" y="334"/>
                    </a:lnTo>
                    <a:lnTo>
                      <a:pt x="404" y="334"/>
                    </a:lnTo>
                    <a:lnTo>
                      <a:pt x="414" y="398"/>
                    </a:lnTo>
                    <a:lnTo>
                      <a:pt x="424" y="458"/>
                    </a:lnTo>
                    <a:lnTo>
                      <a:pt x="436" y="516"/>
                    </a:lnTo>
                    <a:lnTo>
                      <a:pt x="450" y="570"/>
                    </a:lnTo>
                    <a:lnTo>
                      <a:pt x="466" y="622"/>
                    </a:lnTo>
                    <a:lnTo>
                      <a:pt x="484" y="670"/>
                    </a:lnTo>
                    <a:lnTo>
                      <a:pt x="502" y="716"/>
                    </a:lnTo>
                    <a:lnTo>
                      <a:pt x="522" y="760"/>
                    </a:lnTo>
                    <a:lnTo>
                      <a:pt x="542" y="802"/>
                    </a:lnTo>
                    <a:lnTo>
                      <a:pt x="564" y="840"/>
                    </a:lnTo>
                    <a:lnTo>
                      <a:pt x="586" y="876"/>
                    </a:lnTo>
                    <a:lnTo>
                      <a:pt x="608" y="910"/>
                    </a:lnTo>
                    <a:lnTo>
                      <a:pt x="632" y="942"/>
                    </a:lnTo>
                    <a:lnTo>
                      <a:pt x="654" y="972"/>
                    </a:lnTo>
                    <a:lnTo>
                      <a:pt x="678" y="998"/>
                    </a:lnTo>
                    <a:lnTo>
                      <a:pt x="700" y="1024"/>
                    </a:lnTo>
                    <a:lnTo>
                      <a:pt x="746" y="1068"/>
                    </a:lnTo>
                    <a:lnTo>
                      <a:pt x="788" y="1104"/>
                    </a:lnTo>
                    <a:lnTo>
                      <a:pt x="828" y="1134"/>
                    </a:lnTo>
                    <a:lnTo>
                      <a:pt x="862" y="1158"/>
                    </a:lnTo>
                    <a:lnTo>
                      <a:pt x="892" y="1174"/>
                    </a:lnTo>
                    <a:lnTo>
                      <a:pt x="914" y="1186"/>
                    </a:lnTo>
                    <a:lnTo>
                      <a:pt x="934" y="1194"/>
                    </a:lnTo>
                    <a:lnTo>
                      <a:pt x="934" y="1010"/>
                    </a:lnTo>
                    <a:lnTo>
                      <a:pt x="934" y="1010"/>
                    </a:lnTo>
                    <a:lnTo>
                      <a:pt x="926" y="1006"/>
                    </a:lnTo>
                    <a:lnTo>
                      <a:pt x="904" y="992"/>
                    </a:lnTo>
                    <a:lnTo>
                      <a:pt x="872" y="966"/>
                    </a:lnTo>
                    <a:lnTo>
                      <a:pt x="852" y="948"/>
                    </a:lnTo>
                    <a:lnTo>
                      <a:pt x="832" y="928"/>
                    </a:lnTo>
                    <a:lnTo>
                      <a:pt x="808" y="904"/>
                    </a:lnTo>
                    <a:lnTo>
                      <a:pt x="786" y="876"/>
                    </a:lnTo>
                    <a:lnTo>
                      <a:pt x="762" y="844"/>
                    </a:lnTo>
                    <a:lnTo>
                      <a:pt x="738" y="810"/>
                    </a:lnTo>
                    <a:lnTo>
                      <a:pt x="716" y="770"/>
                    </a:lnTo>
                    <a:lnTo>
                      <a:pt x="692" y="728"/>
                    </a:lnTo>
                    <a:lnTo>
                      <a:pt x="670" y="680"/>
                    </a:lnTo>
                    <a:lnTo>
                      <a:pt x="650" y="630"/>
                    </a:lnTo>
                    <a:lnTo>
                      <a:pt x="650" y="6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56" name="Freeform 83">
                <a:extLst>
                  <a:ext uri="{FF2B5EF4-FFF2-40B4-BE49-F238E27FC236}">
                    <a16:creationId xmlns:a16="http://schemas.microsoft.com/office/drawing/2014/main" id="{7A47EB89-FE09-B2D6-6DBB-69FD2F61BDC4}"/>
                  </a:ext>
                </a:extLst>
              </p:cNvPr>
              <p:cNvSpPr>
                <a:spLocks/>
              </p:cNvSpPr>
              <p:nvPr/>
            </p:nvSpPr>
            <p:spPr bwMode="auto">
              <a:xfrm>
                <a:off x="4187825" y="2505075"/>
                <a:ext cx="2562225" cy="895350"/>
              </a:xfrm>
              <a:custGeom>
                <a:avLst/>
                <a:gdLst>
                  <a:gd name="T0" fmla="*/ 180 w 1614"/>
                  <a:gd name="T1" fmla="*/ 250 h 564"/>
                  <a:gd name="T2" fmla="*/ 1434 w 1614"/>
                  <a:gd name="T3" fmla="*/ 250 h 564"/>
                  <a:gd name="T4" fmla="*/ 1434 w 1614"/>
                  <a:gd name="T5" fmla="*/ 564 h 564"/>
                  <a:gd name="T6" fmla="*/ 1614 w 1614"/>
                  <a:gd name="T7" fmla="*/ 564 h 564"/>
                  <a:gd name="T8" fmla="*/ 1614 w 1614"/>
                  <a:gd name="T9" fmla="*/ 88 h 564"/>
                  <a:gd name="T10" fmla="*/ 912 w 1614"/>
                  <a:gd name="T11" fmla="*/ 88 h 564"/>
                  <a:gd name="T12" fmla="*/ 912 w 1614"/>
                  <a:gd name="T13" fmla="*/ 0 h 564"/>
                  <a:gd name="T14" fmla="*/ 712 w 1614"/>
                  <a:gd name="T15" fmla="*/ 0 h 564"/>
                  <a:gd name="T16" fmla="*/ 712 w 1614"/>
                  <a:gd name="T17" fmla="*/ 88 h 564"/>
                  <a:gd name="T18" fmla="*/ 0 w 1614"/>
                  <a:gd name="T19" fmla="*/ 88 h 564"/>
                  <a:gd name="T20" fmla="*/ 0 w 1614"/>
                  <a:gd name="T21" fmla="*/ 564 h 564"/>
                  <a:gd name="T22" fmla="*/ 180 w 1614"/>
                  <a:gd name="T23" fmla="*/ 564 h 564"/>
                  <a:gd name="T24" fmla="*/ 180 w 1614"/>
                  <a:gd name="T25" fmla="*/ 250 h 5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14" h="564">
                    <a:moveTo>
                      <a:pt x="180" y="250"/>
                    </a:moveTo>
                    <a:lnTo>
                      <a:pt x="1434" y="250"/>
                    </a:lnTo>
                    <a:lnTo>
                      <a:pt x="1434" y="564"/>
                    </a:lnTo>
                    <a:lnTo>
                      <a:pt x="1614" y="564"/>
                    </a:lnTo>
                    <a:lnTo>
                      <a:pt x="1614" y="88"/>
                    </a:lnTo>
                    <a:lnTo>
                      <a:pt x="912" y="88"/>
                    </a:lnTo>
                    <a:lnTo>
                      <a:pt x="912" y="0"/>
                    </a:lnTo>
                    <a:lnTo>
                      <a:pt x="712" y="0"/>
                    </a:lnTo>
                    <a:lnTo>
                      <a:pt x="712" y="88"/>
                    </a:lnTo>
                    <a:lnTo>
                      <a:pt x="0" y="88"/>
                    </a:lnTo>
                    <a:lnTo>
                      <a:pt x="0" y="564"/>
                    </a:lnTo>
                    <a:lnTo>
                      <a:pt x="180" y="564"/>
                    </a:lnTo>
                    <a:lnTo>
                      <a:pt x="180" y="2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57" name="Freeform 84">
                <a:extLst>
                  <a:ext uri="{FF2B5EF4-FFF2-40B4-BE49-F238E27FC236}">
                    <a16:creationId xmlns:a16="http://schemas.microsoft.com/office/drawing/2014/main" id="{B070E5CF-7F8D-9C00-75AB-21D2F1190CBF}"/>
                  </a:ext>
                </a:extLst>
              </p:cNvPr>
              <p:cNvSpPr>
                <a:spLocks noEditPoints="1"/>
              </p:cNvSpPr>
              <p:nvPr/>
            </p:nvSpPr>
            <p:spPr bwMode="auto">
              <a:xfrm>
                <a:off x="4105275" y="3022600"/>
                <a:ext cx="2724150" cy="2038350"/>
              </a:xfrm>
              <a:custGeom>
                <a:avLst/>
                <a:gdLst>
                  <a:gd name="T0" fmla="*/ 1716 w 1716"/>
                  <a:gd name="T1" fmla="*/ 626 h 1284"/>
                  <a:gd name="T2" fmla="*/ 1594 w 1716"/>
                  <a:gd name="T3" fmla="*/ 604 h 1284"/>
                  <a:gd name="T4" fmla="*/ 1406 w 1716"/>
                  <a:gd name="T5" fmla="*/ 556 h 1284"/>
                  <a:gd name="T6" fmla="*/ 1292 w 1716"/>
                  <a:gd name="T7" fmla="*/ 520 h 1284"/>
                  <a:gd name="T8" fmla="*/ 1168 w 1716"/>
                  <a:gd name="T9" fmla="*/ 472 h 1284"/>
                  <a:gd name="T10" fmla="*/ 1038 w 1716"/>
                  <a:gd name="T11" fmla="*/ 414 h 1284"/>
                  <a:gd name="T12" fmla="*/ 1108 w 1716"/>
                  <a:gd name="T13" fmla="*/ 366 h 1284"/>
                  <a:gd name="T14" fmla="*/ 1218 w 1716"/>
                  <a:gd name="T15" fmla="*/ 276 h 1284"/>
                  <a:gd name="T16" fmla="*/ 1290 w 1716"/>
                  <a:gd name="T17" fmla="*/ 206 h 1284"/>
                  <a:gd name="T18" fmla="*/ 1332 w 1716"/>
                  <a:gd name="T19" fmla="*/ 162 h 1284"/>
                  <a:gd name="T20" fmla="*/ 512 w 1716"/>
                  <a:gd name="T21" fmla="*/ 0 h 1284"/>
                  <a:gd name="T22" fmla="*/ 510 w 1716"/>
                  <a:gd name="T23" fmla="*/ 8 h 1284"/>
                  <a:gd name="T24" fmla="*/ 480 w 1716"/>
                  <a:gd name="T25" fmla="*/ 62 h 1284"/>
                  <a:gd name="T26" fmla="*/ 434 w 1716"/>
                  <a:gd name="T27" fmla="*/ 126 h 1284"/>
                  <a:gd name="T28" fmla="*/ 390 w 1716"/>
                  <a:gd name="T29" fmla="*/ 178 h 1284"/>
                  <a:gd name="T30" fmla="*/ 332 w 1716"/>
                  <a:gd name="T31" fmla="*/ 230 h 1284"/>
                  <a:gd name="T32" fmla="*/ 262 w 1716"/>
                  <a:gd name="T33" fmla="*/ 286 h 1284"/>
                  <a:gd name="T34" fmla="*/ 220 w 1716"/>
                  <a:gd name="T35" fmla="*/ 474 h 1284"/>
                  <a:gd name="T36" fmla="*/ 246 w 1716"/>
                  <a:gd name="T37" fmla="*/ 466 h 1284"/>
                  <a:gd name="T38" fmla="*/ 312 w 1716"/>
                  <a:gd name="T39" fmla="*/ 438 h 1284"/>
                  <a:gd name="T40" fmla="*/ 382 w 1716"/>
                  <a:gd name="T41" fmla="*/ 396 h 1284"/>
                  <a:gd name="T42" fmla="*/ 436 w 1716"/>
                  <a:gd name="T43" fmla="*/ 356 h 1284"/>
                  <a:gd name="T44" fmla="*/ 496 w 1716"/>
                  <a:gd name="T45" fmla="*/ 306 h 1284"/>
                  <a:gd name="T46" fmla="*/ 526 w 1716"/>
                  <a:gd name="T47" fmla="*/ 276 h 1284"/>
                  <a:gd name="T48" fmla="*/ 592 w 1716"/>
                  <a:gd name="T49" fmla="*/ 332 h 1284"/>
                  <a:gd name="T50" fmla="*/ 710 w 1716"/>
                  <a:gd name="T51" fmla="*/ 418 h 1284"/>
                  <a:gd name="T52" fmla="*/ 644 w 1716"/>
                  <a:gd name="T53" fmla="*/ 448 h 1284"/>
                  <a:gd name="T54" fmla="*/ 512 w 1716"/>
                  <a:gd name="T55" fmla="*/ 500 h 1284"/>
                  <a:gd name="T56" fmla="*/ 388 w 1716"/>
                  <a:gd name="T57" fmla="*/ 540 h 1284"/>
                  <a:gd name="T58" fmla="*/ 274 w 1716"/>
                  <a:gd name="T59" fmla="*/ 572 h 1284"/>
                  <a:gd name="T60" fmla="*/ 132 w 1716"/>
                  <a:gd name="T61" fmla="*/ 604 h 1284"/>
                  <a:gd name="T62" fmla="*/ 0 w 1716"/>
                  <a:gd name="T63" fmla="*/ 626 h 1284"/>
                  <a:gd name="T64" fmla="*/ 0 w 1716"/>
                  <a:gd name="T65" fmla="*/ 772 h 1284"/>
                  <a:gd name="T66" fmla="*/ 110 w 1716"/>
                  <a:gd name="T67" fmla="*/ 760 h 1284"/>
                  <a:gd name="T68" fmla="*/ 214 w 1716"/>
                  <a:gd name="T69" fmla="*/ 1284 h 1284"/>
                  <a:gd name="T70" fmla="*/ 1506 w 1716"/>
                  <a:gd name="T71" fmla="*/ 736 h 1284"/>
                  <a:gd name="T72" fmla="*/ 1608 w 1716"/>
                  <a:gd name="T73" fmla="*/ 756 h 1284"/>
                  <a:gd name="T74" fmla="*/ 1716 w 1716"/>
                  <a:gd name="T75" fmla="*/ 772 h 1284"/>
                  <a:gd name="T76" fmla="*/ 650 w 1716"/>
                  <a:gd name="T77" fmla="*/ 162 h 1284"/>
                  <a:gd name="T78" fmla="*/ 1098 w 1716"/>
                  <a:gd name="T79" fmla="*/ 162 h 1284"/>
                  <a:gd name="T80" fmla="*/ 992 w 1716"/>
                  <a:gd name="T81" fmla="*/ 250 h 1284"/>
                  <a:gd name="T82" fmla="*/ 878 w 1716"/>
                  <a:gd name="T83" fmla="*/ 326 h 1284"/>
                  <a:gd name="T84" fmla="*/ 818 w 1716"/>
                  <a:gd name="T85" fmla="*/ 290 h 1284"/>
                  <a:gd name="T86" fmla="*/ 704 w 1716"/>
                  <a:gd name="T87" fmla="*/ 208 h 1284"/>
                  <a:gd name="T88" fmla="*/ 650 w 1716"/>
                  <a:gd name="T89" fmla="*/ 162 h 1284"/>
                  <a:gd name="T90" fmla="*/ 396 w 1716"/>
                  <a:gd name="T91" fmla="*/ 1122 h 1284"/>
                  <a:gd name="T92" fmla="*/ 1322 w 1716"/>
                  <a:gd name="T93" fmla="*/ 858 h 1284"/>
                  <a:gd name="T94" fmla="*/ 422 w 1716"/>
                  <a:gd name="T95" fmla="*/ 696 h 1284"/>
                  <a:gd name="T96" fmla="*/ 486 w 1716"/>
                  <a:gd name="T97" fmla="*/ 678 h 1284"/>
                  <a:gd name="T98" fmla="*/ 610 w 1716"/>
                  <a:gd name="T99" fmla="*/ 636 h 1284"/>
                  <a:gd name="T100" fmla="*/ 724 w 1716"/>
                  <a:gd name="T101" fmla="*/ 590 h 1284"/>
                  <a:gd name="T102" fmla="*/ 828 w 1716"/>
                  <a:gd name="T103" fmla="*/ 540 h 1284"/>
                  <a:gd name="T104" fmla="*/ 876 w 1716"/>
                  <a:gd name="T105" fmla="*/ 514 h 1284"/>
                  <a:gd name="T106" fmla="*/ 974 w 1716"/>
                  <a:gd name="T107" fmla="*/ 564 h 1284"/>
                  <a:gd name="T108" fmla="*/ 1084 w 1716"/>
                  <a:gd name="T109" fmla="*/ 610 h 1284"/>
                  <a:gd name="T110" fmla="*/ 1206 w 1716"/>
                  <a:gd name="T111" fmla="*/ 656 h 1284"/>
                  <a:gd name="T112" fmla="*/ 1340 w 1716"/>
                  <a:gd name="T113" fmla="*/ 696 h 1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716" h="1284">
                    <a:moveTo>
                      <a:pt x="1716" y="626"/>
                    </a:moveTo>
                    <a:lnTo>
                      <a:pt x="1716" y="626"/>
                    </a:lnTo>
                    <a:lnTo>
                      <a:pt x="1660" y="616"/>
                    </a:lnTo>
                    <a:lnTo>
                      <a:pt x="1594" y="604"/>
                    </a:lnTo>
                    <a:lnTo>
                      <a:pt x="1508" y="584"/>
                    </a:lnTo>
                    <a:lnTo>
                      <a:pt x="1406" y="556"/>
                    </a:lnTo>
                    <a:lnTo>
                      <a:pt x="1350" y="538"/>
                    </a:lnTo>
                    <a:lnTo>
                      <a:pt x="1292" y="520"/>
                    </a:lnTo>
                    <a:lnTo>
                      <a:pt x="1230" y="498"/>
                    </a:lnTo>
                    <a:lnTo>
                      <a:pt x="1168" y="472"/>
                    </a:lnTo>
                    <a:lnTo>
                      <a:pt x="1104" y="446"/>
                    </a:lnTo>
                    <a:lnTo>
                      <a:pt x="1038" y="414"/>
                    </a:lnTo>
                    <a:lnTo>
                      <a:pt x="1038" y="414"/>
                    </a:lnTo>
                    <a:lnTo>
                      <a:pt x="1108" y="366"/>
                    </a:lnTo>
                    <a:lnTo>
                      <a:pt x="1166" y="318"/>
                    </a:lnTo>
                    <a:lnTo>
                      <a:pt x="1218" y="276"/>
                    </a:lnTo>
                    <a:lnTo>
                      <a:pt x="1258" y="238"/>
                    </a:lnTo>
                    <a:lnTo>
                      <a:pt x="1290" y="206"/>
                    </a:lnTo>
                    <a:lnTo>
                      <a:pt x="1314" y="182"/>
                    </a:lnTo>
                    <a:lnTo>
                      <a:pt x="1332" y="162"/>
                    </a:lnTo>
                    <a:lnTo>
                      <a:pt x="1332" y="0"/>
                    </a:lnTo>
                    <a:lnTo>
                      <a:pt x="512" y="0"/>
                    </a:lnTo>
                    <a:lnTo>
                      <a:pt x="512" y="0"/>
                    </a:lnTo>
                    <a:lnTo>
                      <a:pt x="510" y="8"/>
                    </a:lnTo>
                    <a:lnTo>
                      <a:pt x="498" y="28"/>
                    </a:lnTo>
                    <a:lnTo>
                      <a:pt x="480" y="62"/>
                    </a:lnTo>
                    <a:lnTo>
                      <a:pt x="452" y="102"/>
                    </a:lnTo>
                    <a:lnTo>
                      <a:pt x="434" y="126"/>
                    </a:lnTo>
                    <a:lnTo>
                      <a:pt x="414" y="152"/>
                    </a:lnTo>
                    <a:lnTo>
                      <a:pt x="390" y="178"/>
                    </a:lnTo>
                    <a:lnTo>
                      <a:pt x="362" y="204"/>
                    </a:lnTo>
                    <a:lnTo>
                      <a:pt x="332" y="230"/>
                    </a:lnTo>
                    <a:lnTo>
                      <a:pt x="298" y="258"/>
                    </a:lnTo>
                    <a:lnTo>
                      <a:pt x="262" y="286"/>
                    </a:lnTo>
                    <a:lnTo>
                      <a:pt x="220" y="312"/>
                    </a:lnTo>
                    <a:lnTo>
                      <a:pt x="220" y="474"/>
                    </a:lnTo>
                    <a:lnTo>
                      <a:pt x="220" y="474"/>
                    </a:lnTo>
                    <a:lnTo>
                      <a:pt x="246" y="466"/>
                    </a:lnTo>
                    <a:lnTo>
                      <a:pt x="274" y="456"/>
                    </a:lnTo>
                    <a:lnTo>
                      <a:pt x="312" y="438"/>
                    </a:lnTo>
                    <a:lnTo>
                      <a:pt x="358" y="412"/>
                    </a:lnTo>
                    <a:lnTo>
                      <a:pt x="382" y="396"/>
                    </a:lnTo>
                    <a:lnTo>
                      <a:pt x="408" y="378"/>
                    </a:lnTo>
                    <a:lnTo>
                      <a:pt x="436" y="356"/>
                    </a:lnTo>
                    <a:lnTo>
                      <a:pt x="466" y="332"/>
                    </a:lnTo>
                    <a:lnTo>
                      <a:pt x="496" y="306"/>
                    </a:lnTo>
                    <a:lnTo>
                      <a:pt x="526" y="276"/>
                    </a:lnTo>
                    <a:lnTo>
                      <a:pt x="526" y="276"/>
                    </a:lnTo>
                    <a:lnTo>
                      <a:pt x="552" y="300"/>
                    </a:lnTo>
                    <a:lnTo>
                      <a:pt x="592" y="332"/>
                    </a:lnTo>
                    <a:lnTo>
                      <a:pt x="644" y="372"/>
                    </a:lnTo>
                    <a:lnTo>
                      <a:pt x="710" y="418"/>
                    </a:lnTo>
                    <a:lnTo>
                      <a:pt x="710" y="418"/>
                    </a:lnTo>
                    <a:lnTo>
                      <a:pt x="644" y="448"/>
                    </a:lnTo>
                    <a:lnTo>
                      <a:pt x="578" y="474"/>
                    </a:lnTo>
                    <a:lnTo>
                      <a:pt x="512" y="500"/>
                    </a:lnTo>
                    <a:lnTo>
                      <a:pt x="448" y="522"/>
                    </a:lnTo>
                    <a:lnTo>
                      <a:pt x="388" y="540"/>
                    </a:lnTo>
                    <a:lnTo>
                      <a:pt x="328" y="558"/>
                    </a:lnTo>
                    <a:lnTo>
                      <a:pt x="274" y="572"/>
                    </a:lnTo>
                    <a:lnTo>
                      <a:pt x="222" y="584"/>
                    </a:lnTo>
                    <a:lnTo>
                      <a:pt x="132" y="604"/>
                    </a:lnTo>
                    <a:lnTo>
                      <a:pt x="62" y="616"/>
                    </a:lnTo>
                    <a:lnTo>
                      <a:pt x="0" y="626"/>
                    </a:lnTo>
                    <a:lnTo>
                      <a:pt x="0" y="772"/>
                    </a:lnTo>
                    <a:lnTo>
                      <a:pt x="0" y="772"/>
                    </a:lnTo>
                    <a:lnTo>
                      <a:pt x="56" y="766"/>
                    </a:lnTo>
                    <a:lnTo>
                      <a:pt x="110" y="760"/>
                    </a:lnTo>
                    <a:lnTo>
                      <a:pt x="214" y="744"/>
                    </a:lnTo>
                    <a:lnTo>
                      <a:pt x="214" y="1284"/>
                    </a:lnTo>
                    <a:lnTo>
                      <a:pt x="1506" y="1284"/>
                    </a:lnTo>
                    <a:lnTo>
                      <a:pt x="1506" y="736"/>
                    </a:lnTo>
                    <a:lnTo>
                      <a:pt x="1506" y="736"/>
                    </a:lnTo>
                    <a:lnTo>
                      <a:pt x="1608" y="756"/>
                    </a:lnTo>
                    <a:lnTo>
                      <a:pt x="1662" y="764"/>
                    </a:lnTo>
                    <a:lnTo>
                      <a:pt x="1716" y="772"/>
                    </a:lnTo>
                    <a:lnTo>
                      <a:pt x="1716" y="626"/>
                    </a:lnTo>
                    <a:close/>
                    <a:moveTo>
                      <a:pt x="650" y="162"/>
                    </a:moveTo>
                    <a:lnTo>
                      <a:pt x="1098" y="162"/>
                    </a:lnTo>
                    <a:lnTo>
                      <a:pt x="1098" y="162"/>
                    </a:lnTo>
                    <a:lnTo>
                      <a:pt x="1046" y="208"/>
                    </a:lnTo>
                    <a:lnTo>
                      <a:pt x="992" y="250"/>
                    </a:lnTo>
                    <a:lnTo>
                      <a:pt x="934" y="290"/>
                    </a:lnTo>
                    <a:lnTo>
                      <a:pt x="878" y="326"/>
                    </a:lnTo>
                    <a:lnTo>
                      <a:pt x="878" y="326"/>
                    </a:lnTo>
                    <a:lnTo>
                      <a:pt x="818" y="290"/>
                    </a:lnTo>
                    <a:lnTo>
                      <a:pt x="762" y="250"/>
                    </a:lnTo>
                    <a:lnTo>
                      <a:pt x="704" y="208"/>
                    </a:lnTo>
                    <a:lnTo>
                      <a:pt x="650" y="162"/>
                    </a:lnTo>
                    <a:lnTo>
                      <a:pt x="650" y="162"/>
                    </a:lnTo>
                    <a:close/>
                    <a:moveTo>
                      <a:pt x="1322" y="1122"/>
                    </a:moveTo>
                    <a:lnTo>
                      <a:pt x="396" y="1122"/>
                    </a:lnTo>
                    <a:lnTo>
                      <a:pt x="396" y="858"/>
                    </a:lnTo>
                    <a:lnTo>
                      <a:pt x="1322" y="858"/>
                    </a:lnTo>
                    <a:lnTo>
                      <a:pt x="1322" y="1122"/>
                    </a:lnTo>
                    <a:close/>
                    <a:moveTo>
                      <a:pt x="422" y="696"/>
                    </a:moveTo>
                    <a:lnTo>
                      <a:pt x="422" y="696"/>
                    </a:lnTo>
                    <a:lnTo>
                      <a:pt x="486" y="678"/>
                    </a:lnTo>
                    <a:lnTo>
                      <a:pt x="550" y="658"/>
                    </a:lnTo>
                    <a:lnTo>
                      <a:pt x="610" y="636"/>
                    </a:lnTo>
                    <a:lnTo>
                      <a:pt x="668" y="612"/>
                    </a:lnTo>
                    <a:lnTo>
                      <a:pt x="724" y="590"/>
                    </a:lnTo>
                    <a:lnTo>
                      <a:pt x="776" y="564"/>
                    </a:lnTo>
                    <a:lnTo>
                      <a:pt x="828" y="540"/>
                    </a:lnTo>
                    <a:lnTo>
                      <a:pt x="876" y="514"/>
                    </a:lnTo>
                    <a:lnTo>
                      <a:pt x="876" y="514"/>
                    </a:lnTo>
                    <a:lnTo>
                      <a:pt x="922" y="538"/>
                    </a:lnTo>
                    <a:lnTo>
                      <a:pt x="974" y="564"/>
                    </a:lnTo>
                    <a:lnTo>
                      <a:pt x="1028" y="588"/>
                    </a:lnTo>
                    <a:lnTo>
                      <a:pt x="1084" y="610"/>
                    </a:lnTo>
                    <a:lnTo>
                      <a:pt x="1144" y="634"/>
                    </a:lnTo>
                    <a:lnTo>
                      <a:pt x="1206" y="656"/>
                    </a:lnTo>
                    <a:lnTo>
                      <a:pt x="1272" y="676"/>
                    </a:lnTo>
                    <a:lnTo>
                      <a:pt x="1340" y="696"/>
                    </a:lnTo>
                    <a:lnTo>
                      <a:pt x="422" y="6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58" name="Freeform 85">
                <a:extLst>
                  <a:ext uri="{FF2B5EF4-FFF2-40B4-BE49-F238E27FC236}">
                    <a16:creationId xmlns:a16="http://schemas.microsoft.com/office/drawing/2014/main" id="{995D56AF-EE58-7FE3-AACB-D5742EE9ABEB}"/>
                  </a:ext>
                </a:extLst>
              </p:cNvPr>
              <p:cNvSpPr>
                <a:spLocks/>
              </p:cNvSpPr>
              <p:nvPr/>
            </p:nvSpPr>
            <p:spPr bwMode="auto">
              <a:xfrm>
                <a:off x="12957175" y="2460625"/>
                <a:ext cx="1041400" cy="2638425"/>
              </a:xfrm>
              <a:custGeom>
                <a:avLst/>
                <a:gdLst>
                  <a:gd name="T0" fmla="*/ 464 w 656"/>
                  <a:gd name="T1" fmla="*/ 606 h 1662"/>
                  <a:gd name="T2" fmla="*/ 464 w 656"/>
                  <a:gd name="T3" fmla="*/ 442 h 1662"/>
                  <a:gd name="T4" fmla="*/ 618 w 656"/>
                  <a:gd name="T5" fmla="*/ 442 h 1662"/>
                  <a:gd name="T6" fmla="*/ 618 w 656"/>
                  <a:gd name="T7" fmla="*/ 282 h 1662"/>
                  <a:gd name="T8" fmla="*/ 464 w 656"/>
                  <a:gd name="T9" fmla="*/ 282 h 1662"/>
                  <a:gd name="T10" fmla="*/ 464 w 656"/>
                  <a:gd name="T11" fmla="*/ 0 h 1662"/>
                  <a:gd name="T12" fmla="*/ 290 w 656"/>
                  <a:gd name="T13" fmla="*/ 0 h 1662"/>
                  <a:gd name="T14" fmla="*/ 290 w 656"/>
                  <a:gd name="T15" fmla="*/ 282 h 1662"/>
                  <a:gd name="T16" fmla="*/ 36 w 656"/>
                  <a:gd name="T17" fmla="*/ 282 h 1662"/>
                  <a:gd name="T18" fmla="*/ 36 w 656"/>
                  <a:gd name="T19" fmla="*/ 442 h 1662"/>
                  <a:gd name="T20" fmla="*/ 270 w 656"/>
                  <a:gd name="T21" fmla="*/ 442 h 1662"/>
                  <a:gd name="T22" fmla="*/ 270 w 656"/>
                  <a:gd name="T23" fmla="*/ 442 h 1662"/>
                  <a:gd name="T24" fmla="*/ 258 w 656"/>
                  <a:gd name="T25" fmla="*/ 520 h 1662"/>
                  <a:gd name="T26" fmla="*/ 240 w 656"/>
                  <a:gd name="T27" fmla="*/ 592 h 1662"/>
                  <a:gd name="T28" fmla="*/ 222 w 656"/>
                  <a:gd name="T29" fmla="*/ 662 h 1662"/>
                  <a:gd name="T30" fmla="*/ 202 w 656"/>
                  <a:gd name="T31" fmla="*/ 728 h 1662"/>
                  <a:gd name="T32" fmla="*/ 180 w 656"/>
                  <a:gd name="T33" fmla="*/ 788 h 1662"/>
                  <a:gd name="T34" fmla="*/ 158 w 656"/>
                  <a:gd name="T35" fmla="*/ 846 h 1662"/>
                  <a:gd name="T36" fmla="*/ 134 w 656"/>
                  <a:gd name="T37" fmla="*/ 898 h 1662"/>
                  <a:gd name="T38" fmla="*/ 112 w 656"/>
                  <a:gd name="T39" fmla="*/ 946 h 1662"/>
                  <a:gd name="T40" fmla="*/ 90 w 656"/>
                  <a:gd name="T41" fmla="*/ 990 h 1662"/>
                  <a:gd name="T42" fmla="*/ 70 w 656"/>
                  <a:gd name="T43" fmla="*/ 1026 h 1662"/>
                  <a:gd name="T44" fmla="*/ 34 w 656"/>
                  <a:gd name="T45" fmla="*/ 1086 h 1662"/>
                  <a:gd name="T46" fmla="*/ 10 w 656"/>
                  <a:gd name="T47" fmla="*/ 1124 h 1662"/>
                  <a:gd name="T48" fmla="*/ 0 w 656"/>
                  <a:gd name="T49" fmla="*/ 1136 h 1662"/>
                  <a:gd name="T50" fmla="*/ 0 w 656"/>
                  <a:gd name="T51" fmla="*/ 1416 h 1662"/>
                  <a:gd name="T52" fmla="*/ 0 w 656"/>
                  <a:gd name="T53" fmla="*/ 1416 h 1662"/>
                  <a:gd name="T54" fmla="*/ 30 w 656"/>
                  <a:gd name="T55" fmla="*/ 1382 h 1662"/>
                  <a:gd name="T56" fmla="*/ 64 w 656"/>
                  <a:gd name="T57" fmla="*/ 1342 h 1662"/>
                  <a:gd name="T58" fmla="*/ 104 w 656"/>
                  <a:gd name="T59" fmla="*/ 1286 h 1662"/>
                  <a:gd name="T60" fmla="*/ 126 w 656"/>
                  <a:gd name="T61" fmla="*/ 1252 h 1662"/>
                  <a:gd name="T62" fmla="*/ 150 w 656"/>
                  <a:gd name="T63" fmla="*/ 1216 h 1662"/>
                  <a:gd name="T64" fmla="*/ 174 w 656"/>
                  <a:gd name="T65" fmla="*/ 1176 h 1662"/>
                  <a:gd name="T66" fmla="*/ 198 w 656"/>
                  <a:gd name="T67" fmla="*/ 1132 h 1662"/>
                  <a:gd name="T68" fmla="*/ 222 w 656"/>
                  <a:gd name="T69" fmla="*/ 1086 h 1662"/>
                  <a:gd name="T70" fmla="*/ 246 w 656"/>
                  <a:gd name="T71" fmla="*/ 1036 h 1662"/>
                  <a:gd name="T72" fmla="*/ 268 w 656"/>
                  <a:gd name="T73" fmla="*/ 984 h 1662"/>
                  <a:gd name="T74" fmla="*/ 290 w 656"/>
                  <a:gd name="T75" fmla="*/ 930 h 1662"/>
                  <a:gd name="T76" fmla="*/ 290 w 656"/>
                  <a:gd name="T77" fmla="*/ 1662 h 1662"/>
                  <a:gd name="T78" fmla="*/ 464 w 656"/>
                  <a:gd name="T79" fmla="*/ 1662 h 1662"/>
                  <a:gd name="T80" fmla="*/ 464 w 656"/>
                  <a:gd name="T81" fmla="*/ 932 h 1662"/>
                  <a:gd name="T82" fmla="*/ 464 w 656"/>
                  <a:gd name="T83" fmla="*/ 932 h 1662"/>
                  <a:gd name="T84" fmla="*/ 496 w 656"/>
                  <a:gd name="T85" fmla="*/ 988 h 1662"/>
                  <a:gd name="T86" fmla="*/ 518 w 656"/>
                  <a:gd name="T87" fmla="*/ 1022 h 1662"/>
                  <a:gd name="T88" fmla="*/ 540 w 656"/>
                  <a:gd name="T89" fmla="*/ 1056 h 1662"/>
                  <a:gd name="T90" fmla="*/ 568 w 656"/>
                  <a:gd name="T91" fmla="*/ 1092 h 1662"/>
                  <a:gd name="T92" fmla="*/ 596 w 656"/>
                  <a:gd name="T93" fmla="*/ 1124 h 1662"/>
                  <a:gd name="T94" fmla="*/ 626 w 656"/>
                  <a:gd name="T95" fmla="*/ 1154 h 1662"/>
                  <a:gd name="T96" fmla="*/ 640 w 656"/>
                  <a:gd name="T97" fmla="*/ 1166 h 1662"/>
                  <a:gd name="T98" fmla="*/ 656 w 656"/>
                  <a:gd name="T99" fmla="*/ 1178 h 1662"/>
                  <a:gd name="T100" fmla="*/ 656 w 656"/>
                  <a:gd name="T101" fmla="*/ 952 h 1662"/>
                  <a:gd name="T102" fmla="*/ 656 w 656"/>
                  <a:gd name="T103" fmla="*/ 952 h 1662"/>
                  <a:gd name="T104" fmla="*/ 642 w 656"/>
                  <a:gd name="T105" fmla="*/ 936 h 1662"/>
                  <a:gd name="T106" fmla="*/ 624 w 656"/>
                  <a:gd name="T107" fmla="*/ 914 h 1662"/>
                  <a:gd name="T108" fmla="*/ 600 w 656"/>
                  <a:gd name="T109" fmla="*/ 880 h 1662"/>
                  <a:gd name="T110" fmla="*/ 572 w 656"/>
                  <a:gd name="T111" fmla="*/ 834 h 1662"/>
                  <a:gd name="T112" fmla="*/ 540 w 656"/>
                  <a:gd name="T113" fmla="*/ 774 h 1662"/>
                  <a:gd name="T114" fmla="*/ 502 w 656"/>
                  <a:gd name="T115" fmla="*/ 698 h 1662"/>
                  <a:gd name="T116" fmla="*/ 464 w 656"/>
                  <a:gd name="T117" fmla="*/ 606 h 1662"/>
                  <a:gd name="T118" fmla="*/ 464 w 656"/>
                  <a:gd name="T119" fmla="*/ 606 h 1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56" h="1662">
                    <a:moveTo>
                      <a:pt x="464" y="606"/>
                    </a:moveTo>
                    <a:lnTo>
                      <a:pt x="464" y="442"/>
                    </a:lnTo>
                    <a:lnTo>
                      <a:pt x="618" y="442"/>
                    </a:lnTo>
                    <a:lnTo>
                      <a:pt x="618" y="282"/>
                    </a:lnTo>
                    <a:lnTo>
                      <a:pt x="464" y="282"/>
                    </a:lnTo>
                    <a:lnTo>
                      <a:pt x="464" y="0"/>
                    </a:lnTo>
                    <a:lnTo>
                      <a:pt x="290" y="0"/>
                    </a:lnTo>
                    <a:lnTo>
                      <a:pt x="290" y="282"/>
                    </a:lnTo>
                    <a:lnTo>
                      <a:pt x="36" y="282"/>
                    </a:lnTo>
                    <a:lnTo>
                      <a:pt x="36" y="442"/>
                    </a:lnTo>
                    <a:lnTo>
                      <a:pt x="270" y="442"/>
                    </a:lnTo>
                    <a:lnTo>
                      <a:pt x="270" y="442"/>
                    </a:lnTo>
                    <a:lnTo>
                      <a:pt x="258" y="520"/>
                    </a:lnTo>
                    <a:lnTo>
                      <a:pt x="240" y="592"/>
                    </a:lnTo>
                    <a:lnTo>
                      <a:pt x="222" y="662"/>
                    </a:lnTo>
                    <a:lnTo>
                      <a:pt x="202" y="728"/>
                    </a:lnTo>
                    <a:lnTo>
                      <a:pt x="180" y="788"/>
                    </a:lnTo>
                    <a:lnTo>
                      <a:pt x="158" y="846"/>
                    </a:lnTo>
                    <a:lnTo>
                      <a:pt x="134" y="898"/>
                    </a:lnTo>
                    <a:lnTo>
                      <a:pt x="112" y="946"/>
                    </a:lnTo>
                    <a:lnTo>
                      <a:pt x="90" y="990"/>
                    </a:lnTo>
                    <a:lnTo>
                      <a:pt x="70" y="1026"/>
                    </a:lnTo>
                    <a:lnTo>
                      <a:pt x="34" y="1086"/>
                    </a:lnTo>
                    <a:lnTo>
                      <a:pt x="10" y="1124"/>
                    </a:lnTo>
                    <a:lnTo>
                      <a:pt x="0" y="1136"/>
                    </a:lnTo>
                    <a:lnTo>
                      <a:pt x="0" y="1416"/>
                    </a:lnTo>
                    <a:lnTo>
                      <a:pt x="0" y="1416"/>
                    </a:lnTo>
                    <a:lnTo>
                      <a:pt x="30" y="1382"/>
                    </a:lnTo>
                    <a:lnTo>
                      <a:pt x="64" y="1342"/>
                    </a:lnTo>
                    <a:lnTo>
                      <a:pt x="104" y="1286"/>
                    </a:lnTo>
                    <a:lnTo>
                      <a:pt x="126" y="1252"/>
                    </a:lnTo>
                    <a:lnTo>
                      <a:pt x="150" y="1216"/>
                    </a:lnTo>
                    <a:lnTo>
                      <a:pt x="174" y="1176"/>
                    </a:lnTo>
                    <a:lnTo>
                      <a:pt x="198" y="1132"/>
                    </a:lnTo>
                    <a:lnTo>
                      <a:pt x="222" y="1086"/>
                    </a:lnTo>
                    <a:lnTo>
                      <a:pt x="246" y="1036"/>
                    </a:lnTo>
                    <a:lnTo>
                      <a:pt x="268" y="984"/>
                    </a:lnTo>
                    <a:lnTo>
                      <a:pt x="290" y="930"/>
                    </a:lnTo>
                    <a:lnTo>
                      <a:pt x="290" y="1662"/>
                    </a:lnTo>
                    <a:lnTo>
                      <a:pt x="464" y="1662"/>
                    </a:lnTo>
                    <a:lnTo>
                      <a:pt x="464" y="932"/>
                    </a:lnTo>
                    <a:lnTo>
                      <a:pt x="464" y="932"/>
                    </a:lnTo>
                    <a:lnTo>
                      <a:pt x="496" y="988"/>
                    </a:lnTo>
                    <a:lnTo>
                      <a:pt x="518" y="1022"/>
                    </a:lnTo>
                    <a:lnTo>
                      <a:pt x="540" y="1056"/>
                    </a:lnTo>
                    <a:lnTo>
                      <a:pt x="568" y="1092"/>
                    </a:lnTo>
                    <a:lnTo>
                      <a:pt x="596" y="1124"/>
                    </a:lnTo>
                    <a:lnTo>
                      <a:pt x="626" y="1154"/>
                    </a:lnTo>
                    <a:lnTo>
                      <a:pt x="640" y="1166"/>
                    </a:lnTo>
                    <a:lnTo>
                      <a:pt x="656" y="1178"/>
                    </a:lnTo>
                    <a:lnTo>
                      <a:pt x="656" y="952"/>
                    </a:lnTo>
                    <a:lnTo>
                      <a:pt x="656" y="952"/>
                    </a:lnTo>
                    <a:lnTo>
                      <a:pt x="642" y="936"/>
                    </a:lnTo>
                    <a:lnTo>
                      <a:pt x="624" y="914"/>
                    </a:lnTo>
                    <a:lnTo>
                      <a:pt x="600" y="880"/>
                    </a:lnTo>
                    <a:lnTo>
                      <a:pt x="572" y="834"/>
                    </a:lnTo>
                    <a:lnTo>
                      <a:pt x="540" y="774"/>
                    </a:lnTo>
                    <a:lnTo>
                      <a:pt x="502" y="698"/>
                    </a:lnTo>
                    <a:lnTo>
                      <a:pt x="464" y="606"/>
                    </a:lnTo>
                    <a:lnTo>
                      <a:pt x="464" y="6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59" name="Freeform 86">
                <a:extLst>
                  <a:ext uri="{FF2B5EF4-FFF2-40B4-BE49-F238E27FC236}">
                    <a16:creationId xmlns:a16="http://schemas.microsoft.com/office/drawing/2014/main" id="{9ACF0999-BA86-3DC0-0A0B-94778F7401B2}"/>
                  </a:ext>
                </a:extLst>
              </p:cNvPr>
              <p:cNvSpPr>
                <a:spLocks/>
              </p:cNvSpPr>
              <p:nvPr/>
            </p:nvSpPr>
            <p:spPr bwMode="auto">
              <a:xfrm>
                <a:off x="14001750" y="2460625"/>
                <a:ext cx="1663700" cy="2638425"/>
              </a:xfrm>
              <a:custGeom>
                <a:avLst/>
                <a:gdLst>
                  <a:gd name="T0" fmla="*/ 1030 w 1048"/>
                  <a:gd name="T1" fmla="*/ 840 h 1662"/>
                  <a:gd name="T2" fmla="*/ 612 w 1048"/>
                  <a:gd name="T3" fmla="*/ 678 h 1662"/>
                  <a:gd name="T4" fmla="*/ 978 w 1048"/>
                  <a:gd name="T5" fmla="*/ 442 h 1662"/>
                  <a:gd name="T6" fmla="*/ 612 w 1048"/>
                  <a:gd name="T7" fmla="*/ 282 h 1662"/>
                  <a:gd name="T8" fmla="*/ 438 w 1048"/>
                  <a:gd name="T9" fmla="*/ 0 h 1662"/>
                  <a:gd name="T10" fmla="*/ 254 w 1048"/>
                  <a:gd name="T11" fmla="*/ 282 h 1662"/>
                  <a:gd name="T12" fmla="*/ 268 w 1048"/>
                  <a:gd name="T13" fmla="*/ 234 h 1662"/>
                  <a:gd name="T14" fmla="*/ 292 w 1048"/>
                  <a:gd name="T15" fmla="*/ 128 h 1662"/>
                  <a:gd name="T16" fmla="*/ 126 w 1048"/>
                  <a:gd name="T17" fmla="*/ 70 h 1662"/>
                  <a:gd name="T18" fmla="*/ 124 w 1048"/>
                  <a:gd name="T19" fmla="*/ 108 h 1662"/>
                  <a:gd name="T20" fmla="*/ 114 w 1048"/>
                  <a:gd name="T21" fmla="*/ 180 h 1662"/>
                  <a:gd name="T22" fmla="*/ 98 w 1048"/>
                  <a:gd name="T23" fmla="*/ 248 h 1662"/>
                  <a:gd name="T24" fmla="*/ 76 w 1048"/>
                  <a:gd name="T25" fmla="*/ 310 h 1662"/>
                  <a:gd name="T26" fmla="*/ 40 w 1048"/>
                  <a:gd name="T27" fmla="*/ 386 h 1662"/>
                  <a:gd name="T28" fmla="*/ 0 w 1048"/>
                  <a:gd name="T29" fmla="*/ 452 h 1662"/>
                  <a:gd name="T30" fmla="*/ 0 w 1048"/>
                  <a:gd name="T31" fmla="*/ 630 h 1662"/>
                  <a:gd name="T32" fmla="*/ 36 w 1048"/>
                  <a:gd name="T33" fmla="*/ 608 h 1662"/>
                  <a:gd name="T34" fmla="*/ 88 w 1048"/>
                  <a:gd name="T35" fmla="*/ 566 h 1662"/>
                  <a:gd name="T36" fmla="*/ 134 w 1048"/>
                  <a:gd name="T37" fmla="*/ 514 h 1662"/>
                  <a:gd name="T38" fmla="*/ 166 w 1048"/>
                  <a:gd name="T39" fmla="*/ 468 h 1662"/>
                  <a:gd name="T40" fmla="*/ 438 w 1048"/>
                  <a:gd name="T41" fmla="*/ 442 h 1662"/>
                  <a:gd name="T42" fmla="*/ 20 w 1048"/>
                  <a:gd name="T43" fmla="*/ 678 h 1662"/>
                  <a:gd name="T44" fmla="*/ 254 w 1048"/>
                  <a:gd name="T45" fmla="*/ 840 h 1662"/>
                  <a:gd name="T46" fmla="*/ 248 w 1048"/>
                  <a:gd name="T47" fmla="*/ 900 h 1662"/>
                  <a:gd name="T48" fmla="*/ 222 w 1048"/>
                  <a:gd name="T49" fmla="*/ 1014 h 1662"/>
                  <a:gd name="T50" fmla="*/ 186 w 1048"/>
                  <a:gd name="T51" fmla="*/ 1120 h 1662"/>
                  <a:gd name="T52" fmla="*/ 142 w 1048"/>
                  <a:gd name="T53" fmla="*/ 1216 h 1662"/>
                  <a:gd name="T54" fmla="*/ 96 w 1048"/>
                  <a:gd name="T55" fmla="*/ 1298 h 1662"/>
                  <a:gd name="T56" fmla="*/ 36 w 1048"/>
                  <a:gd name="T57" fmla="*/ 1390 h 1662"/>
                  <a:gd name="T58" fmla="*/ 0 w 1048"/>
                  <a:gd name="T59" fmla="*/ 1438 h 1662"/>
                  <a:gd name="T60" fmla="*/ 0 w 1048"/>
                  <a:gd name="T61" fmla="*/ 1638 h 1662"/>
                  <a:gd name="T62" fmla="*/ 56 w 1048"/>
                  <a:gd name="T63" fmla="*/ 1594 h 1662"/>
                  <a:gd name="T64" fmla="*/ 106 w 1048"/>
                  <a:gd name="T65" fmla="*/ 1548 h 1662"/>
                  <a:gd name="T66" fmla="*/ 152 w 1048"/>
                  <a:gd name="T67" fmla="*/ 1498 h 1662"/>
                  <a:gd name="T68" fmla="*/ 232 w 1048"/>
                  <a:gd name="T69" fmla="*/ 1390 h 1662"/>
                  <a:gd name="T70" fmla="*/ 298 w 1048"/>
                  <a:gd name="T71" fmla="*/ 1276 h 1662"/>
                  <a:gd name="T72" fmla="*/ 348 w 1048"/>
                  <a:gd name="T73" fmla="*/ 1164 h 1662"/>
                  <a:gd name="T74" fmla="*/ 386 w 1048"/>
                  <a:gd name="T75" fmla="*/ 1058 h 1662"/>
                  <a:gd name="T76" fmla="*/ 414 w 1048"/>
                  <a:gd name="T77" fmla="*/ 966 h 1662"/>
                  <a:gd name="T78" fmla="*/ 438 w 1048"/>
                  <a:gd name="T79" fmla="*/ 864 h 1662"/>
                  <a:gd name="T80" fmla="*/ 612 w 1048"/>
                  <a:gd name="T81" fmla="*/ 1662 h 1662"/>
                  <a:gd name="T82" fmla="*/ 612 w 1048"/>
                  <a:gd name="T83" fmla="*/ 864 h 1662"/>
                  <a:gd name="T84" fmla="*/ 634 w 1048"/>
                  <a:gd name="T85" fmla="*/ 966 h 1662"/>
                  <a:gd name="T86" fmla="*/ 662 w 1048"/>
                  <a:gd name="T87" fmla="*/ 1058 h 1662"/>
                  <a:gd name="T88" fmla="*/ 700 w 1048"/>
                  <a:gd name="T89" fmla="*/ 1164 h 1662"/>
                  <a:gd name="T90" fmla="*/ 752 w 1048"/>
                  <a:gd name="T91" fmla="*/ 1276 h 1662"/>
                  <a:gd name="T92" fmla="*/ 816 w 1048"/>
                  <a:gd name="T93" fmla="*/ 1390 h 1662"/>
                  <a:gd name="T94" fmla="*/ 896 w 1048"/>
                  <a:gd name="T95" fmla="*/ 1498 h 1662"/>
                  <a:gd name="T96" fmla="*/ 942 w 1048"/>
                  <a:gd name="T97" fmla="*/ 1548 h 1662"/>
                  <a:gd name="T98" fmla="*/ 992 w 1048"/>
                  <a:gd name="T99" fmla="*/ 1594 h 1662"/>
                  <a:gd name="T100" fmla="*/ 1048 w 1048"/>
                  <a:gd name="T101" fmla="*/ 1638 h 1662"/>
                  <a:gd name="T102" fmla="*/ 1048 w 1048"/>
                  <a:gd name="T103" fmla="*/ 1438 h 1662"/>
                  <a:gd name="T104" fmla="*/ 1012 w 1048"/>
                  <a:gd name="T105" fmla="*/ 1390 h 1662"/>
                  <a:gd name="T106" fmla="*/ 952 w 1048"/>
                  <a:gd name="T107" fmla="*/ 1298 h 1662"/>
                  <a:gd name="T108" fmla="*/ 906 w 1048"/>
                  <a:gd name="T109" fmla="*/ 1216 h 1662"/>
                  <a:gd name="T110" fmla="*/ 864 w 1048"/>
                  <a:gd name="T111" fmla="*/ 1120 h 1662"/>
                  <a:gd name="T112" fmla="*/ 826 w 1048"/>
                  <a:gd name="T113" fmla="*/ 1014 h 1662"/>
                  <a:gd name="T114" fmla="*/ 800 w 1048"/>
                  <a:gd name="T115" fmla="*/ 900 h 1662"/>
                  <a:gd name="T116" fmla="*/ 794 w 1048"/>
                  <a:gd name="T117" fmla="*/ 840 h 1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48" h="1662">
                    <a:moveTo>
                      <a:pt x="794" y="840"/>
                    </a:moveTo>
                    <a:lnTo>
                      <a:pt x="1030" y="840"/>
                    </a:lnTo>
                    <a:lnTo>
                      <a:pt x="1030" y="678"/>
                    </a:lnTo>
                    <a:lnTo>
                      <a:pt x="612" y="678"/>
                    </a:lnTo>
                    <a:lnTo>
                      <a:pt x="612" y="442"/>
                    </a:lnTo>
                    <a:lnTo>
                      <a:pt x="978" y="442"/>
                    </a:lnTo>
                    <a:lnTo>
                      <a:pt x="978" y="282"/>
                    </a:lnTo>
                    <a:lnTo>
                      <a:pt x="612" y="282"/>
                    </a:lnTo>
                    <a:lnTo>
                      <a:pt x="612" y="0"/>
                    </a:lnTo>
                    <a:lnTo>
                      <a:pt x="438" y="0"/>
                    </a:lnTo>
                    <a:lnTo>
                      <a:pt x="438" y="282"/>
                    </a:lnTo>
                    <a:lnTo>
                      <a:pt x="254" y="282"/>
                    </a:lnTo>
                    <a:lnTo>
                      <a:pt x="254" y="282"/>
                    </a:lnTo>
                    <a:lnTo>
                      <a:pt x="268" y="234"/>
                    </a:lnTo>
                    <a:lnTo>
                      <a:pt x="280" y="184"/>
                    </a:lnTo>
                    <a:lnTo>
                      <a:pt x="292" y="128"/>
                    </a:lnTo>
                    <a:lnTo>
                      <a:pt x="300" y="70"/>
                    </a:lnTo>
                    <a:lnTo>
                      <a:pt x="126" y="70"/>
                    </a:lnTo>
                    <a:lnTo>
                      <a:pt x="126" y="70"/>
                    </a:lnTo>
                    <a:lnTo>
                      <a:pt x="124" y="108"/>
                    </a:lnTo>
                    <a:lnTo>
                      <a:pt x="120" y="144"/>
                    </a:lnTo>
                    <a:lnTo>
                      <a:pt x="114" y="180"/>
                    </a:lnTo>
                    <a:lnTo>
                      <a:pt x="106" y="216"/>
                    </a:lnTo>
                    <a:lnTo>
                      <a:pt x="98" y="248"/>
                    </a:lnTo>
                    <a:lnTo>
                      <a:pt x="86" y="280"/>
                    </a:lnTo>
                    <a:lnTo>
                      <a:pt x="76" y="310"/>
                    </a:lnTo>
                    <a:lnTo>
                      <a:pt x="64" y="338"/>
                    </a:lnTo>
                    <a:lnTo>
                      <a:pt x="40" y="386"/>
                    </a:lnTo>
                    <a:lnTo>
                      <a:pt x="20" y="422"/>
                    </a:lnTo>
                    <a:lnTo>
                      <a:pt x="0" y="452"/>
                    </a:lnTo>
                    <a:lnTo>
                      <a:pt x="0" y="630"/>
                    </a:lnTo>
                    <a:lnTo>
                      <a:pt x="0" y="630"/>
                    </a:lnTo>
                    <a:lnTo>
                      <a:pt x="16" y="620"/>
                    </a:lnTo>
                    <a:lnTo>
                      <a:pt x="36" y="608"/>
                    </a:lnTo>
                    <a:lnTo>
                      <a:pt x="60" y="590"/>
                    </a:lnTo>
                    <a:lnTo>
                      <a:pt x="88" y="566"/>
                    </a:lnTo>
                    <a:lnTo>
                      <a:pt x="118" y="534"/>
                    </a:lnTo>
                    <a:lnTo>
                      <a:pt x="134" y="514"/>
                    </a:lnTo>
                    <a:lnTo>
                      <a:pt x="150" y="492"/>
                    </a:lnTo>
                    <a:lnTo>
                      <a:pt x="166" y="468"/>
                    </a:lnTo>
                    <a:lnTo>
                      <a:pt x="182" y="442"/>
                    </a:lnTo>
                    <a:lnTo>
                      <a:pt x="438" y="442"/>
                    </a:lnTo>
                    <a:lnTo>
                      <a:pt x="438" y="678"/>
                    </a:lnTo>
                    <a:lnTo>
                      <a:pt x="20" y="678"/>
                    </a:lnTo>
                    <a:lnTo>
                      <a:pt x="20" y="840"/>
                    </a:lnTo>
                    <a:lnTo>
                      <a:pt x="254" y="840"/>
                    </a:lnTo>
                    <a:lnTo>
                      <a:pt x="254" y="840"/>
                    </a:lnTo>
                    <a:lnTo>
                      <a:pt x="248" y="900"/>
                    </a:lnTo>
                    <a:lnTo>
                      <a:pt x="236" y="958"/>
                    </a:lnTo>
                    <a:lnTo>
                      <a:pt x="222" y="1014"/>
                    </a:lnTo>
                    <a:lnTo>
                      <a:pt x="206" y="1068"/>
                    </a:lnTo>
                    <a:lnTo>
                      <a:pt x="186" y="1120"/>
                    </a:lnTo>
                    <a:lnTo>
                      <a:pt x="164" y="1170"/>
                    </a:lnTo>
                    <a:lnTo>
                      <a:pt x="142" y="1216"/>
                    </a:lnTo>
                    <a:lnTo>
                      <a:pt x="118" y="1260"/>
                    </a:lnTo>
                    <a:lnTo>
                      <a:pt x="96" y="1298"/>
                    </a:lnTo>
                    <a:lnTo>
                      <a:pt x="74" y="1334"/>
                    </a:lnTo>
                    <a:lnTo>
                      <a:pt x="36" y="1390"/>
                    </a:lnTo>
                    <a:lnTo>
                      <a:pt x="10" y="1426"/>
                    </a:lnTo>
                    <a:lnTo>
                      <a:pt x="0" y="1438"/>
                    </a:lnTo>
                    <a:lnTo>
                      <a:pt x="0" y="1638"/>
                    </a:lnTo>
                    <a:lnTo>
                      <a:pt x="0" y="1638"/>
                    </a:lnTo>
                    <a:lnTo>
                      <a:pt x="28" y="1616"/>
                    </a:lnTo>
                    <a:lnTo>
                      <a:pt x="56" y="1594"/>
                    </a:lnTo>
                    <a:lnTo>
                      <a:pt x="82" y="1572"/>
                    </a:lnTo>
                    <a:lnTo>
                      <a:pt x="106" y="1548"/>
                    </a:lnTo>
                    <a:lnTo>
                      <a:pt x="130" y="1522"/>
                    </a:lnTo>
                    <a:lnTo>
                      <a:pt x="152" y="1498"/>
                    </a:lnTo>
                    <a:lnTo>
                      <a:pt x="194" y="1444"/>
                    </a:lnTo>
                    <a:lnTo>
                      <a:pt x="232" y="1390"/>
                    </a:lnTo>
                    <a:lnTo>
                      <a:pt x="266" y="1332"/>
                    </a:lnTo>
                    <a:lnTo>
                      <a:pt x="298" y="1276"/>
                    </a:lnTo>
                    <a:lnTo>
                      <a:pt x="324" y="1220"/>
                    </a:lnTo>
                    <a:lnTo>
                      <a:pt x="348" y="1164"/>
                    </a:lnTo>
                    <a:lnTo>
                      <a:pt x="368" y="1110"/>
                    </a:lnTo>
                    <a:lnTo>
                      <a:pt x="386" y="1058"/>
                    </a:lnTo>
                    <a:lnTo>
                      <a:pt x="402" y="1010"/>
                    </a:lnTo>
                    <a:lnTo>
                      <a:pt x="414" y="966"/>
                    </a:lnTo>
                    <a:lnTo>
                      <a:pt x="424" y="926"/>
                    </a:lnTo>
                    <a:lnTo>
                      <a:pt x="438" y="864"/>
                    </a:lnTo>
                    <a:lnTo>
                      <a:pt x="438" y="1662"/>
                    </a:lnTo>
                    <a:lnTo>
                      <a:pt x="612" y="1662"/>
                    </a:lnTo>
                    <a:lnTo>
                      <a:pt x="612" y="864"/>
                    </a:lnTo>
                    <a:lnTo>
                      <a:pt x="612" y="864"/>
                    </a:lnTo>
                    <a:lnTo>
                      <a:pt x="624" y="926"/>
                    </a:lnTo>
                    <a:lnTo>
                      <a:pt x="634" y="966"/>
                    </a:lnTo>
                    <a:lnTo>
                      <a:pt x="648" y="1010"/>
                    </a:lnTo>
                    <a:lnTo>
                      <a:pt x="662" y="1058"/>
                    </a:lnTo>
                    <a:lnTo>
                      <a:pt x="680" y="1110"/>
                    </a:lnTo>
                    <a:lnTo>
                      <a:pt x="700" y="1164"/>
                    </a:lnTo>
                    <a:lnTo>
                      <a:pt x="724" y="1220"/>
                    </a:lnTo>
                    <a:lnTo>
                      <a:pt x="752" y="1276"/>
                    </a:lnTo>
                    <a:lnTo>
                      <a:pt x="782" y="1332"/>
                    </a:lnTo>
                    <a:lnTo>
                      <a:pt x="816" y="1390"/>
                    </a:lnTo>
                    <a:lnTo>
                      <a:pt x="854" y="1444"/>
                    </a:lnTo>
                    <a:lnTo>
                      <a:pt x="896" y="1498"/>
                    </a:lnTo>
                    <a:lnTo>
                      <a:pt x="918" y="1522"/>
                    </a:lnTo>
                    <a:lnTo>
                      <a:pt x="942" y="1548"/>
                    </a:lnTo>
                    <a:lnTo>
                      <a:pt x="966" y="1572"/>
                    </a:lnTo>
                    <a:lnTo>
                      <a:pt x="992" y="1594"/>
                    </a:lnTo>
                    <a:lnTo>
                      <a:pt x="1020" y="1616"/>
                    </a:lnTo>
                    <a:lnTo>
                      <a:pt x="1048" y="1638"/>
                    </a:lnTo>
                    <a:lnTo>
                      <a:pt x="1048" y="1438"/>
                    </a:lnTo>
                    <a:lnTo>
                      <a:pt x="1048" y="1438"/>
                    </a:lnTo>
                    <a:lnTo>
                      <a:pt x="1038" y="1426"/>
                    </a:lnTo>
                    <a:lnTo>
                      <a:pt x="1012" y="1390"/>
                    </a:lnTo>
                    <a:lnTo>
                      <a:pt x="974" y="1334"/>
                    </a:lnTo>
                    <a:lnTo>
                      <a:pt x="952" y="1298"/>
                    </a:lnTo>
                    <a:lnTo>
                      <a:pt x="930" y="1260"/>
                    </a:lnTo>
                    <a:lnTo>
                      <a:pt x="906" y="1216"/>
                    </a:lnTo>
                    <a:lnTo>
                      <a:pt x="884" y="1170"/>
                    </a:lnTo>
                    <a:lnTo>
                      <a:pt x="864" y="1120"/>
                    </a:lnTo>
                    <a:lnTo>
                      <a:pt x="844" y="1068"/>
                    </a:lnTo>
                    <a:lnTo>
                      <a:pt x="826" y="1014"/>
                    </a:lnTo>
                    <a:lnTo>
                      <a:pt x="812" y="958"/>
                    </a:lnTo>
                    <a:lnTo>
                      <a:pt x="800" y="900"/>
                    </a:lnTo>
                    <a:lnTo>
                      <a:pt x="794" y="840"/>
                    </a:lnTo>
                    <a:lnTo>
                      <a:pt x="794" y="8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60" name="Rectangle 87">
                <a:extLst>
                  <a:ext uri="{FF2B5EF4-FFF2-40B4-BE49-F238E27FC236}">
                    <a16:creationId xmlns:a16="http://schemas.microsoft.com/office/drawing/2014/main" id="{04DA0753-A974-9C62-9FF7-B71051954B25}"/>
                  </a:ext>
                </a:extLst>
              </p:cNvPr>
              <p:cNvSpPr>
                <a:spLocks noChangeArrowheads="1"/>
              </p:cNvSpPr>
              <p:nvPr/>
            </p:nvSpPr>
            <p:spPr bwMode="auto">
              <a:xfrm>
                <a:off x="19088100" y="3384550"/>
                <a:ext cx="1838325" cy="257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61" name="Freeform 88">
                <a:extLst>
                  <a:ext uri="{FF2B5EF4-FFF2-40B4-BE49-F238E27FC236}">
                    <a16:creationId xmlns:a16="http://schemas.microsoft.com/office/drawing/2014/main" id="{8EC2F42F-C088-7CBD-F84C-89B4501274BD}"/>
                  </a:ext>
                </a:extLst>
              </p:cNvPr>
              <p:cNvSpPr>
                <a:spLocks/>
              </p:cNvSpPr>
              <p:nvPr/>
            </p:nvSpPr>
            <p:spPr bwMode="auto">
              <a:xfrm>
                <a:off x="18646775" y="4000500"/>
                <a:ext cx="2736850" cy="1101725"/>
              </a:xfrm>
              <a:custGeom>
                <a:avLst/>
                <a:gdLst>
                  <a:gd name="T0" fmla="*/ 1212 w 1724"/>
                  <a:gd name="T1" fmla="*/ 262 h 694"/>
                  <a:gd name="T2" fmla="*/ 1328 w 1724"/>
                  <a:gd name="T3" fmla="*/ 436 h 694"/>
                  <a:gd name="T4" fmla="*/ 1328 w 1724"/>
                  <a:gd name="T5" fmla="*/ 436 h 694"/>
                  <a:gd name="T6" fmla="*/ 1300 w 1724"/>
                  <a:gd name="T7" fmla="*/ 446 h 694"/>
                  <a:gd name="T8" fmla="*/ 1254 w 1724"/>
                  <a:gd name="T9" fmla="*/ 460 h 694"/>
                  <a:gd name="T10" fmla="*/ 1194 w 1724"/>
                  <a:gd name="T11" fmla="*/ 476 h 694"/>
                  <a:gd name="T12" fmla="*/ 1118 w 1724"/>
                  <a:gd name="T13" fmla="*/ 492 h 694"/>
                  <a:gd name="T14" fmla="*/ 1026 w 1724"/>
                  <a:gd name="T15" fmla="*/ 506 h 694"/>
                  <a:gd name="T16" fmla="*/ 976 w 1724"/>
                  <a:gd name="T17" fmla="*/ 514 h 694"/>
                  <a:gd name="T18" fmla="*/ 920 w 1724"/>
                  <a:gd name="T19" fmla="*/ 520 h 694"/>
                  <a:gd name="T20" fmla="*/ 860 w 1724"/>
                  <a:gd name="T21" fmla="*/ 524 h 694"/>
                  <a:gd name="T22" fmla="*/ 798 w 1724"/>
                  <a:gd name="T23" fmla="*/ 528 h 694"/>
                  <a:gd name="T24" fmla="*/ 730 w 1724"/>
                  <a:gd name="T25" fmla="*/ 530 h 694"/>
                  <a:gd name="T26" fmla="*/ 660 w 1724"/>
                  <a:gd name="T27" fmla="*/ 530 h 694"/>
                  <a:gd name="T28" fmla="*/ 482 w 1724"/>
                  <a:gd name="T29" fmla="*/ 530 h 694"/>
                  <a:gd name="T30" fmla="*/ 786 w 1724"/>
                  <a:gd name="T31" fmla="*/ 162 h 694"/>
                  <a:gd name="T32" fmla="*/ 1714 w 1724"/>
                  <a:gd name="T33" fmla="*/ 162 h 694"/>
                  <a:gd name="T34" fmla="*/ 1714 w 1724"/>
                  <a:gd name="T35" fmla="*/ 0 h 694"/>
                  <a:gd name="T36" fmla="*/ 0 w 1724"/>
                  <a:gd name="T37" fmla="*/ 0 h 694"/>
                  <a:gd name="T38" fmla="*/ 0 w 1724"/>
                  <a:gd name="T39" fmla="*/ 162 h 694"/>
                  <a:gd name="T40" fmla="*/ 536 w 1724"/>
                  <a:gd name="T41" fmla="*/ 162 h 694"/>
                  <a:gd name="T42" fmla="*/ 234 w 1724"/>
                  <a:gd name="T43" fmla="*/ 530 h 694"/>
                  <a:gd name="T44" fmla="*/ 50 w 1724"/>
                  <a:gd name="T45" fmla="*/ 530 h 694"/>
                  <a:gd name="T46" fmla="*/ 50 w 1724"/>
                  <a:gd name="T47" fmla="*/ 692 h 694"/>
                  <a:gd name="T48" fmla="*/ 660 w 1724"/>
                  <a:gd name="T49" fmla="*/ 692 h 694"/>
                  <a:gd name="T50" fmla="*/ 660 w 1724"/>
                  <a:gd name="T51" fmla="*/ 692 h 694"/>
                  <a:gd name="T52" fmla="*/ 744 w 1724"/>
                  <a:gd name="T53" fmla="*/ 692 h 694"/>
                  <a:gd name="T54" fmla="*/ 822 w 1724"/>
                  <a:gd name="T55" fmla="*/ 688 h 694"/>
                  <a:gd name="T56" fmla="*/ 898 w 1724"/>
                  <a:gd name="T57" fmla="*/ 684 h 694"/>
                  <a:gd name="T58" fmla="*/ 966 w 1724"/>
                  <a:gd name="T59" fmla="*/ 678 h 694"/>
                  <a:gd name="T60" fmla="*/ 1032 w 1724"/>
                  <a:gd name="T61" fmla="*/ 672 h 694"/>
                  <a:gd name="T62" fmla="*/ 1092 w 1724"/>
                  <a:gd name="T63" fmla="*/ 664 h 694"/>
                  <a:gd name="T64" fmla="*/ 1146 w 1724"/>
                  <a:gd name="T65" fmla="*/ 656 h 694"/>
                  <a:gd name="T66" fmla="*/ 1196 w 1724"/>
                  <a:gd name="T67" fmla="*/ 646 h 694"/>
                  <a:gd name="T68" fmla="*/ 1284 w 1724"/>
                  <a:gd name="T69" fmla="*/ 628 h 694"/>
                  <a:gd name="T70" fmla="*/ 1350 w 1724"/>
                  <a:gd name="T71" fmla="*/ 610 h 694"/>
                  <a:gd name="T72" fmla="*/ 1400 w 1724"/>
                  <a:gd name="T73" fmla="*/ 596 h 694"/>
                  <a:gd name="T74" fmla="*/ 1430 w 1724"/>
                  <a:gd name="T75" fmla="*/ 586 h 694"/>
                  <a:gd name="T76" fmla="*/ 1504 w 1724"/>
                  <a:gd name="T77" fmla="*/ 694 h 694"/>
                  <a:gd name="T78" fmla="*/ 1724 w 1724"/>
                  <a:gd name="T79" fmla="*/ 694 h 694"/>
                  <a:gd name="T80" fmla="*/ 1434 w 1724"/>
                  <a:gd name="T81" fmla="*/ 262 h 694"/>
                  <a:gd name="T82" fmla="*/ 1212 w 1724"/>
                  <a:gd name="T83" fmla="*/ 262 h 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4" h="694">
                    <a:moveTo>
                      <a:pt x="1212" y="262"/>
                    </a:moveTo>
                    <a:lnTo>
                      <a:pt x="1328" y="436"/>
                    </a:lnTo>
                    <a:lnTo>
                      <a:pt x="1328" y="436"/>
                    </a:lnTo>
                    <a:lnTo>
                      <a:pt x="1300" y="446"/>
                    </a:lnTo>
                    <a:lnTo>
                      <a:pt x="1254" y="460"/>
                    </a:lnTo>
                    <a:lnTo>
                      <a:pt x="1194" y="476"/>
                    </a:lnTo>
                    <a:lnTo>
                      <a:pt x="1118" y="492"/>
                    </a:lnTo>
                    <a:lnTo>
                      <a:pt x="1026" y="506"/>
                    </a:lnTo>
                    <a:lnTo>
                      <a:pt x="976" y="514"/>
                    </a:lnTo>
                    <a:lnTo>
                      <a:pt x="920" y="520"/>
                    </a:lnTo>
                    <a:lnTo>
                      <a:pt x="860" y="524"/>
                    </a:lnTo>
                    <a:lnTo>
                      <a:pt x="798" y="528"/>
                    </a:lnTo>
                    <a:lnTo>
                      <a:pt x="730" y="530"/>
                    </a:lnTo>
                    <a:lnTo>
                      <a:pt x="660" y="530"/>
                    </a:lnTo>
                    <a:lnTo>
                      <a:pt x="482" y="530"/>
                    </a:lnTo>
                    <a:lnTo>
                      <a:pt x="786" y="162"/>
                    </a:lnTo>
                    <a:lnTo>
                      <a:pt x="1714" y="162"/>
                    </a:lnTo>
                    <a:lnTo>
                      <a:pt x="1714" y="0"/>
                    </a:lnTo>
                    <a:lnTo>
                      <a:pt x="0" y="0"/>
                    </a:lnTo>
                    <a:lnTo>
                      <a:pt x="0" y="162"/>
                    </a:lnTo>
                    <a:lnTo>
                      <a:pt x="536" y="162"/>
                    </a:lnTo>
                    <a:lnTo>
                      <a:pt x="234" y="530"/>
                    </a:lnTo>
                    <a:lnTo>
                      <a:pt x="50" y="530"/>
                    </a:lnTo>
                    <a:lnTo>
                      <a:pt x="50" y="692"/>
                    </a:lnTo>
                    <a:lnTo>
                      <a:pt x="660" y="692"/>
                    </a:lnTo>
                    <a:lnTo>
                      <a:pt x="660" y="692"/>
                    </a:lnTo>
                    <a:lnTo>
                      <a:pt x="744" y="692"/>
                    </a:lnTo>
                    <a:lnTo>
                      <a:pt x="822" y="688"/>
                    </a:lnTo>
                    <a:lnTo>
                      <a:pt x="898" y="684"/>
                    </a:lnTo>
                    <a:lnTo>
                      <a:pt x="966" y="678"/>
                    </a:lnTo>
                    <a:lnTo>
                      <a:pt x="1032" y="672"/>
                    </a:lnTo>
                    <a:lnTo>
                      <a:pt x="1092" y="664"/>
                    </a:lnTo>
                    <a:lnTo>
                      <a:pt x="1146" y="656"/>
                    </a:lnTo>
                    <a:lnTo>
                      <a:pt x="1196" y="646"/>
                    </a:lnTo>
                    <a:lnTo>
                      <a:pt x="1284" y="628"/>
                    </a:lnTo>
                    <a:lnTo>
                      <a:pt x="1350" y="610"/>
                    </a:lnTo>
                    <a:lnTo>
                      <a:pt x="1400" y="596"/>
                    </a:lnTo>
                    <a:lnTo>
                      <a:pt x="1430" y="586"/>
                    </a:lnTo>
                    <a:lnTo>
                      <a:pt x="1504" y="694"/>
                    </a:lnTo>
                    <a:lnTo>
                      <a:pt x="1724" y="694"/>
                    </a:lnTo>
                    <a:lnTo>
                      <a:pt x="1434" y="262"/>
                    </a:lnTo>
                    <a:lnTo>
                      <a:pt x="1212" y="2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62" name="Freeform 89">
                <a:extLst>
                  <a:ext uri="{FF2B5EF4-FFF2-40B4-BE49-F238E27FC236}">
                    <a16:creationId xmlns:a16="http://schemas.microsoft.com/office/drawing/2014/main" id="{D7A1F431-CCF7-A727-366C-0BFFE74D6B29}"/>
                  </a:ext>
                </a:extLst>
              </p:cNvPr>
              <p:cNvSpPr>
                <a:spLocks/>
              </p:cNvSpPr>
              <p:nvPr/>
            </p:nvSpPr>
            <p:spPr bwMode="auto">
              <a:xfrm>
                <a:off x="18653125" y="2460625"/>
                <a:ext cx="2743200" cy="996950"/>
              </a:xfrm>
              <a:custGeom>
                <a:avLst/>
                <a:gdLst>
                  <a:gd name="T0" fmla="*/ 776 w 1728"/>
                  <a:gd name="T1" fmla="*/ 0 h 628"/>
                  <a:gd name="T2" fmla="*/ 752 w 1728"/>
                  <a:gd name="T3" fmla="*/ 32 h 628"/>
                  <a:gd name="T4" fmla="*/ 698 w 1728"/>
                  <a:gd name="T5" fmla="*/ 92 h 628"/>
                  <a:gd name="T6" fmla="*/ 638 w 1728"/>
                  <a:gd name="T7" fmla="*/ 148 h 628"/>
                  <a:gd name="T8" fmla="*/ 578 w 1728"/>
                  <a:gd name="T9" fmla="*/ 198 h 628"/>
                  <a:gd name="T10" fmla="*/ 482 w 1728"/>
                  <a:gd name="T11" fmla="*/ 264 h 628"/>
                  <a:gd name="T12" fmla="*/ 352 w 1728"/>
                  <a:gd name="T13" fmla="*/ 336 h 628"/>
                  <a:gd name="T14" fmla="*/ 232 w 1728"/>
                  <a:gd name="T15" fmla="*/ 390 h 628"/>
                  <a:gd name="T16" fmla="*/ 128 w 1728"/>
                  <a:gd name="T17" fmla="*/ 430 h 628"/>
                  <a:gd name="T18" fmla="*/ 22 w 1728"/>
                  <a:gd name="T19" fmla="*/ 462 h 628"/>
                  <a:gd name="T20" fmla="*/ 0 w 1728"/>
                  <a:gd name="T21" fmla="*/ 628 h 628"/>
                  <a:gd name="T22" fmla="*/ 22 w 1728"/>
                  <a:gd name="T23" fmla="*/ 624 h 628"/>
                  <a:gd name="T24" fmla="*/ 128 w 1728"/>
                  <a:gd name="T25" fmla="*/ 598 h 628"/>
                  <a:gd name="T26" fmla="*/ 236 w 1728"/>
                  <a:gd name="T27" fmla="*/ 564 h 628"/>
                  <a:gd name="T28" fmla="*/ 364 w 1728"/>
                  <a:gd name="T29" fmla="*/ 514 h 628"/>
                  <a:gd name="T30" fmla="*/ 504 w 1728"/>
                  <a:gd name="T31" fmla="*/ 446 h 628"/>
                  <a:gd name="T32" fmla="*/ 612 w 1728"/>
                  <a:gd name="T33" fmla="*/ 382 h 628"/>
                  <a:gd name="T34" fmla="*/ 684 w 1728"/>
                  <a:gd name="T35" fmla="*/ 332 h 628"/>
                  <a:gd name="T36" fmla="*/ 754 w 1728"/>
                  <a:gd name="T37" fmla="*/ 276 h 628"/>
                  <a:gd name="T38" fmla="*/ 822 w 1728"/>
                  <a:gd name="T39" fmla="*/ 214 h 628"/>
                  <a:gd name="T40" fmla="*/ 874 w 1728"/>
                  <a:gd name="T41" fmla="*/ 180 h 628"/>
                  <a:gd name="T42" fmla="*/ 906 w 1728"/>
                  <a:gd name="T43" fmla="*/ 214 h 628"/>
                  <a:gd name="T44" fmla="*/ 974 w 1728"/>
                  <a:gd name="T45" fmla="*/ 276 h 628"/>
                  <a:gd name="T46" fmla="*/ 1044 w 1728"/>
                  <a:gd name="T47" fmla="*/ 332 h 628"/>
                  <a:gd name="T48" fmla="*/ 1116 w 1728"/>
                  <a:gd name="T49" fmla="*/ 382 h 628"/>
                  <a:gd name="T50" fmla="*/ 1224 w 1728"/>
                  <a:gd name="T51" fmla="*/ 446 h 628"/>
                  <a:gd name="T52" fmla="*/ 1364 w 1728"/>
                  <a:gd name="T53" fmla="*/ 514 h 628"/>
                  <a:gd name="T54" fmla="*/ 1490 w 1728"/>
                  <a:gd name="T55" fmla="*/ 564 h 628"/>
                  <a:gd name="T56" fmla="*/ 1598 w 1728"/>
                  <a:gd name="T57" fmla="*/ 598 h 628"/>
                  <a:gd name="T58" fmla="*/ 1704 w 1728"/>
                  <a:gd name="T59" fmla="*/ 624 h 628"/>
                  <a:gd name="T60" fmla="*/ 1728 w 1728"/>
                  <a:gd name="T61" fmla="*/ 468 h 628"/>
                  <a:gd name="T62" fmla="*/ 1704 w 1728"/>
                  <a:gd name="T63" fmla="*/ 462 h 628"/>
                  <a:gd name="T64" fmla="*/ 1600 w 1728"/>
                  <a:gd name="T65" fmla="*/ 430 h 628"/>
                  <a:gd name="T66" fmla="*/ 1496 w 1728"/>
                  <a:gd name="T67" fmla="*/ 390 h 628"/>
                  <a:gd name="T68" fmla="*/ 1374 w 1728"/>
                  <a:gd name="T69" fmla="*/ 336 h 628"/>
                  <a:gd name="T70" fmla="*/ 1246 w 1728"/>
                  <a:gd name="T71" fmla="*/ 264 h 628"/>
                  <a:gd name="T72" fmla="*/ 1150 w 1728"/>
                  <a:gd name="T73" fmla="*/ 198 h 628"/>
                  <a:gd name="T74" fmla="*/ 1088 w 1728"/>
                  <a:gd name="T75" fmla="*/ 148 h 628"/>
                  <a:gd name="T76" fmla="*/ 1030 w 1728"/>
                  <a:gd name="T77" fmla="*/ 92 h 628"/>
                  <a:gd name="T78" fmla="*/ 976 w 1728"/>
                  <a:gd name="T79" fmla="*/ 32 h 628"/>
                  <a:gd name="T80" fmla="*/ 950 w 1728"/>
                  <a:gd name="T81" fmla="*/ 0 h 6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728" h="628">
                    <a:moveTo>
                      <a:pt x="950" y="0"/>
                    </a:moveTo>
                    <a:lnTo>
                      <a:pt x="776" y="0"/>
                    </a:lnTo>
                    <a:lnTo>
                      <a:pt x="776" y="0"/>
                    </a:lnTo>
                    <a:lnTo>
                      <a:pt x="752" y="32"/>
                    </a:lnTo>
                    <a:lnTo>
                      <a:pt x="726" y="62"/>
                    </a:lnTo>
                    <a:lnTo>
                      <a:pt x="698" y="92"/>
                    </a:lnTo>
                    <a:lnTo>
                      <a:pt x="668" y="120"/>
                    </a:lnTo>
                    <a:lnTo>
                      <a:pt x="638" y="148"/>
                    </a:lnTo>
                    <a:lnTo>
                      <a:pt x="608" y="174"/>
                    </a:lnTo>
                    <a:lnTo>
                      <a:pt x="578" y="198"/>
                    </a:lnTo>
                    <a:lnTo>
                      <a:pt x="546" y="220"/>
                    </a:lnTo>
                    <a:lnTo>
                      <a:pt x="482" y="264"/>
                    </a:lnTo>
                    <a:lnTo>
                      <a:pt x="416" y="302"/>
                    </a:lnTo>
                    <a:lnTo>
                      <a:pt x="352" y="336"/>
                    </a:lnTo>
                    <a:lnTo>
                      <a:pt x="290" y="366"/>
                    </a:lnTo>
                    <a:lnTo>
                      <a:pt x="232" y="390"/>
                    </a:lnTo>
                    <a:lnTo>
                      <a:pt x="176" y="412"/>
                    </a:lnTo>
                    <a:lnTo>
                      <a:pt x="128" y="430"/>
                    </a:lnTo>
                    <a:lnTo>
                      <a:pt x="84" y="444"/>
                    </a:lnTo>
                    <a:lnTo>
                      <a:pt x="22" y="462"/>
                    </a:lnTo>
                    <a:lnTo>
                      <a:pt x="0" y="468"/>
                    </a:lnTo>
                    <a:lnTo>
                      <a:pt x="0" y="628"/>
                    </a:lnTo>
                    <a:lnTo>
                      <a:pt x="0" y="628"/>
                    </a:lnTo>
                    <a:lnTo>
                      <a:pt x="22" y="624"/>
                    </a:lnTo>
                    <a:lnTo>
                      <a:pt x="84" y="610"/>
                    </a:lnTo>
                    <a:lnTo>
                      <a:pt x="128" y="598"/>
                    </a:lnTo>
                    <a:lnTo>
                      <a:pt x="180" y="584"/>
                    </a:lnTo>
                    <a:lnTo>
                      <a:pt x="236" y="564"/>
                    </a:lnTo>
                    <a:lnTo>
                      <a:pt x="298" y="542"/>
                    </a:lnTo>
                    <a:lnTo>
                      <a:pt x="364" y="514"/>
                    </a:lnTo>
                    <a:lnTo>
                      <a:pt x="432" y="482"/>
                    </a:lnTo>
                    <a:lnTo>
                      <a:pt x="504" y="446"/>
                    </a:lnTo>
                    <a:lnTo>
                      <a:pt x="576" y="404"/>
                    </a:lnTo>
                    <a:lnTo>
                      <a:pt x="612" y="382"/>
                    </a:lnTo>
                    <a:lnTo>
                      <a:pt x="648" y="358"/>
                    </a:lnTo>
                    <a:lnTo>
                      <a:pt x="684" y="332"/>
                    </a:lnTo>
                    <a:lnTo>
                      <a:pt x="718" y="304"/>
                    </a:lnTo>
                    <a:lnTo>
                      <a:pt x="754" y="276"/>
                    </a:lnTo>
                    <a:lnTo>
                      <a:pt x="788" y="246"/>
                    </a:lnTo>
                    <a:lnTo>
                      <a:pt x="822" y="214"/>
                    </a:lnTo>
                    <a:lnTo>
                      <a:pt x="854" y="180"/>
                    </a:lnTo>
                    <a:lnTo>
                      <a:pt x="874" y="180"/>
                    </a:lnTo>
                    <a:lnTo>
                      <a:pt x="874" y="180"/>
                    </a:lnTo>
                    <a:lnTo>
                      <a:pt x="906" y="214"/>
                    </a:lnTo>
                    <a:lnTo>
                      <a:pt x="940" y="246"/>
                    </a:lnTo>
                    <a:lnTo>
                      <a:pt x="974" y="276"/>
                    </a:lnTo>
                    <a:lnTo>
                      <a:pt x="1008" y="304"/>
                    </a:lnTo>
                    <a:lnTo>
                      <a:pt x="1044" y="332"/>
                    </a:lnTo>
                    <a:lnTo>
                      <a:pt x="1080" y="358"/>
                    </a:lnTo>
                    <a:lnTo>
                      <a:pt x="1116" y="382"/>
                    </a:lnTo>
                    <a:lnTo>
                      <a:pt x="1152" y="404"/>
                    </a:lnTo>
                    <a:lnTo>
                      <a:pt x="1224" y="446"/>
                    </a:lnTo>
                    <a:lnTo>
                      <a:pt x="1294" y="482"/>
                    </a:lnTo>
                    <a:lnTo>
                      <a:pt x="1364" y="514"/>
                    </a:lnTo>
                    <a:lnTo>
                      <a:pt x="1430" y="542"/>
                    </a:lnTo>
                    <a:lnTo>
                      <a:pt x="1490" y="564"/>
                    </a:lnTo>
                    <a:lnTo>
                      <a:pt x="1548" y="584"/>
                    </a:lnTo>
                    <a:lnTo>
                      <a:pt x="1598" y="598"/>
                    </a:lnTo>
                    <a:lnTo>
                      <a:pt x="1642" y="610"/>
                    </a:lnTo>
                    <a:lnTo>
                      <a:pt x="1704" y="624"/>
                    </a:lnTo>
                    <a:lnTo>
                      <a:pt x="1728" y="628"/>
                    </a:lnTo>
                    <a:lnTo>
                      <a:pt x="1728" y="468"/>
                    </a:lnTo>
                    <a:lnTo>
                      <a:pt x="1728" y="468"/>
                    </a:lnTo>
                    <a:lnTo>
                      <a:pt x="1704" y="462"/>
                    </a:lnTo>
                    <a:lnTo>
                      <a:pt x="1642" y="444"/>
                    </a:lnTo>
                    <a:lnTo>
                      <a:pt x="1600" y="430"/>
                    </a:lnTo>
                    <a:lnTo>
                      <a:pt x="1550" y="412"/>
                    </a:lnTo>
                    <a:lnTo>
                      <a:pt x="1496" y="390"/>
                    </a:lnTo>
                    <a:lnTo>
                      <a:pt x="1436" y="366"/>
                    </a:lnTo>
                    <a:lnTo>
                      <a:pt x="1374" y="336"/>
                    </a:lnTo>
                    <a:lnTo>
                      <a:pt x="1310" y="302"/>
                    </a:lnTo>
                    <a:lnTo>
                      <a:pt x="1246" y="264"/>
                    </a:lnTo>
                    <a:lnTo>
                      <a:pt x="1182" y="220"/>
                    </a:lnTo>
                    <a:lnTo>
                      <a:pt x="1150" y="198"/>
                    </a:lnTo>
                    <a:lnTo>
                      <a:pt x="1120" y="174"/>
                    </a:lnTo>
                    <a:lnTo>
                      <a:pt x="1088" y="148"/>
                    </a:lnTo>
                    <a:lnTo>
                      <a:pt x="1058" y="120"/>
                    </a:lnTo>
                    <a:lnTo>
                      <a:pt x="1030" y="92"/>
                    </a:lnTo>
                    <a:lnTo>
                      <a:pt x="1002" y="62"/>
                    </a:lnTo>
                    <a:lnTo>
                      <a:pt x="976" y="32"/>
                    </a:lnTo>
                    <a:lnTo>
                      <a:pt x="950" y="0"/>
                    </a:lnTo>
                    <a:lnTo>
                      <a:pt x="95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grpSp>
      </p:grpSp>
      <p:sp>
        <p:nvSpPr>
          <p:cNvPr id="5" name="テキスト プレースホルダー 4">
            <a:extLst>
              <a:ext uri="{FF2B5EF4-FFF2-40B4-BE49-F238E27FC236}">
                <a16:creationId xmlns:a16="http://schemas.microsoft.com/office/drawing/2014/main" id="{B64B606B-2FA9-9B21-141C-32A6FCC50C80}"/>
              </a:ext>
            </a:extLst>
          </p:cNvPr>
          <p:cNvSpPr>
            <a:spLocks noGrp="1"/>
          </p:cNvSpPr>
          <p:nvPr>
            <p:ph type="body" sz="quarter" idx="10" hasCustomPrompt="1"/>
          </p:nvPr>
        </p:nvSpPr>
        <p:spPr>
          <a:xfrm>
            <a:off x="343406" y="365448"/>
            <a:ext cx="11505423" cy="375416"/>
          </a:xfrm>
          <a:prstGeom prst="rect">
            <a:avLst/>
          </a:prstGeom>
        </p:spPr>
        <p:txBody>
          <a:bodyPr anchor="ctr" anchorCtr="0"/>
          <a:lstStyle>
            <a:lvl1pPr marL="0" indent="0">
              <a:lnSpc>
                <a:spcPct val="130000"/>
              </a:lnSpc>
              <a:spcBef>
                <a:spcPts val="0"/>
              </a:spcBef>
              <a:buNone/>
              <a:defRPr sz="1600" b="1">
                <a:solidFill>
                  <a:schemeClr val="tx2"/>
                </a:solidFill>
              </a:defRPr>
            </a:lvl1pPr>
          </a:lstStyle>
          <a:p>
            <a:pPr lvl="0"/>
            <a:r>
              <a:rPr kumimoji="1" lang="ja-JP" altLang="en-US"/>
              <a:t>資料名など</a:t>
            </a:r>
          </a:p>
        </p:txBody>
      </p:sp>
      <p:sp>
        <p:nvSpPr>
          <p:cNvPr id="6" name="テキスト プレースホルダー 4">
            <a:extLst>
              <a:ext uri="{FF2B5EF4-FFF2-40B4-BE49-F238E27FC236}">
                <a16:creationId xmlns:a16="http://schemas.microsoft.com/office/drawing/2014/main" id="{F72D2ECE-7089-62D4-5864-EC06DA7EF0B0}"/>
              </a:ext>
            </a:extLst>
          </p:cNvPr>
          <p:cNvSpPr>
            <a:spLocks noGrp="1"/>
          </p:cNvSpPr>
          <p:nvPr>
            <p:ph type="body" sz="quarter" idx="11" hasCustomPrompt="1"/>
          </p:nvPr>
        </p:nvSpPr>
        <p:spPr>
          <a:xfrm>
            <a:off x="343406" y="2883243"/>
            <a:ext cx="11505423" cy="537520"/>
          </a:xfrm>
          <a:prstGeom prst="rect">
            <a:avLst/>
          </a:prstGeom>
        </p:spPr>
        <p:txBody>
          <a:bodyPr anchor="ctr" anchorCtr="0"/>
          <a:lstStyle>
            <a:lvl1pPr marL="0" indent="0">
              <a:lnSpc>
                <a:spcPct val="130000"/>
              </a:lnSpc>
              <a:spcBef>
                <a:spcPts val="0"/>
              </a:spcBef>
              <a:buNone/>
              <a:defRPr sz="2400" b="1">
                <a:solidFill>
                  <a:schemeClr val="accent1"/>
                </a:solidFill>
              </a:defRPr>
            </a:lvl1pPr>
          </a:lstStyle>
          <a:p>
            <a:pPr lvl="0"/>
            <a:r>
              <a:rPr kumimoji="1" lang="ja-JP" altLang="en-US"/>
              <a:t>タイトル</a:t>
            </a:r>
          </a:p>
        </p:txBody>
      </p:sp>
      <p:sp>
        <p:nvSpPr>
          <p:cNvPr id="7" name="テキスト プレースホルダー 4">
            <a:extLst>
              <a:ext uri="{FF2B5EF4-FFF2-40B4-BE49-F238E27FC236}">
                <a16:creationId xmlns:a16="http://schemas.microsoft.com/office/drawing/2014/main" id="{B2CF5C76-A2EF-69BC-A87F-B909B624BF33}"/>
              </a:ext>
            </a:extLst>
          </p:cNvPr>
          <p:cNvSpPr>
            <a:spLocks noGrp="1"/>
          </p:cNvSpPr>
          <p:nvPr>
            <p:ph type="body" sz="quarter" idx="12" hasCustomPrompt="1"/>
          </p:nvPr>
        </p:nvSpPr>
        <p:spPr>
          <a:xfrm>
            <a:off x="343406" y="4163552"/>
            <a:ext cx="11505423" cy="375416"/>
          </a:xfrm>
          <a:prstGeom prst="rect">
            <a:avLst/>
          </a:prstGeom>
        </p:spPr>
        <p:txBody>
          <a:bodyPr anchor="ctr" anchorCtr="0"/>
          <a:lstStyle>
            <a:lvl1pPr marL="0" indent="0">
              <a:lnSpc>
                <a:spcPct val="130000"/>
              </a:lnSpc>
              <a:spcBef>
                <a:spcPts val="0"/>
              </a:spcBef>
              <a:buNone/>
              <a:defRPr sz="1600" b="1">
                <a:solidFill>
                  <a:schemeClr val="tx2"/>
                </a:solidFill>
              </a:defRPr>
            </a:lvl1pPr>
          </a:lstStyle>
          <a:p>
            <a:pPr lvl="0"/>
            <a:r>
              <a:rPr kumimoji="1" lang="ja-JP" altLang="en-US"/>
              <a:t>役職○○○○　氏名○○○○</a:t>
            </a:r>
          </a:p>
        </p:txBody>
      </p:sp>
      <p:sp>
        <p:nvSpPr>
          <p:cNvPr id="8" name="テキスト プレースホルダー 4">
            <a:extLst>
              <a:ext uri="{FF2B5EF4-FFF2-40B4-BE49-F238E27FC236}">
                <a16:creationId xmlns:a16="http://schemas.microsoft.com/office/drawing/2014/main" id="{2A4A7C09-28F0-A531-CE67-B4E0A1EFD091}"/>
              </a:ext>
            </a:extLst>
          </p:cNvPr>
          <p:cNvSpPr>
            <a:spLocks noGrp="1"/>
          </p:cNvSpPr>
          <p:nvPr>
            <p:ph type="body" sz="quarter" idx="13" hasCustomPrompt="1"/>
          </p:nvPr>
        </p:nvSpPr>
        <p:spPr>
          <a:xfrm>
            <a:off x="343406" y="4538968"/>
            <a:ext cx="11505423" cy="1023562"/>
          </a:xfrm>
          <a:prstGeom prst="rect">
            <a:avLst/>
          </a:prstGeom>
        </p:spPr>
        <p:txBody>
          <a:bodyPr wrap="none" anchor="ctr" anchorCtr="0"/>
          <a:lstStyle>
            <a:lvl1pPr marL="0" indent="0">
              <a:lnSpc>
                <a:spcPct val="130000"/>
              </a:lnSpc>
              <a:spcBef>
                <a:spcPts val="0"/>
              </a:spcBef>
              <a:buNone/>
              <a:defRPr sz="1200" b="1">
                <a:solidFill>
                  <a:schemeClr val="tx2"/>
                </a:solidFill>
              </a:defRPr>
            </a:lvl1pPr>
          </a:lstStyle>
          <a:p>
            <a:pPr lvl="0"/>
            <a:r>
              <a:rPr kumimoji="1" lang="ja-JP" altLang="en-US"/>
              <a:t>○○○○○○○○本部</a:t>
            </a:r>
            <a:endParaRPr kumimoji="1" lang="en-US" altLang="ja-JP"/>
          </a:p>
          <a:p>
            <a:pPr lvl="0"/>
            <a:r>
              <a:rPr kumimoji="1" lang="ja-JP" altLang="en-US"/>
              <a:t>○○○○○○○○部門</a:t>
            </a:r>
            <a:endParaRPr kumimoji="1" lang="en-US" altLang="ja-JP"/>
          </a:p>
          <a:p>
            <a:pPr lvl="0"/>
            <a:r>
              <a:rPr kumimoji="1" lang="ja-JP" altLang="en-US"/>
              <a:t>○○○○○○○○ユニット</a:t>
            </a:r>
          </a:p>
        </p:txBody>
      </p:sp>
      <p:sp>
        <p:nvSpPr>
          <p:cNvPr id="63" name="テキスト プレースホルダー 4">
            <a:extLst>
              <a:ext uri="{FF2B5EF4-FFF2-40B4-BE49-F238E27FC236}">
                <a16:creationId xmlns:a16="http://schemas.microsoft.com/office/drawing/2014/main" id="{3D7B96EB-DA53-3011-F505-A04A9F5FF4F2}"/>
              </a:ext>
            </a:extLst>
          </p:cNvPr>
          <p:cNvSpPr>
            <a:spLocks noGrp="1"/>
          </p:cNvSpPr>
          <p:nvPr>
            <p:ph type="body" sz="quarter" idx="14" hasCustomPrompt="1"/>
          </p:nvPr>
        </p:nvSpPr>
        <p:spPr>
          <a:xfrm>
            <a:off x="343406" y="5566224"/>
            <a:ext cx="11505423" cy="272405"/>
          </a:xfrm>
          <a:prstGeom prst="rect">
            <a:avLst/>
          </a:prstGeom>
        </p:spPr>
        <p:txBody>
          <a:bodyPr anchor="ctr" anchorCtr="0"/>
          <a:lstStyle>
            <a:lvl1pPr marL="0" indent="0">
              <a:lnSpc>
                <a:spcPct val="130000"/>
              </a:lnSpc>
              <a:spcBef>
                <a:spcPts val="0"/>
              </a:spcBef>
              <a:buNone/>
              <a:defRPr sz="1200" b="1">
                <a:solidFill>
                  <a:schemeClr val="tx2"/>
                </a:solidFill>
              </a:defRPr>
            </a:lvl1pPr>
          </a:lstStyle>
          <a:p>
            <a:pPr lvl="0"/>
            <a:r>
              <a:rPr kumimoji="1" lang="en-US" altLang="ja-JP"/>
              <a:t>YYYY</a:t>
            </a:r>
            <a:r>
              <a:rPr kumimoji="1" lang="ja-JP" altLang="en-US"/>
              <a:t>年</a:t>
            </a:r>
            <a:r>
              <a:rPr kumimoji="1" lang="en-US" altLang="ja-JP"/>
              <a:t>MM</a:t>
            </a:r>
            <a:r>
              <a:rPr kumimoji="1" lang="ja-JP" altLang="en-US"/>
              <a:t>月</a:t>
            </a:r>
            <a:r>
              <a:rPr kumimoji="1" lang="en-US" altLang="ja-JP"/>
              <a:t>DD</a:t>
            </a:r>
            <a:r>
              <a:rPr kumimoji="1" lang="ja-JP" altLang="en-US"/>
              <a:t>日</a:t>
            </a:r>
          </a:p>
        </p:txBody>
      </p:sp>
    </p:spTree>
    <p:extLst>
      <p:ext uri="{BB962C8B-B14F-4D97-AF65-F5344CB8AC3E}">
        <p14:creationId xmlns:p14="http://schemas.microsoft.com/office/powerpoint/2010/main" val="98589174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表紙（キービジュアルあり）">
    <p:spTree>
      <p:nvGrpSpPr>
        <p:cNvPr id="1" name=""/>
        <p:cNvGrpSpPr/>
        <p:nvPr/>
      </p:nvGrpSpPr>
      <p:grpSpPr>
        <a:xfrm>
          <a:off x="0" y="0"/>
          <a:ext cx="0" cy="0"/>
          <a:chOff x="0" y="0"/>
          <a:chExt cx="0" cy="0"/>
        </a:xfrm>
      </p:grpSpPr>
      <p:grpSp>
        <p:nvGrpSpPr>
          <p:cNvPr id="35" name="グループ化 34">
            <a:extLst>
              <a:ext uri="{FF2B5EF4-FFF2-40B4-BE49-F238E27FC236}">
                <a16:creationId xmlns:a16="http://schemas.microsoft.com/office/drawing/2014/main" id="{A68C0D3C-54F1-97A6-06D9-423D11FD36E6}"/>
              </a:ext>
            </a:extLst>
          </p:cNvPr>
          <p:cNvGrpSpPr/>
          <p:nvPr userDrawn="1"/>
        </p:nvGrpSpPr>
        <p:grpSpPr>
          <a:xfrm>
            <a:off x="426808" y="6117136"/>
            <a:ext cx="3628259" cy="375416"/>
            <a:chOff x="2818220" y="3047114"/>
            <a:chExt cx="9011250" cy="932393"/>
          </a:xfrm>
        </p:grpSpPr>
        <p:sp>
          <p:nvSpPr>
            <p:cNvPr id="36" name="Freeform 64">
              <a:extLst>
                <a:ext uri="{FF2B5EF4-FFF2-40B4-BE49-F238E27FC236}">
                  <a16:creationId xmlns:a16="http://schemas.microsoft.com/office/drawing/2014/main" id="{077EAEC4-9601-117F-756B-631B9999801D}"/>
                </a:ext>
              </a:extLst>
            </p:cNvPr>
            <p:cNvSpPr>
              <a:spLocks/>
            </p:cNvSpPr>
            <p:nvPr/>
          </p:nvSpPr>
          <p:spPr bwMode="auto">
            <a:xfrm>
              <a:off x="2818220" y="3047114"/>
              <a:ext cx="1720798" cy="932393"/>
            </a:xfrm>
            <a:custGeom>
              <a:avLst/>
              <a:gdLst>
                <a:gd name="T0" fmla="*/ 4366 w 4876"/>
                <a:gd name="T1" fmla="*/ 1646 h 2642"/>
                <a:gd name="T2" fmla="*/ 4456 w 4876"/>
                <a:gd name="T3" fmla="*/ 1624 h 2642"/>
                <a:gd name="T4" fmla="*/ 4542 w 4876"/>
                <a:gd name="T5" fmla="*/ 1572 h 2642"/>
                <a:gd name="T6" fmla="*/ 4626 w 4876"/>
                <a:gd name="T7" fmla="*/ 1496 h 2642"/>
                <a:gd name="T8" fmla="*/ 4702 w 4876"/>
                <a:gd name="T9" fmla="*/ 1394 h 2642"/>
                <a:gd name="T10" fmla="*/ 4766 w 4876"/>
                <a:gd name="T11" fmla="*/ 1270 h 2642"/>
                <a:gd name="T12" fmla="*/ 4814 w 4876"/>
                <a:gd name="T13" fmla="*/ 1126 h 2642"/>
                <a:gd name="T14" fmla="*/ 4842 w 4876"/>
                <a:gd name="T15" fmla="*/ 964 h 2642"/>
                <a:gd name="T16" fmla="*/ 4848 w 4876"/>
                <a:gd name="T17" fmla="*/ 832 h 2642"/>
                <a:gd name="T18" fmla="*/ 4838 w 4876"/>
                <a:gd name="T19" fmla="*/ 676 h 2642"/>
                <a:gd name="T20" fmla="*/ 4806 w 4876"/>
                <a:gd name="T21" fmla="*/ 526 h 2642"/>
                <a:gd name="T22" fmla="*/ 4756 w 4876"/>
                <a:gd name="T23" fmla="*/ 386 h 2642"/>
                <a:gd name="T24" fmla="*/ 4688 w 4876"/>
                <a:gd name="T25" fmla="*/ 260 h 2642"/>
                <a:gd name="T26" fmla="*/ 4604 w 4876"/>
                <a:gd name="T27" fmla="*/ 152 h 2642"/>
                <a:gd name="T28" fmla="*/ 4502 w 4876"/>
                <a:gd name="T29" fmla="*/ 72 h 2642"/>
                <a:gd name="T30" fmla="*/ 4388 w 4876"/>
                <a:gd name="T31" fmla="*/ 18 h 2642"/>
                <a:gd name="T32" fmla="*/ 4262 w 4876"/>
                <a:gd name="T33" fmla="*/ 0 h 2642"/>
                <a:gd name="T34" fmla="*/ 1876 w 4876"/>
                <a:gd name="T35" fmla="*/ 1828 h 2642"/>
                <a:gd name="T36" fmla="*/ 1810 w 4876"/>
                <a:gd name="T37" fmla="*/ 1934 h 2642"/>
                <a:gd name="T38" fmla="*/ 1672 w 4876"/>
                <a:gd name="T39" fmla="*/ 2010 h 2642"/>
                <a:gd name="T40" fmla="*/ 1458 w 4876"/>
                <a:gd name="T41" fmla="*/ 2056 h 2642"/>
                <a:gd name="T42" fmla="*/ 1248 w 4876"/>
                <a:gd name="T43" fmla="*/ 2066 h 2642"/>
                <a:gd name="T44" fmla="*/ 978 w 4876"/>
                <a:gd name="T45" fmla="*/ 2048 h 2642"/>
                <a:gd name="T46" fmla="*/ 784 w 4876"/>
                <a:gd name="T47" fmla="*/ 1994 h 2642"/>
                <a:gd name="T48" fmla="*/ 664 w 4876"/>
                <a:gd name="T49" fmla="*/ 1910 h 2642"/>
                <a:gd name="T50" fmla="*/ 616 w 4876"/>
                <a:gd name="T51" fmla="*/ 1798 h 2642"/>
                <a:gd name="T52" fmla="*/ 0 w 4876"/>
                <a:gd name="T53" fmla="*/ 1960 h 2642"/>
                <a:gd name="T54" fmla="*/ 26 w 4876"/>
                <a:gd name="T55" fmla="*/ 2094 h 2642"/>
                <a:gd name="T56" fmla="*/ 78 w 4876"/>
                <a:gd name="T57" fmla="*/ 2202 h 2642"/>
                <a:gd name="T58" fmla="*/ 166 w 4876"/>
                <a:gd name="T59" fmla="*/ 2316 h 2642"/>
                <a:gd name="T60" fmla="*/ 300 w 4876"/>
                <a:gd name="T61" fmla="*/ 2426 h 2642"/>
                <a:gd name="T62" fmla="*/ 488 w 4876"/>
                <a:gd name="T63" fmla="*/ 2522 h 2642"/>
                <a:gd name="T64" fmla="*/ 738 w 4876"/>
                <a:gd name="T65" fmla="*/ 2594 h 2642"/>
                <a:gd name="T66" fmla="*/ 1058 w 4876"/>
                <a:gd name="T67" fmla="*/ 2636 h 2642"/>
                <a:gd name="T68" fmla="*/ 1346 w 4876"/>
                <a:gd name="T69" fmla="*/ 2640 h 2642"/>
                <a:gd name="T70" fmla="*/ 1686 w 4876"/>
                <a:gd name="T71" fmla="*/ 2608 h 2642"/>
                <a:gd name="T72" fmla="*/ 1952 w 4876"/>
                <a:gd name="T73" fmla="*/ 2542 h 2642"/>
                <a:gd name="T74" fmla="*/ 2156 w 4876"/>
                <a:gd name="T75" fmla="*/ 2452 h 2642"/>
                <a:gd name="T76" fmla="*/ 2302 w 4876"/>
                <a:gd name="T77" fmla="*/ 2344 h 2642"/>
                <a:gd name="T78" fmla="*/ 2402 w 4876"/>
                <a:gd name="T79" fmla="*/ 2230 h 2642"/>
                <a:gd name="T80" fmla="*/ 2462 w 4876"/>
                <a:gd name="T81" fmla="*/ 2120 h 2642"/>
                <a:gd name="T82" fmla="*/ 2494 w 4876"/>
                <a:gd name="T83" fmla="*/ 1998 h 2642"/>
                <a:gd name="T84" fmla="*/ 4020 w 4876"/>
                <a:gd name="T85" fmla="*/ 584 h 2642"/>
                <a:gd name="T86" fmla="*/ 4090 w 4876"/>
                <a:gd name="T87" fmla="*/ 596 h 2642"/>
                <a:gd name="T88" fmla="*/ 4156 w 4876"/>
                <a:gd name="T89" fmla="*/ 634 h 2642"/>
                <a:gd name="T90" fmla="*/ 4204 w 4876"/>
                <a:gd name="T91" fmla="*/ 712 h 2642"/>
                <a:gd name="T92" fmla="*/ 4222 w 4876"/>
                <a:gd name="T93" fmla="*/ 832 h 2642"/>
                <a:gd name="T94" fmla="*/ 4212 w 4876"/>
                <a:gd name="T95" fmla="*/ 934 h 2642"/>
                <a:gd name="T96" fmla="*/ 4170 w 4876"/>
                <a:gd name="T97" fmla="*/ 1022 h 2642"/>
                <a:gd name="T98" fmla="*/ 4108 w 4876"/>
                <a:gd name="T99" fmla="*/ 1066 h 2642"/>
                <a:gd name="T100" fmla="*/ 4020 w 4876"/>
                <a:gd name="T101" fmla="*/ 1080 h 2642"/>
                <a:gd name="T102" fmla="*/ 4048 w 4876"/>
                <a:gd name="T103" fmla="*/ 1648 h 2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876" h="2642">
                  <a:moveTo>
                    <a:pt x="4048" y="1648"/>
                  </a:moveTo>
                  <a:lnTo>
                    <a:pt x="4344" y="1648"/>
                  </a:lnTo>
                  <a:lnTo>
                    <a:pt x="4344" y="1648"/>
                  </a:lnTo>
                  <a:lnTo>
                    <a:pt x="4366" y="1646"/>
                  </a:lnTo>
                  <a:lnTo>
                    <a:pt x="4388" y="1644"/>
                  </a:lnTo>
                  <a:lnTo>
                    <a:pt x="4410" y="1640"/>
                  </a:lnTo>
                  <a:lnTo>
                    <a:pt x="4432" y="1632"/>
                  </a:lnTo>
                  <a:lnTo>
                    <a:pt x="4456" y="1624"/>
                  </a:lnTo>
                  <a:lnTo>
                    <a:pt x="4478" y="1614"/>
                  </a:lnTo>
                  <a:lnTo>
                    <a:pt x="4500" y="1602"/>
                  </a:lnTo>
                  <a:lnTo>
                    <a:pt x="4522" y="1588"/>
                  </a:lnTo>
                  <a:lnTo>
                    <a:pt x="4542" y="1572"/>
                  </a:lnTo>
                  <a:lnTo>
                    <a:pt x="4564" y="1556"/>
                  </a:lnTo>
                  <a:lnTo>
                    <a:pt x="4586" y="1538"/>
                  </a:lnTo>
                  <a:lnTo>
                    <a:pt x="4606" y="1518"/>
                  </a:lnTo>
                  <a:lnTo>
                    <a:pt x="4626" y="1496"/>
                  </a:lnTo>
                  <a:lnTo>
                    <a:pt x="4646" y="1472"/>
                  </a:lnTo>
                  <a:lnTo>
                    <a:pt x="4666" y="1448"/>
                  </a:lnTo>
                  <a:lnTo>
                    <a:pt x="4684" y="1422"/>
                  </a:lnTo>
                  <a:lnTo>
                    <a:pt x="4702" y="1394"/>
                  </a:lnTo>
                  <a:lnTo>
                    <a:pt x="4718" y="1364"/>
                  </a:lnTo>
                  <a:lnTo>
                    <a:pt x="4734" y="1334"/>
                  </a:lnTo>
                  <a:lnTo>
                    <a:pt x="4750" y="1302"/>
                  </a:lnTo>
                  <a:lnTo>
                    <a:pt x="4766" y="1270"/>
                  </a:lnTo>
                  <a:lnTo>
                    <a:pt x="4778" y="1236"/>
                  </a:lnTo>
                  <a:lnTo>
                    <a:pt x="4792" y="1200"/>
                  </a:lnTo>
                  <a:lnTo>
                    <a:pt x="4802" y="1164"/>
                  </a:lnTo>
                  <a:lnTo>
                    <a:pt x="4814" y="1126"/>
                  </a:lnTo>
                  <a:lnTo>
                    <a:pt x="4822" y="1086"/>
                  </a:lnTo>
                  <a:lnTo>
                    <a:pt x="4830" y="1046"/>
                  </a:lnTo>
                  <a:lnTo>
                    <a:pt x="4836" y="1006"/>
                  </a:lnTo>
                  <a:lnTo>
                    <a:pt x="4842" y="964"/>
                  </a:lnTo>
                  <a:lnTo>
                    <a:pt x="4846" y="920"/>
                  </a:lnTo>
                  <a:lnTo>
                    <a:pt x="4848" y="876"/>
                  </a:lnTo>
                  <a:lnTo>
                    <a:pt x="4848" y="832"/>
                  </a:lnTo>
                  <a:lnTo>
                    <a:pt x="4848" y="832"/>
                  </a:lnTo>
                  <a:lnTo>
                    <a:pt x="4848" y="792"/>
                  </a:lnTo>
                  <a:lnTo>
                    <a:pt x="4846" y="754"/>
                  </a:lnTo>
                  <a:lnTo>
                    <a:pt x="4842" y="714"/>
                  </a:lnTo>
                  <a:lnTo>
                    <a:pt x="4838" y="676"/>
                  </a:lnTo>
                  <a:lnTo>
                    <a:pt x="4832" y="638"/>
                  </a:lnTo>
                  <a:lnTo>
                    <a:pt x="4826" y="600"/>
                  </a:lnTo>
                  <a:lnTo>
                    <a:pt x="4816" y="562"/>
                  </a:lnTo>
                  <a:lnTo>
                    <a:pt x="4806" y="526"/>
                  </a:lnTo>
                  <a:lnTo>
                    <a:pt x="4796" y="490"/>
                  </a:lnTo>
                  <a:lnTo>
                    <a:pt x="4784" y="454"/>
                  </a:lnTo>
                  <a:lnTo>
                    <a:pt x="4770" y="420"/>
                  </a:lnTo>
                  <a:lnTo>
                    <a:pt x="4756" y="386"/>
                  </a:lnTo>
                  <a:lnTo>
                    <a:pt x="4740" y="352"/>
                  </a:lnTo>
                  <a:lnTo>
                    <a:pt x="4724" y="320"/>
                  </a:lnTo>
                  <a:lnTo>
                    <a:pt x="4706" y="290"/>
                  </a:lnTo>
                  <a:lnTo>
                    <a:pt x="4688" y="260"/>
                  </a:lnTo>
                  <a:lnTo>
                    <a:pt x="4668" y="230"/>
                  </a:lnTo>
                  <a:lnTo>
                    <a:pt x="4648" y="204"/>
                  </a:lnTo>
                  <a:lnTo>
                    <a:pt x="4626" y="178"/>
                  </a:lnTo>
                  <a:lnTo>
                    <a:pt x="4604" y="152"/>
                  </a:lnTo>
                  <a:lnTo>
                    <a:pt x="4580" y="130"/>
                  </a:lnTo>
                  <a:lnTo>
                    <a:pt x="4554" y="108"/>
                  </a:lnTo>
                  <a:lnTo>
                    <a:pt x="4530" y="88"/>
                  </a:lnTo>
                  <a:lnTo>
                    <a:pt x="4502" y="72"/>
                  </a:lnTo>
                  <a:lnTo>
                    <a:pt x="4476" y="54"/>
                  </a:lnTo>
                  <a:lnTo>
                    <a:pt x="4448" y="40"/>
                  </a:lnTo>
                  <a:lnTo>
                    <a:pt x="4418" y="28"/>
                  </a:lnTo>
                  <a:lnTo>
                    <a:pt x="4388" y="18"/>
                  </a:lnTo>
                  <a:lnTo>
                    <a:pt x="4358" y="10"/>
                  </a:lnTo>
                  <a:lnTo>
                    <a:pt x="4326" y="4"/>
                  </a:lnTo>
                  <a:lnTo>
                    <a:pt x="4294" y="0"/>
                  </a:lnTo>
                  <a:lnTo>
                    <a:pt x="4262" y="0"/>
                  </a:lnTo>
                  <a:lnTo>
                    <a:pt x="1882" y="0"/>
                  </a:lnTo>
                  <a:lnTo>
                    <a:pt x="1882" y="1798"/>
                  </a:lnTo>
                  <a:lnTo>
                    <a:pt x="1882" y="1798"/>
                  </a:lnTo>
                  <a:lnTo>
                    <a:pt x="1876" y="1828"/>
                  </a:lnTo>
                  <a:lnTo>
                    <a:pt x="1866" y="1856"/>
                  </a:lnTo>
                  <a:lnTo>
                    <a:pt x="1852" y="1884"/>
                  </a:lnTo>
                  <a:lnTo>
                    <a:pt x="1832" y="1910"/>
                  </a:lnTo>
                  <a:lnTo>
                    <a:pt x="1810" y="1934"/>
                  </a:lnTo>
                  <a:lnTo>
                    <a:pt x="1782" y="1956"/>
                  </a:lnTo>
                  <a:lnTo>
                    <a:pt x="1750" y="1976"/>
                  </a:lnTo>
                  <a:lnTo>
                    <a:pt x="1712" y="1994"/>
                  </a:lnTo>
                  <a:lnTo>
                    <a:pt x="1672" y="2010"/>
                  </a:lnTo>
                  <a:lnTo>
                    <a:pt x="1626" y="2026"/>
                  </a:lnTo>
                  <a:lnTo>
                    <a:pt x="1574" y="2038"/>
                  </a:lnTo>
                  <a:lnTo>
                    <a:pt x="1518" y="2048"/>
                  </a:lnTo>
                  <a:lnTo>
                    <a:pt x="1458" y="2056"/>
                  </a:lnTo>
                  <a:lnTo>
                    <a:pt x="1394" y="2062"/>
                  </a:lnTo>
                  <a:lnTo>
                    <a:pt x="1324" y="2066"/>
                  </a:lnTo>
                  <a:lnTo>
                    <a:pt x="1248" y="2066"/>
                  </a:lnTo>
                  <a:lnTo>
                    <a:pt x="1248" y="2066"/>
                  </a:lnTo>
                  <a:lnTo>
                    <a:pt x="1174" y="2066"/>
                  </a:lnTo>
                  <a:lnTo>
                    <a:pt x="1104" y="2062"/>
                  </a:lnTo>
                  <a:lnTo>
                    <a:pt x="1038" y="2056"/>
                  </a:lnTo>
                  <a:lnTo>
                    <a:pt x="978" y="2048"/>
                  </a:lnTo>
                  <a:lnTo>
                    <a:pt x="922" y="2038"/>
                  </a:lnTo>
                  <a:lnTo>
                    <a:pt x="872" y="2026"/>
                  </a:lnTo>
                  <a:lnTo>
                    <a:pt x="826" y="2010"/>
                  </a:lnTo>
                  <a:lnTo>
                    <a:pt x="784" y="1994"/>
                  </a:lnTo>
                  <a:lnTo>
                    <a:pt x="748" y="1976"/>
                  </a:lnTo>
                  <a:lnTo>
                    <a:pt x="716" y="1956"/>
                  </a:lnTo>
                  <a:lnTo>
                    <a:pt x="688" y="1934"/>
                  </a:lnTo>
                  <a:lnTo>
                    <a:pt x="664" y="1910"/>
                  </a:lnTo>
                  <a:lnTo>
                    <a:pt x="646" y="1884"/>
                  </a:lnTo>
                  <a:lnTo>
                    <a:pt x="632" y="1856"/>
                  </a:lnTo>
                  <a:lnTo>
                    <a:pt x="622" y="1828"/>
                  </a:lnTo>
                  <a:lnTo>
                    <a:pt x="616" y="1798"/>
                  </a:lnTo>
                  <a:lnTo>
                    <a:pt x="616" y="1080"/>
                  </a:lnTo>
                  <a:lnTo>
                    <a:pt x="0" y="1080"/>
                  </a:lnTo>
                  <a:lnTo>
                    <a:pt x="0" y="1960"/>
                  </a:lnTo>
                  <a:lnTo>
                    <a:pt x="0" y="1960"/>
                  </a:lnTo>
                  <a:lnTo>
                    <a:pt x="4" y="1998"/>
                  </a:lnTo>
                  <a:lnTo>
                    <a:pt x="12" y="2044"/>
                  </a:lnTo>
                  <a:lnTo>
                    <a:pt x="18" y="2068"/>
                  </a:lnTo>
                  <a:lnTo>
                    <a:pt x="26" y="2094"/>
                  </a:lnTo>
                  <a:lnTo>
                    <a:pt x="36" y="2120"/>
                  </a:lnTo>
                  <a:lnTo>
                    <a:pt x="48" y="2146"/>
                  </a:lnTo>
                  <a:lnTo>
                    <a:pt x="62" y="2174"/>
                  </a:lnTo>
                  <a:lnTo>
                    <a:pt x="78" y="2202"/>
                  </a:lnTo>
                  <a:lnTo>
                    <a:pt x="96" y="2230"/>
                  </a:lnTo>
                  <a:lnTo>
                    <a:pt x="116" y="2258"/>
                  </a:lnTo>
                  <a:lnTo>
                    <a:pt x="140" y="2288"/>
                  </a:lnTo>
                  <a:lnTo>
                    <a:pt x="166" y="2316"/>
                  </a:lnTo>
                  <a:lnTo>
                    <a:pt x="194" y="2344"/>
                  </a:lnTo>
                  <a:lnTo>
                    <a:pt x="226" y="2372"/>
                  </a:lnTo>
                  <a:lnTo>
                    <a:pt x="262" y="2400"/>
                  </a:lnTo>
                  <a:lnTo>
                    <a:pt x="300" y="2426"/>
                  </a:lnTo>
                  <a:lnTo>
                    <a:pt x="342" y="2452"/>
                  </a:lnTo>
                  <a:lnTo>
                    <a:pt x="386" y="2476"/>
                  </a:lnTo>
                  <a:lnTo>
                    <a:pt x="436" y="2500"/>
                  </a:lnTo>
                  <a:lnTo>
                    <a:pt x="488" y="2522"/>
                  </a:lnTo>
                  <a:lnTo>
                    <a:pt x="544" y="2542"/>
                  </a:lnTo>
                  <a:lnTo>
                    <a:pt x="604" y="2562"/>
                  </a:lnTo>
                  <a:lnTo>
                    <a:pt x="670" y="2580"/>
                  </a:lnTo>
                  <a:lnTo>
                    <a:pt x="738" y="2594"/>
                  </a:lnTo>
                  <a:lnTo>
                    <a:pt x="812" y="2608"/>
                  </a:lnTo>
                  <a:lnTo>
                    <a:pt x="890" y="2620"/>
                  </a:lnTo>
                  <a:lnTo>
                    <a:pt x="972" y="2630"/>
                  </a:lnTo>
                  <a:lnTo>
                    <a:pt x="1058" y="2636"/>
                  </a:lnTo>
                  <a:lnTo>
                    <a:pt x="1152" y="2640"/>
                  </a:lnTo>
                  <a:lnTo>
                    <a:pt x="1248" y="2642"/>
                  </a:lnTo>
                  <a:lnTo>
                    <a:pt x="1248" y="2642"/>
                  </a:lnTo>
                  <a:lnTo>
                    <a:pt x="1346" y="2640"/>
                  </a:lnTo>
                  <a:lnTo>
                    <a:pt x="1438" y="2636"/>
                  </a:lnTo>
                  <a:lnTo>
                    <a:pt x="1526" y="2630"/>
                  </a:lnTo>
                  <a:lnTo>
                    <a:pt x="1608" y="2620"/>
                  </a:lnTo>
                  <a:lnTo>
                    <a:pt x="1686" y="2608"/>
                  </a:lnTo>
                  <a:lnTo>
                    <a:pt x="1760" y="2594"/>
                  </a:lnTo>
                  <a:lnTo>
                    <a:pt x="1828" y="2580"/>
                  </a:lnTo>
                  <a:lnTo>
                    <a:pt x="1892" y="2562"/>
                  </a:lnTo>
                  <a:lnTo>
                    <a:pt x="1952" y="2542"/>
                  </a:lnTo>
                  <a:lnTo>
                    <a:pt x="2010" y="2522"/>
                  </a:lnTo>
                  <a:lnTo>
                    <a:pt x="2062" y="2500"/>
                  </a:lnTo>
                  <a:lnTo>
                    <a:pt x="2110" y="2476"/>
                  </a:lnTo>
                  <a:lnTo>
                    <a:pt x="2156" y="2452"/>
                  </a:lnTo>
                  <a:lnTo>
                    <a:pt x="2198" y="2426"/>
                  </a:lnTo>
                  <a:lnTo>
                    <a:pt x="2236" y="2400"/>
                  </a:lnTo>
                  <a:lnTo>
                    <a:pt x="2270" y="2372"/>
                  </a:lnTo>
                  <a:lnTo>
                    <a:pt x="2302" y="2344"/>
                  </a:lnTo>
                  <a:lnTo>
                    <a:pt x="2332" y="2316"/>
                  </a:lnTo>
                  <a:lnTo>
                    <a:pt x="2358" y="2288"/>
                  </a:lnTo>
                  <a:lnTo>
                    <a:pt x="2380" y="2258"/>
                  </a:lnTo>
                  <a:lnTo>
                    <a:pt x="2402" y="2230"/>
                  </a:lnTo>
                  <a:lnTo>
                    <a:pt x="2420" y="2202"/>
                  </a:lnTo>
                  <a:lnTo>
                    <a:pt x="2436" y="2174"/>
                  </a:lnTo>
                  <a:lnTo>
                    <a:pt x="2450" y="2146"/>
                  </a:lnTo>
                  <a:lnTo>
                    <a:pt x="2462" y="2120"/>
                  </a:lnTo>
                  <a:lnTo>
                    <a:pt x="2472" y="2094"/>
                  </a:lnTo>
                  <a:lnTo>
                    <a:pt x="2480" y="2068"/>
                  </a:lnTo>
                  <a:lnTo>
                    <a:pt x="2486" y="2044"/>
                  </a:lnTo>
                  <a:lnTo>
                    <a:pt x="2494" y="1998"/>
                  </a:lnTo>
                  <a:lnTo>
                    <a:pt x="2498" y="1960"/>
                  </a:lnTo>
                  <a:lnTo>
                    <a:pt x="2498" y="584"/>
                  </a:lnTo>
                  <a:lnTo>
                    <a:pt x="4020" y="584"/>
                  </a:lnTo>
                  <a:lnTo>
                    <a:pt x="4020" y="584"/>
                  </a:lnTo>
                  <a:lnTo>
                    <a:pt x="4038" y="584"/>
                  </a:lnTo>
                  <a:lnTo>
                    <a:pt x="4056" y="586"/>
                  </a:lnTo>
                  <a:lnTo>
                    <a:pt x="4074" y="590"/>
                  </a:lnTo>
                  <a:lnTo>
                    <a:pt x="4090" y="596"/>
                  </a:lnTo>
                  <a:lnTo>
                    <a:pt x="4108" y="602"/>
                  </a:lnTo>
                  <a:lnTo>
                    <a:pt x="4124" y="612"/>
                  </a:lnTo>
                  <a:lnTo>
                    <a:pt x="4140" y="622"/>
                  </a:lnTo>
                  <a:lnTo>
                    <a:pt x="4156" y="634"/>
                  </a:lnTo>
                  <a:lnTo>
                    <a:pt x="4170" y="650"/>
                  </a:lnTo>
                  <a:lnTo>
                    <a:pt x="4182" y="668"/>
                  </a:lnTo>
                  <a:lnTo>
                    <a:pt x="4194" y="688"/>
                  </a:lnTo>
                  <a:lnTo>
                    <a:pt x="4204" y="712"/>
                  </a:lnTo>
                  <a:lnTo>
                    <a:pt x="4212" y="736"/>
                  </a:lnTo>
                  <a:lnTo>
                    <a:pt x="4218" y="766"/>
                  </a:lnTo>
                  <a:lnTo>
                    <a:pt x="4222" y="796"/>
                  </a:lnTo>
                  <a:lnTo>
                    <a:pt x="4222" y="832"/>
                  </a:lnTo>
                  <a:lnTo>
                    <a:pt x="4222" y="832"/>
                  </a:lnTo>
                  <a:lnTo>
                    <a:pt x="4222" y="870"/>
                  </a:lnTo>
                  <a:lnTo>
                    <a:pt x="4218" y="904"/>
                  </a:lnTo>
                  <a:lnTo>
                    <a:pt x="4212" y="934"/>
                  </a:lnTo>
                  <a:lnTo>
                    <a:pt x="4204" y="960"/>
                  </a:lnTo>
                  <a:lnTo>
                    <a:pt x="4194" y="984"/>
                  </a:lnTo>
                  <a:lnTo>
                    <a:pt x="4182" y="1004"/>
                  </a:lnTo>
                  <a:lnTo>
                    <a:pt x="4170" y="1022"/>
                  </a:lnTo>
                  <a:lnTo>
                    <a:pt x="4156" y="1036"/>
                  </a:lnTo>
                  <a:lnTo>
                    <a:pt x="4140" y="1048"/>
                  </a:lnTo>
                  <a:lnTo>
                    <a:pt x="4124" y="1058"/>
                  </a:lnTo>
                  <a:lnTo>
                    <a:pt x="4108" y="1066"/>
                  </a:lnTo>
                  <a:lnTo>
                    <a:pt x="4090" y="1070"/>
                  </a:lnTo>
                  <a:lnTo>
                    <a:pt x="4074" y="1074"/>
                  </a:lnTo>
                  <a:lnTo>
                    <a:pt x="4056" y="1078"/>
                  </a:lnTo>
                  <a:lnTo>
                    <a:pt x="4020" y="1080"/>
                  </a:lnTo>
                  <a:lnTo>
                    <a:pt x="2840" y="1080"/>
                  </a:lnTo>
                  <a:lnTo>
                    <a:pt x="4048" y="2612"/>
                  </a:lnTo>
                  <a:lnTo>
                    <a:pt x="4876" y="2612"/>
                  </a:lnTo>
                  <a:lnTo>
                    <a:pt x="4048" y="1648"/>
                  </a:lnTo>
                  <a:close/>
                </a:path>
              </a:pathLst>
            </a:custGeom>
            <a:solidFill>
              <a:srgbClr val="37864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grpSp>
          <p:nvGrpSpPr>
            <p:cNvPr id="37" name="グループ化 36">
              <a:extLst>
                <a:ext uri="{FF2B5EF4-FFF2-40B4-BE49-F238E27FC236}">
                  <a16:creationId xmlns:a16="http://schemas.microsoft.com/office/drawing/2014/main" id="{2227E6DE-DEF7-6EDF-FC8E-4545FF6D1C1F}"/>
                </a:ext>
              </a:extLst>
            </p:cNvPr>
            <p:cNvGrpSpPr/>
            <p:nvPr/>
          </p:nvGrpSpPr>
          <p:grpSpPr>
            <a:xfrm>
              <a:off x="4826994" y="3214748"/>
              <a:ext cx="7002476" cy="596421"/>
              <a:chOff x="-7267575" y="2419350"/>
              <a:chExt cx="31499175" cy="2682875"/>
            </a:xfrm>
            <a:solidFill>
              <a:schemeClr val="tx1"/>
            </a:solidFill>
          </p:grpSpPr>
          <p:sp>
            <p:nvSpPr>
              <p:cNvPr id="38" name="Freeform 65">
                <a:extLst>
                  <a:ext uri="{FF2B5EF4-FFF2-40B4-BE49-F238E27FC236}">
                    <a16:creationId xmlns:a16="http://schemas.microsoft.com/office/drawing/2014/main" id="{B1BE188F-166E-3D51-DB78-F2B96DAA9342}"/>
                  </a:ext>
                </a:extLst>
              </p:cNvPr>
              <p:cNvSpPr>
                <a:spLocks noEditPoints="1"/>
              </p:cNvSpPr>
              <p:nvPr/>
            </p:nvSpPr>
            <p:spPr bwMode="auto">
              <a:xfrm>
                <a:off x="-4238625" y="2609850"/>
                <a:ext cx="2263775" cy="2393950"/>
              </a:xfrm>
              <a:custGeom>
                <a:avLst/>
                <a:gdLst>
                  <a:gd name="T0" fmla="*/ 0 w 1426"/>
                  <a:gd name="T1" fmla="*/ 0 h 1508"/>
                  <a:gd name="T2" fmla="*/ 0 w 1426"/>
                  <a:gd name="T3" fmla="*/ 1508 h 1508"/>
                  <a:gd name="T4" fmla="*/ 1426 w 1426"/>
                  <a:gd name="T5" fmla="*/ 1508 h 1508"/>
                  <a:gd name="T6" fmla="*/ 1426 w 1426"/>
                  <a:gd name="T7" fmla="*/ 0 h 1508"/>
                  <a:gd name="T8" fmla="*/ 0 w 1426"/>
                  <a:gd name="T9" fmla="*/ 0 h 1508"/>
                  <a:gd name="T10" fmla="*/ 1228 w 1426"/>
                  <a:gd name="T11" fmla="*/ 1348 h 1508"/>
                  <a:gd name="T12" fmla="*/ 198 w 1426"/>
                  <a:gd name="T13" fmla="*/ 1348 h 1508"/>
                  <a:gd name="T14" fmla="*/ 198 w 1426"/>
                  <a:gd name="T15" fmla="*/ 814 h 1508"/>
                  <a:gd name="T16" fmla="*/ 1228 w 1426"/>
                  <a:gd name="T17" fmla="*/ 814 h 1508"/>
                  <a:gd name="T18" fmla="*/ 1228 w 1426"/>
                  <a:gd name="T19" fmla="*/ 1348 h 1508"/>
                  <a:gd name="T20" fmla="*/ 1228 w 1426"/>
                  <a:gd name="T21" fmla="*/ 654 h 1508"/>
                  <a:gd name="T22" fmla="*/ 198 w 1426"/>
                  <a:gd name="T23" fmla="*/ 654 h 1508"/>
                  <a:gd name="T24" fmla="*/ 198 w 1426"/>
                  <a:gd name="T25" fmla="*/ 160 h 1508"/>
                  <a:gd name="T26" fmla="*/ 1228 w 1426"/>
                  <a:gd name="T27" fmla="*/ 160 h 1508"/>
                  <a:gd name="T28" fmla="*/ 1228 w 1426"/>
                  <a:gd name="T29" fmla="*/ 654 h 1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26" h="1508">
                    <a:moveTo>
                      <a:pt x="0" y="0"/>
                    </a:moveTo>
                    <a:lnTo>
                      <a:pt x="0" y="1508"/>
                    </a:lnTo>
                    <a:lnTo>
                      <a:pt x="1426" y="1508"/>
                    </a:lnTo>
                    <a:lnTo>
                      <a:pt x="1426" y="0"/>
                    </a:lnTo>
                    <a:lnTo>
                      <a:pt x="0" y="0"/>
                    </a:lnTo>
                    <a:close/>
                    <a:moveTo>
                      <a:pt x="1228" y="1348"/>
                    </a:moveTo>
                    <a:lnTo>
                      <a:pt x="198" y="1348"/>
                    </a:lnTo>
                    <a:lnTo>
                      <a:pt x="198" y="814"/>
                    </a:lnTo>
                    <a:lnTo>
                      <a:pt x="1228" y="814"/>
                    </a:lnTo>
                    <a:lnTo>
                      <a:pt x="1228" y="1348"/>
                    </a:lnTo>
                    <a:close/>
                    <a:moveTo>
                      <a:pt x="1228" y="654"/>
                    </a:moveTo>
                    <a:lnTo>
                      <a:pt x="198" y="654"/>
                    </a:lnTo>
                    <a:lnTo>
                      <a:pt x="198" y="160"/>
                    </a:lnTo>
                    <a:lnTo>
                      <a:pt x="1228" y="160"/>
                    </a:lnTo>
                    <a:lnTo>
                      <a:pt x="1228" y="6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39" name="Freeform 66">
                <a:extLst>
                  <a:ext uri="{FF2B5EF4-FFF2-40B4-BE49-F238E27FC236}">
                    <a16:creationId xmlns:a16="http://schemas.microsoft.com/office/drawing/2014/main" id="{AEAAF16C-17EB-D574-E932-266BBCE79DB2}"/>
                  </a:ext>
                </a:extLst>
              </p:cNvPr>
              <p:cNvSpPr>
                <a:spLocks/>
              </p:cNvSpPr>
              <p:nvPr/>
            </p:nvSpPr>
            <p:spPr bwMode="auto">
              <a:xfrm>
                <a:off x="21561425" y="2511425"/>
                <a:ext cx="1285875" cy="2587625"/>
              </a:xfrm>
              <a:custGeom>
                <a:avLst/>
                <a:gdLst>
                  <a:gd name="T0" fmla="*/ 810 w 810"/>
                  <a:gd name="T1" fmla="*/ 980 h 1630"/>
                  <a:gd name="T2" fmla="*/ 796 w 810"/>
                  <a:gd name="T3" fmla="*/ 966 h 1630"/>
                  <a:gd name="T4" fmla="*/ 758 w 810"/>
                  <a:gd name="T5" fmla="*/ 924 h 1630"/>
                  <a:gd name="T6" fmla="*/ 686 w 810"/>
                  <a:gd name="T7" fmla="*/ 862 h 1630"/>
                  <a:gd name="T8" fmla="*/ 580 w 810"/>
                  <a:gd name="T9" fmla="*/ 786 h 1630"/>
                  <a:gd name="T10" fmla="*/ 604 w 810"/>
                  <a:gd name="T11" fmla="*/ 748 h 1630"/>
                  <a:gd name="T12" fmla="*/ 650 w 810"/>
                  <a:gd name="T13" fmla="*/ 668 h 1630"/>
                  <a:gd name="T14" fmla="*/ 694 w 810"/>
                  <a:gd name="T15" fmla="*/ 582 h 1630"/>
                  <a:gd name="T16" fmla="*/ 734 w 810"/>
                  <a:gd name="T17" fmla="*/ 492 h 1630"/>
                  <a:gd name="T18" fmla="*/ 752 w 810"/>
                  <a:gd name="T19" fmla="*/ 286 h 1630"/>
                  <a:gd name="T20" fmla="*/ 484 w 810"/>
                  <a:gd name="T21" fmla="*/ 0 h 1630"/>
                  <a:gd name="T22" fmla="*/ 310 w 810"/>
                  <a:gd name="T23" fmla="*/ 286 h 1630"/>
                  <a:gd name="T24" fmla="*/ 30 w 810"/>
                  <a:gd name="T25" fmla="*/ 444 h 1630"/>
                  <a:gd name="T26" fmla="*/ 554 w 810"/>
                  <a:gd name="T27" fmla="*/ 444 h 1630"/>
                  <a:gd name="T28" fmla="*/ 522 w 810"/>
                  <a:gd name="T29" fmla="*/ 522 h 1630"/>
                  <a:gd name="T30" fmla="*/ 486 w 810"/>
                  <a:gd name="T31" fmla="*/ 594 h 1630"/>
                  <a:gd name="T32" fmla="*/ 446 w 810"/>
                  <a:gd name="T33" fmla="*/ 664 h 1630"/>
                  <a:gd name="T34" fmla="*/ 358 w 810"/>
                  <a:gd name="T35" fmla="*/ 794 h 1630"/>
                  <a:gd name="T36" fmla="*/ 264 w 810"/>
                  <a:gd name="T37" fmla="*/ 906 h 1630"/>
                  <a:gd name="T38" fmla="*/ 176 w 810"/>
                  <a:gd name="T39" fmla="*/ 1000 h 1630"/>
                  <a:gd name="T40" fmla="*/ 98 w 810"/>
                  <a:gd name="T41" fmla="*/ 1074 h 1630"/>
                  <a:gd name="T42" fmla="*/ 18 w 810"/>
                  <a:gd name="T43" fmla="*/ 1142 h 1630"/>
                  <a:gd name="T44" fmla="*/ 0 w 810"/>
                  <a:gd name="T45" fmla="*/ 1334 h 1630"/>
                  <a:gd name="T46" fmla="*/ 24 w 810"/>
                  <a:gd name="T47" fmla="*/ 1320 h 1630"/>
                  <a:gd name="T48" fmla="*/ 92 w 810"/>
                  <a:gd name="T49" fmla="*/ 1278 h 1630"/>
                  <a:gd name="T50" fmla="*/ 190 w 810"/>
                  <a:gd name="T51" fmla="*/ 1206 h 1630"/>
                  <a:gd name="T52" fmla="*/ 310 w 810"/>
                  <a:gd name="T53" fmla="*/ 1104 h 1630"/>
                  <a:gd name="T54" fmla="*/ 484 w 810"/>
                  <a:gd name="T55" fmla="*/ 1630 h 1630"/>
                  <a:gd name="T56" fmla="*/ 484 w 810"/>
                  <a:gd name="T57" fmla="*/ 944 h 1630"/>
                  <a:gd name="T58" fmla="*/ 558 w 810"/>
                  <a:gd name="T59" fmla="*/ 990 h 1630"/>
                  <a:gd name="T60" fmla="*/ 640 w 810"/>
                  <a:gd name="T61" fmla="*/ 1046 h 1630"/>
                  <a:gd name="T62" fmla="*/ 748 w 810"/>
                  <a:gd name="T63" fmla="*/ 1132 h 1630"/>
                  <a:gd name="T64" fmla="*/ 810 w 810"/>
                  <a:gd name="T65" fmla="*/ 1184 h 1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10" h="1630">
                    <a:moveTo>
                      <a:pt x="810" y="1184"/>
                    </a:moveTo>
                    <a:lnTo>
                      <a:pt x="810" y="980"/>
                    </a:lnTo>
                    <a:lnTo>
                      <a:pt x="810" y="980"/>
                    </a:lnTo>
                    <a:lnTo>
                      <a:pt x="796" y="966"/>
                    </a:lnTo>
                    <a:lnTo>
                      <a:pt x="780" y="948"/>
                    </a:lnTo>
                    <a:lnTo>
                      <a:pt x="758" y="924"/>
                    </a:lnTo>
                    <a:lnTo>
                      <a:pt x="726" y="896"/>
                    </a:lnTo>
                    <a:lnTo>
                      <a:pt x="686" y="862"/>
                    </a:lnTo>
                    <a:lnTo>
                      <a:pt x="638" y="826"/>
                    </a:lnTo>
                    <a:lnTo>
                      <a:pt x="580" y="786"/>
                    </a:lnTo>
                    <a:lnTo>
                      <a:pt x="580" y="786"/>
                    </a:lnTo>
                    <a:lnTo>
                      <a:pt x="604" y="748"/>
                    </a:lnTo>
                    <a:lnTo>
                      <a:pt x="628" y="708"/>
                    </a:lnTo>
                    <a:lnTo>
                      <a:pt x="650" y="668"/>
                    </a:lnTo>
                    <a:lnTo>
                      <a:pt x="672" y="626"/>
                    </a:lnTo>
                    <a:lnTo>
                      <a:pt x="694" y="582"/>
                    </a:lnTo>
                    <a:lnTo>
                      <a:pt x="714" y="538"/>
                    </a:lnTo>
                    <a:lnTo>
                      <a:pt x="734" y="492"/>
                    </a:lnTo>
                    <a:lnTo>
                      <a:pt x="752" y="444"/>
                    </a:lnTo>
                    <a:lnTo>
                      <a:pt x="752" y="286"/>
                    </a:lnTo>
                    <a:lnTo>
                      <a:pt x="484" y="286"/>
                    </a:lnTo>
                    <a:lnTo>
                      <a:pt x="484" y="0"/>
                    </a:lnTo>
                    <a:lnTo>
                      <a:pt x="310" y="0"/>
                    </a:lnTo>
                    <a:lnTo>
                      <a:pt x="310" y="286"/>
                    </a:lnTo>
                    <a:lnTo>
                      <a:pt x="30" y="286"/>
                    </a:lnTo>
                    <a:lnTo>
                      <a:pt x="30" y="444"/>
                    </a:lnTo>
                    <a:lnTo>
                      <a:pt x="554" y="444"/>
                    </a:lnTo>
                    <a:lnTo>
                      <a:pt x="554" y="444"/>
                    </a:lnTo>
                    <a:lnTo>
                      <a:pt x="538" y="484"/>
                    </a:lnTo>
                    <a:lnTo>
                      <a:pt x="522" y="522"/>
                    </a:lnTo>
                    <a:lnTo>
                      <a:pt x="504" y="558"/>
                    </a:lnTo>
                    <a:lnTo>
                      <a:pt x="486" y="594"/>
                    </a:lnTo>
                    <a:lnTo>
                      <a:pt x="466" y="630"/>
                    </a:lnTo>
                    <a:lnTo>
                      <a:pt x="446" y="664"/>
                    </a:lnTo>
                    <a:lnTo>
                      <a:pt x="402" y="732"/>
                    </a:lnTo>
                    <a:lnTo>
                      <a:pt x="358" y="794"/>
                    </a:lnTo>
                    <a:lnTo>
                      <a:pt x="312" y="852"/>
                    </a:lnTo>
                    <a:lnTo>
                      <a:pt x="264" y="906"/>
                    </a:lnTo>
                    <a:lnTo>
                      <a:pt x="220" y="956"/>
                    </a:lnTo>
                    <a:lnTo>
                      <a:pt x="176" y="1000"/>
                    </a:lnTo>
                    <a:lnTo>
                      <a:pt x="134" y="1040"/>
                    </a:lnTo>
                    <a:lnTo>
                      <a:pt x="98" y="1074"/>
                    </a:lnTo>
                    <a:lnTo>
                      <a:pt x="64" y="1104"/>
                    </a:lnTo>
                    <a:lnTo>
                      <a:pt x="18" y="1142"/>
                    </a:lnTo>
                    <a:lnTo>
                      <a:pt x="0" y="1156"/>
                    </a:lnTo>
                    <a:lnTo>
                      <a:pt x="0" y="1334"/>
                    </a:lnTo>
                    <a:lnTo>
                      <a:pt x="0" y="1334"/>
                    </a:lnTo>
                    <a:lnTo>
                      <a:pt x="24" y="1320"/>
                    </a:lnTo>
                    <a:lnTo>
                      <a:pt x="54" y="1302"/>
                    </a:lnTo>
                    <a:lnTo>
                      <a:pt x="92" y="1278"/>
                    </a:lnTo>
                    <a:lnTo>
                      <a:pt x="138" y="1246"/>
                    </a:lnTo>
                    <a:lnTo>
                      <a:pt x="190" y="1206"/>
                    </a:lnTo>
                    <a:lnTo>
                      <a:pt x="248" y="1160"/>
                    </a:lnTo>
                    <a:lnTo>
                      <a:pt x="310" y="1104"/>
                    </a:lnTo>
                    <a:lnTo>
                      <a:pt x="310" y="1630"/>
                    </a:lnTo>
                    <a:lnTo>
                      <a:pt x="484" y="1630"/>
                    </a:lnTo>
                    <a:lnTo>
                      <a:pt x="484" y="944"/>
                    </a:lnTo>
                    <a:lnTo>
                      <a:pt x="484" y="944"/>
                    </a:lnTo>
                    <a:lnTo>
                      <a:pt x="526" y="970"/>
                    </a:lnTo>
                    <a:lnTo>
                      <a:pt x="558" y="990"/>
                    </a:lnTo>
                    <a:lnTo>
                      <a:pt x="596" y="1014"/>
                    </a:lnTo>
                    <a:lnTo>
                      <a:pt x="640" y="1046"/>
                    </a:lnTo>
                    <a:lnTo>
                      <a:pt x="690" y="1086"/>
                    </a:lnTo>
                    <a:lnTo>
                      <a:pt x="748" y="1132"/>
                    </a:lnTo>
                    <a:lnTo>
                      <a:pt x="810" y="1184"/>
                    </a:lnTo>
                    <a:lnTo>
                      <a:pt x="810" y="11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40" name="Freeform 67">
                <a:extLst>
                  <a:ext uri="{FF2B5EF4-FFF2-40B4-BE49-F238E27FC236}">
                    <a16:creationId xmlns:a16="http://schemas.microsoft.com/office/drawing/2014/main" id="{F22A5BAD-6F26-AF73-3F42-04679F8E19CD}"/>
                  </a:ext>
                </a:extLst>
              </p:cNvPr>
              <p:cNvSpPr>
                <a:spLocks/>
              </p:cNvSpPr>
              <p:nvPr/>
            </p:nvSpPr>
            <p:spPr bwMode="auto">
              <a:xfrm>
                <a:off x="22625050" y="2505075"/>
                <a:ext cx="1606550" cy="2593975"/>
              </a:xfrm>
              <a:custGeom>
                <a:avLst/>
                <a:gdLst>
                  <a:gd name="T0" fmla="*/ 1012 w 1012"/>
                  <a:gd name="T1" fmla="*/ 1472 h 1634"/>
                  <a:gd name="T2" fmla="*/ 594 w 1012"/>
                  <a:gd name="T3" fmla="*/ 1472 h 1634"/>
                  <a:gd name="T4" fmla="*/ 594 w 1012"/>
                  <a:gd name="T5" fmla="*/ 656 h 1634"/>
                  <a:gd name="T6" fmla="*/ 918 w 1012"/>
                  <a:gd name="T7" fmla="*/ 656 h 1634"/>
                  <a:gd name="T8" fmla="*/ 918 w 1012"/>
                  <a:gd name="T9" fmla="*/ 494 h 1634"/>
                  <a:gd name="T10" fmla="*/ 594 w 1012"/>
                  <a:gd name="T11" fmla="*/ 494 h 1634"/>
                  <a:gd name="T12" fmla="*/ 594 w 1012"/>
                  <a:gd name="T13" fmla="*/ 0 h 1634"/>
                  <a:gd name="T14" fmla="*/ 420 w 1012"/>
                  <a:gd name="T15" fmla="*/ 0 h 1634"/>
                  <a:gd name="T16" fmla="*/ 420 w 1012"/>
                  <a:gd name="T17" fmla="*/ 494 h 1634"/>
                  <a:gd name="T18" fmla="*/ 94 w 1012"/>
                  <a:gd name="T19" fmla="*/ 494 h 1634"/>
                  <a:gd name="T20" fmla="*/ 94 w 1012"/>
                  <a:gd name="T21" fmla="*/ 656 h 1634"/>
                  <a:gd name="T22" fmla="*/ 420 w 1012"/>
                  <a:gd name="T23" fmla="*/ 656 h 1634"/>
                  <a:gd name="T24" fmla="*/ 420 w 1012"/>
                  <a:gd name="T25" fmla="*/ 1472 h 1634"/>
                  <a:gd name="T26" fmla="*/ 0 w 1012"/>
                  <a:gd name="T27" fmla="*/ 1472 h 1634"/>
                  <a:gd name="T28" fmla="*/ 0 w 1012"/>
                  <a:gd name="T29" fmla="*/ 1632 h 1634"/>
                  <a:gd name="T30" fmla="*/ 420 w 1012"/>
                  <a:gd name="T31" fmla="*/ 1632 h 1634"/>
                  <a:gd name="T32" fmla="*/ 420 w 1012"/>
                  <a:gd name="T33" fmla="*/ 1634 h 1634"/>
                  <a:gd name="T34" fmla="*/ 594 w 1012"/>
                  <a:gd name="T35" fmla="*/ 1634 h 1634"/>
                  <a:gd name="T36" fmla="*/ 594 w 1012"/>
                  <a:gd name="T37" fmla="*/ 1632 h 1634"/>
                  <a:gd name="T38" fmla="*/ 1012 w 1012"/>
                  <a:gd name="T39" fmla="*/ 1632 h 1634"/>
                  <a:gd name="T40" fmla="*/ 1012 w 1012"/>
                  <a:gd name="T41" fmla="*/ 1472 h 1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12" h="1634">
                    <a:moveTo>
                      <a:pt x="1012" y="1472"/>
                    </a:moveTo>
                    <a:lnTo>
                      <a:pt x="594" y="1472"/>
                    </a:lnTo>
                    <a:lnTo>
                      <a:pt x="594" y="656"/>
                    </a:lnTo>
                    <a:lnTo>
                      <a:pt x="918" y="656"/>
                    </a:lnTo>
                    <a:lnTo>
                      <a:pt x="918" y="494"/>
                    </a:lnTo>
                    <a:lnTo>
                      <a:pt x="594" y="494"/>
                    </a:lnTo>
                    <a:lnTo>
                      <a:pt x="594" y="0"/>
                    </a:lnTo>
                    <a:lnTo>
                      <a:pt x="420" y="0"/>
                    </a:lnTo>
                    <a:lnTo>
                      <a:pt x="420" y="494"/>
                    </a:lnTo>
                    <a:lnTo>
                      <a:pt x="94" y="494"/>
                    </a:lnTo>
                    <a:lnTo>
                      <a:pt x="94" y="656"/>
                    </a:lnTo>
                    <a:lnTo>
                      <a:pt x="420" y="656"/>
                    </a:lnTo>
                    <a:lnTo>
                      <a:pt x="420" y="1472"/>
                    </a:lnTo>
                    <a:lnTo>
                      <a:pt x="0" y="1472"/>
                    </a:lnTo>
                    <a:lnTo>
                      <a:pt x="0" y="1632"/>
                    </a:lnTo>
                    <a:lnTo>
                      <a:pt x="420" y="1632"/>
                    </a:lnTo>
                    <a:lnTo>
                      <a:pt x="420" y="1634"/>
                    </a:lnTo>
                    <a:lnTo>
                      <a:pt x="594" y="1634"/>
                    </a:lnTo>
                    <a:lnTo>
                      <a:pt x="594" y="1632"/>
                    </a:lnTo>
                    <a:lnTo>
                      <a:pt x="1012" y="1632"/>
                    </a:lnTo>
                    <a:lnTo>
                      <a:pt x="1012" y="14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41" name="Freeform 68">
                <a:extLst>
                  <a:ext uri="{FF2B5EF4-FFF2-40B4-BE49-F238E27FC236}">
                    <a16:creationId xmlns:a16="http://schemas.microsoft.com/office/drawing/2014/main" id="{BF3BAF4A-FA91-B8DB-DA0C-5CACD9710D41}"/>
                  </a:ext>
                </a:extLst>
              </p:cNvPr>
              <p:cNvSpPr>
                <a:spLocks/>
              </p:cNvSpPr>
              <p:nvPr/>
            </p:nvSpPr>
            <p:spPr bwMode="auto">
              <a:xfrm>
                <a:off x="15890875" y="3594100"/>
                <a:ext cx="1654175" cy="1466850"/>
              </a:xfrm>
              <a:custGeom>
                <a:avLst/>
                <a:gdLst>
                  <a:gd name="T0" fmla="*/ 528 w 1042"/>
                  <a:gd name="T1" fmla="*/ 164 h 924"/>
                  <a:gd name="T2" fmla="*/ 882 w 1042"/>
                  <a:gd name="T3" fmla="*/ 162 h 924"/>
                  <a:gd name="T4" fmla="*/ 882 w 1042"/>
                  <a:gd name="T5" fmla="*/ 0 h 924"/>
                  <a:gd name="T6" fmla="*/ 40 w 1042"/>
                  <a:gd name="T7" fmla="*/ 4 h 924"/>
                  <a:gd name="T8" fmla="*/ 40 w 1042"/>
                  <a:gd name="T9" fmla="*/ 166 h 924"/>
                  <a:gd name="T10" fmla="*/ 354 w 1042"/>
                  <a:gd name="T11" fmla="*/ 164 h 924"/>
                  <a:gd name="T12" fmla="*/ 354 w 1042"/>
                  <a:gd name="T13" fmla="*/ 750 h 924"/>
                  <a:gd name="T14" fmla="*/ 354 w 1042"/>
                  <a:gd name="T15" fmla="*/ 750 h 924"/>
                  <a:gd name="T16" fmla="*/ 274 w 1042"/>
                  <a:gd name="T17" fmla="*/ 754 h 924"/>
                  <a:gd name="T18" fmla="*/ 188 w 1042"/>
                  <a:gd name="T19" fmla="*/ 756 h 924"/>
                  <a:gd name="T20" fmla="*/ 96 w 1042"/>
                  <a:gd name="T21" fmla="*/ 758 h 924"/>
                  <a:gd name="T22" fmla="*/ 0 w 1042"/>
                  <a:gd name="T23" fmla="*/ 760 h 924"/>
                  <a:gd name="T24" fmla="*/ 0 w 1042"/>
                  <a:gd name="T25" fmla="*/ 924 h 924"/>
                  <a:gd name="T26" fmla="*/ 0 w 1042"/>
                  <a:gd name="T27" fmla="*/ 924 h 924"/>
                  <a:gd name="T28" fmla="*/ 138 w 1042"/>
                  <a:gd name="T29" fmla="*/ 922 h 924"/>
                  <a:gd name="T30" fmla="*/ 264 w 1042"/>
                  <a:gd name="T31" fmla="*/ 918 h 924"/>
                  <a:gd name="T32" fmla="*/ 380 w 1042"/>
                  <a:gd name="T33" fmla="*/ 912 h 924"/>
                  <a:gd name="T34" fmla="*/ 486 w 1042"/>
                  <a:gd name="T35" fmla="*/ 904 h 924"/>
                  <a:gd name="T36" fmla="*/ 580 w 1042"/>
                  <a:gd name="T37" fmla="*/ 894 h 924"/>
                  <a:gd name="T38" fmla="*/ 666 w 1042"/>
                  <a:gd name="T39" fmla="*/ 884 h 924"/>
                  <a:gd name="T40" fmla="*/ 742 w 1042"/>
                  <a:gd name="T41" fmla="*/ 872 h 924"/>
                  <a:gd name="T42" fmla="*/ 808 w 1042"/>
                  <a:gd name="T43" fmla="*/ 860 h 924"/>
                  <a:gd name="T44" fmla="*/ 866 w 1042"/>
                  <a:gd name="T45" fmla="*/ 848 h 924"/>
                  <a:gd name="T46" fmla="*/ 914 w 1042"/>
                  <a:gd name="T47" fmla="*/ 838 h 924"/>
                  <a:gd name="T48" fmla="*/ 954 w 1042"/>
                  <a:gd name="T49" fmla="*/ 826 h 924"/>
                  <a:gd name="T50" fmla="*/ 986 w 1042"/>
                  <a:gd name="T51" fmla="*/ 818 h 924"/>
                  <a:gd name="T52" fmla="*/ 1028 w 1042"/>
                  <a:gd name="T53" fmla="*/ 804 h 924"/>
                  <a:gd name="T54" fmla="*/ 1042 w 1042"/>
                  <a:gd name="T55" fmla="*/ 798 h 924"/>
                  <a:gd name="T56" fmla="*/ 1042 w 1042"/>
                  <a:gd name="T57" fmla="*/ 634 h 924"/>
                  <a:gd name="T58" fmla="*/ 1042 w 1042"/>
                  <a:gd name="T59" fmla="*/ 634 h 924"/>
                  <a:gd name="T60" fmla="*/ 1012 w 1042"/>
                  <a:gd name="T61" fmla="*/ 644 h 924"/>
                  <a:gd name="T62" fmla="*/ 976 w 1042"/>
                  <a:gd name="T63" fmla="*/ 656 h 924"/>
                  <a:gd name="T64" fmla="*/ 922 w 1042"/>
                  <a:gd name="T65" fmla="*/ 672 h 924"/>
                  <a:gd name="T66" fmla="*/ 852 w 1042"/>
                  <a:gd name="T67" fmla="*/ 688 h 924"/>
                  <a:gd name="T68" fmla="*/ 764 w 1042"/>
                  <a:gd name="T69" fmla="*/ 704 h 924"/>
                  <a:gd name="T70" fmla="*/ 656 w 1042"/>
                  <a:gd name="T71" fmla="*/ 720 h 924"/>
                  <a:gd name="T72" fmla="*/ 528 w 1042"/>
                  <a:gd name="T73" fmla="*/ 736 h 924"/>
                  <a:gd name="T74" fmla="*/ 528 w 1042"/>
                  <a:gd name="T75" fmla="*/ 164 h 9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42" h="924">
                    <a:moveTo>
                      <a:pt x="528" y="164"/>
                    </a:moveTo>
                    <a:lnTo>
                      <a:pt x="882" y="162"/>
                    </a:lnTo>
                    <a:lnTo>
                      <a:pt x="882" y="0"/>
                    </a:lnTo>
                    <a:lnTo>
                      <a:pt x="40" y="4"/>
                    </a:lnTo>
                    <a:lnTo>
                      <a:pt x="40" y="166"/>
                    </a:lnTo>
                    <a:lnTo>
                      <a:pt x="354" y="164"/>
                    </a:lnTo>
                    <a:lnTo>
                      <a:pt x="354" y="750"/>
                    </a:lnTo>
                    <a:lnTo>
                      <a:pt x="354" y="750"/>
                    </a:lnTo>
                    <a:lnTo>
                      <a:pt x="274" y="754"/>
                    </a:lnTo>
                    <a:lnTo>
                      <a:pt x="188" y="756"/>
                    </a:lnTo>
                    <a:lnTo>
                      <a:pt x="96" y="758"/>
                    </a:lnTo>
                    <a:lnTo>
                      <a:pt x="0" y="760"/>
                    </a:lnTo>
                    <a:lnTo>
                      <a:pt x="0" y="924"/>
                    </a:lnTo>
                    <a:lnTo>
                      <a:pt x="0" y="924"/>
                    </a:lnTo>
                    <a:lnTo>
                      <a:pt x="138" y="922"/>
                    </a:lnTo>
                    <a:lnTo>
                      <a:pt x="264" y="918"/>
                    </a:lnTo>
                    <a:lnTo>
                      <a:pt x="380" y="912"/>
                    </a:lnTo>
                    <a:lnTo>
                      <a:pt x="486" y="904"/>
                    </a:lnTo>
                    <a:lnTo>
                      <a:pt x="580" y="894"/>
                    </a:lnTo>
                    <a:lnTo>
                      <a:pt x="666" y="884"/>
                    </a:lnTo>
                    <a:lnTo>
                      <a:pt x="742" y="872"/>
                    </a:lnTo>
                    <a:lnTo>
                      <a:pt x="808" y="860"/>
                    </a:lnTo>
                    <a:lnTo>
                      <a:pt x="866" y="848"/>
                    </a:lnTo>
                    <a:lnTo>
                      <a:pt x="914" y="838"/>
                    </a:lnTo>
                    <a:lnTo>
                      <a:pt x="954" y="826"/>
                    </a:lnTo>
                    <a:lnTo>
                      <a:pt x="986" y="818"/>
                    </a:lnTo>
                    <a:lnTo>
                      <a:pt x="1028" y="804"/>
                    </a:lnTo>
                    <a:lnTo>
                      <a:pt x="1042" y="798"/>
                    </a:lnTo>
                    <a:lnTo>
                      <a:pt x="1042" y="634"/>
                    </a:lnTo>
                    <a:lnTo>
                      <a:pt x="1042" y="634"/>
                    </a:lnTo>
                    <a:lnTo>
                      <a:pt x="1012" y="644"/>
                    </a:lnTo>
                    <a:lnTo>
                      <a:pt x="976" y="656"/>
                    </a:lnTo>
                    <a:lnTo>
                      <a:pt x="922" y="672"/>
                    </a:lnTo>
                    <a:lnTo>
                      <a:pt x="852" y="688"/>
                    </a:lnTo>
                    <a:lnTo>
                      <a:pt x="764" y="704"/>
                    </a:lnTo>
                    <a:lnTo>
                      <a:pt x="656" y="720"/>
                    </a:lnTo>
                    <a:lnTo>
                      <a:pt x="528" y="736"/>
                    </a:lnTo>
                    <a:lnTo>
                      <a:pt x="528" y="1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42" name="Freeform 69">
                <a:extLst>
                  <a:ext uri="{FF2B5EF4-FFF2-40B4-BE49-F238E27FC236}">
                    <a16:creationId xmlns:a16="http://schemas.microsoft.com/office/drawing/2014/main" id="{B6B9111B-5D9D-B45C-7D8D-C2F10ADEB473}"/>
                  </a:ext>
                </a:extLst>
              </p:cNvPr>
              <p:cNvSpPr>
                <a:spLocks/>
              </p:cNvSpPr>
              <p:nvPr/>
            </p:nvSpPr>
            <p:spPr bwMode="auto">
              <a:xfrm>
                <a:off x="15887700" y="2511425"/>
                <a:ext cx="2622550" cy="2552700"/>
              </a:xfrm>
              <a:custGeom>
                <a:avLst/>
                <a:gdLst>
                  <a:gd name="T0" fmla="*/ 1622 w 1652"/>
                  <a:gd name="T1" fmla="*/ 410 h 1608"/>
                  <a:gd name="T2" fmla="*/ 1212 w 1652"/>
                  <a:gd name="T3" fmla="*/ 250 h 1608"/>
                  <a:gd name="T4" fmla="*/ 1038 w 1652"/>
                  <a:gd name="T5" fmla="*/ 0 h 1608"/>
                  <a:gd name="T6" fmla="*/ 0 w 1652"/>
                  <a:gd name="T7" fmla="*/ 250 h 1608"/>
                  <a:gd name="T8" fmla="*/ 1040 w 1652"/>
                  <a:gd name="T9" fmla="*/ 410 h 1608"/>
                  <a:gd name="T10" fmla="*/ 1046 w 1652"/>
                  <a:gd name="T11" fmla="*/ 508 h 1608"/>
                  <a:gd name="T12" fmla="*/ 1064 w 1652"/>
                  <a:gd name="T13" fmla="*/ 684 h 1608"/>
                  <a:gd name="T14" fmla="*/ 1092 w 1652"/>
                  <a:gd name="T15" fmla="*/ 842 h 1608"/>
                  <a:gd name="T16" fmla="*/ 1130 w 1652"/>
                  <a:gd name="T17" fmla="*/ 982 h 1608"/>
                  <a:gd name="T18" fmla="*/ 1174 w 1652"/>
                  <a:gd name="T19" fmla="*/ 1104 h 1608"/>
                  <a:gd name="T20" fmla="*/ 1224 w 1652"/>
                  <a:gd name="T21" fmla="*/ 1208 h 1608"/>
                  <a:gd name="T22" fmla="*/ 1276 w 1652"/>
                  <a:gd name="T23" fmla="*/ 1298 h 1608"/>
                  <a:gd name="T24" fmla="*/ 1332 w 1652"/>
                  <a:gd name="T25" fmla="*/ 1374 h 1608"/>
                  <a:gd name="T26" fmla="*/ 1388 w 1652"/>
                  <a:gd name="T27" fmla="*/ 1436 h 1608"/>
                  <a:gd name="T28" fmla="*/ 1442 w 1652"/>
                  <a:gd name="T29" fmla="*/ 1486 h 1608"/>
                  <a:gd name="T30" fmla="*/ 1494 w 1652"/>
                  <a:gd name="T31" fmla="*/ 1526 h 1608"/>
                  <a:gd name="T32" fmla="*/ 1562 w 1652"/>
                  <a:gd name="T33" fmla="*/ 1570 h 1608"/>
                  <a:gd name="T34" fmla="*/ 1628 w 1652"/>
                  <a:gd name="T35" fmla="*/ 1600 h 1608"/>
                  <a:gd name="T36" fmla="*/ 1652 w 1652"/>
                  <a:gd name="T37" fmla="*/ 1434 h 1608"/>
                  <a:gd name="T38" fmla="*/ 1634 w 1652"/>
                  <a:gd name="T39" fmla="*/ 1422 h 1608"/>
                  <a:gd name="T40" fmla="*/ 1584 w 1652"/>
                  <a:gd name="T41" fmla="*/ 1384 h 1608"/>
                  <a:gd name="T42" fmla="*/ 1514 w 1652"/>
                  <a:gd name="T43" fmla="*/ 1316 h 1608"/>
                  <a:gd name="T44" fmla="*/ 1454 w 1652"/>
                  <a:gd name="T45" fmla="*/ 1244 h 1608"/>
                  <a:gd name="T46" fmla="*/ 1412 w 1652"/>
                  <a:gd name="T47" fmla="*/ 1184 h 1608"/>
                  <a:gd name="T48" fmla="*/ 1372 w 1652"/>
                  <a:gd name="T49" fmla="*/ 1114 h 1608"/>
                  <a:gd name="T50" fmla="*/ 1334 w 1652"/>
                  <a:gd name="T51" fmla="*/ 1036 h 1608"/>
                  <a:gd name="T52" fmla="*/ 1298 w 1652"/>
                  <a:gd name="T53" fmla="*/ 948 h 1608"/>
                  <a:gd name="T54" fmla="*/ 1268 w 1652"/>
                  <a:gd name="T55" fmla="*/ 848 h 1608"/>
                  <a:gd name="T56" fmla="*/ 1242 w 1652"/>
                  <a:gd name="T57" fmla="*/ 738 h 1608"/>
                  <a:gd name="T58" fmla="*/ 1224 w 1652"/>
                  <a:gd name="T59" fmla="*/ 616 h 1608"/>
                  <a:gd name="T60" fmla="*/ 1214 w 1652"/>
                  <a:gd name="T61" fmla="*/ 482 h 1608"/>
                  <a:gd name="T62" fmla="*/ 1212 w 1652"/>
                  <a:gd name="T63" fmla="*/ 410 h 1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52" h="1608">
                    <a:moveTo>
                      <a:pt x="1212" y="410"/>
                    </a:moveTo>
                    <a:lnTo>
                      <a:pt x="1622" y="410"/>
                    </a:lnTo>
                    <a:lnTo>
                      <a:pt x="1622" y="250"/>
                    </a:lnTo>
                    <a:lnTo>
                      <a:pt x="1212" y="250"/>
                    </a:lnTo>
                    <a:lnTo>
                      <a:pt x="1212" y="0"/>
                    </a:lnTo>
                    <a:lnTo>
                      <a:pt x="1038" y="0"/>
                    </a:lnTo>
                    <a:lnTo>
                      <a:pt x="1038" y="250"/>
                    </a:lnTo>
                    <a:lnTo>
                      <a:pt x="0" y="250"/>
                    </a:lnTo>
                    <a:lnTo>
                      <a:pt x="0" y="410"/>
                    </a:lnTo>
                    <a:lnTo>
                      <a:pt x="1040" y="410"/>
                    </a:lnTo>
                    <a:lnTo>
                      <a:pt x="1040" y="410"/>
                    </a:lnTo>
                    <a:lnTo>
                      <a:pt x="1046" y="508"/>
                    </a:lnTo>
                    <a:lnTo>
                      <a:pt x="1052" y="598"/>
                    </a:lnTo>
                    <a:lnTo>
                      <a:pt x="1064" y="684"/>
                    </a:lnTo>
                    <a:lnTo>
                      <a:pt x="1076" y="766"/>
                    </a:lnTo>
                    <a:lnTo>
                      <a:pt x="1092" y="842"/>
                    </a:lnTo>
                    <a:lnTo>
                      <a:pt x="1110" y="914"/>
                    </a:lnTo>
                    <a:lnTo>
                      <a:pt x="1130" y="982"/>
                    </a:lnTo>
                    <a:lnTo>
                      <a:pt x="1152" y="1044"/>
                    </a:lnTo>
                    <a:lnTo>
                      <a:pt x="1174" y="1104"/>
                    </a:lnTo>
                    <a:lnTo>
                      <a:pt x="1198" y="1158"/>
                    </a:lnTo>
                    <a:lnTo>
                      <a:pt x="1224" y="1208"/>
                    </a:lnTo>
                    <a:lnTo>
                      <a:pt x="1250" y="1254"/>
                    </a:lnTo>
                    <a:lnTo>
                      <a:pt x="1276" y="1298"/>
                    </a:lnTo>
                    <a:lnTo>
                      <a:pt x="1304" y="1338"/>
                    </a:lnTo>
                    <a:lnTo>
                      <a:pt x="1332" y="1374"/>
                    </a:lnTo>
                    <a:lnTo>
                      <a:pt x="1360" y="1406"/>
                    </a:lnTo>
                    <a:lnTo>
                      <a:pt x="1388" y="1436"/>
                    </a:lnTo>
                    <a:lnTo>
                      <a:pt x="1416" y="1462"/>
                    </a:lnTo>
                    <a:lnTo>
                      <a:pt x="1442" y="1486"/>
                    </a:lnTo>
                    <a:lnTo>
                      <a:pt x="1468" y="1508"/>
                    </a:lnTo>
                    <a:lnTo>
                      <a:pt x="1494" y="1526"/>
                    </a:lnTo>
                    <a:lnTo>
                      <a:pt x="1518" y="1544"/>
                    </a:lnTo>
                    <a:lnTo>
                      <a:pt x="1562" y="1570"/>
                    </a:lnTo>
                    <a:lnTo>
                      <a:pt x="1598" y="1588"/>
                    </a:lnTo>
                    <a:lnTo>
                      <a:pt x="1628" y="1600"/>
                    </a:lnTo>
                    <a:lnTo>
                      <a:pt x="1652" y="1608"/>
                    </a:lnTo>
                    <a:lnTo>
                      <a:pt x="1652" y="1434"/>
                    </a:lnTo>
                    <a:lnTo>
                      <a:pt x="1652" y="1434"/>
                    </a:lnTo>
                    <a:lnTo>
                      <a:pt x="1634" y="1422"/>
                    </a:lnTo>
                    <a:lnTo>
                      <a:pt x="1612" y="1406"/>
                    </a:lnTo>
                    <a:lnTo>
                      <a:pt x="1584" y="1384"/>
                    </a:lnTo>
                    <a:lnTo>
                      <a:pt x="1550" y="1354"/>
                    </a:lnTo>
                    <a:lnTo>
                      <a:pt x="1514" y="1316"/>
                    </a:lnTo>
                    <a:lnTo>
                      <a:pt x="1474" y="1270"/>
                    </a:lnTo>
                    <a:lnTo>
                      <a:pt x="1454" y="1244"/>
                    </a:lnTo>
                    <a:lnTo>
                      <a:pt x="1434" y="1214"/>
                    </a:lnTo>
                    <a:lnTo>
                      <a:pt x="1412" y="1184"/>
                    </a:lnTo>
                    <a:lnTo>
                      <a:pt x="1392" y="1150"/>
                    </a:lnTo>
                    <a:lnTo>
                      <a:pt x="1372" y="1114"/>
                    </a:lnTo>
                    <a:lnTo>
                      <a:pt x="1352" y="1076"/>
                    </a:lnTo>
                    <a:lnTo>
                      <a:pt x="1334" y="1036"/>
                    </a:lnTo>
                    <a:lnTo>
                      <a:pt x="1316" y="994"/>
                    </a:lnTo>
                    <a:lnTo>
                      <a:pt x="1298" y="948"/>
                    </a:lnTo>
                    <a:lnTo>
                      <a:pt x="1282" y="900"/>
                    </a:lnTo>
                    <a:lnTo>
                      <a:pt x="1268" y="848"/>
                    </a:lnTo>
                    <a:lnTo>
                      <a:pt x="1254" y="794"/>
                    </a:lnTo>
                    <a:lnTo>
                      <a:pt x="1242" y="738"/>
                    </a:lnTo>
                    <a:lnTo>
                      <a:pt x="1232" y="678"/>
                    </a:lnTo>
                    <a:lnTo>
                      <a:pt x="1224" y="616"/>
                    </a:lnTo>
                    <a:lnTo>
                      <a:pt x="1218" y="550"/>
                    </a:lnTo>
                    <a:lnTo>
                      <a:pt x="1214" y="482"/>
                    </a:lnTo>
                    <a:lnTo>
                      <a:pt x="1212" y="410"/>
                    </a:lnTo>
                    <a:lnTo>
                      <a:pt x="1212" y="4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43" name="Rectangle 70">
                <a:extLst>
                  <a:ext uri="{FF2B5EF4-FFF2-40B4-BE49-F238E27FC236}">
                    <a16:creationId xmlns:a16="http://schemas.microsoft.com/office/drawing/2014/main" id="{09E44059-DFC0-CF6D-E90C-4F330EE52F31}"/>
                  </a:ext>
                </a:extLst>
              </p:cNvPr>
              <p:cNvSpPr>
                <a:spLocks noChangeArrowheads="1"/>
              </p:cNvSpPr>
              <p:nvPr/>
            </p:nvSpPr>
            <p:spPr bwMode="auto">
              <a:xfrm>
                <a:off x="17941925" y="2511425"/>
                <a:ext cx="520700" cy="257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44" name="Freeform 71">
                <a:extLst>
                  <a:ext uri="{FF2B5EF4-FFF2-40B4-BE49-F238E27FC236}">
                    <a16:creationId xmlns:a16="http://schemas.microsoft.com/office/drawing/2014/main" id="{412E340C-DD1B-5CA7-C9D3-9FC9E70BF439}"/>
                  </a:ext>
                </a:extLst>
              </p:cNvPr>
              <p:cNvSpPr>
                <a:spLocks noEditPoints="1"/>
              </p:cNvSpPr>
              <p:nvPr/>
            </p:nvSpPr>
            <p:spPr bwMode="auto">
              <a:xfrm>
                <a:off x="10785475" y="2508250"/>
                <a:ext cx="1901825" cy="2124075"/>
              </a:xfrm>
              <a:custGeom>
                <a:avLst/>
                <a:gdLst>
                  <a:gd name="T0" fmla="*/ 958 w 1198"/>
                  <a:gd name="T1" fmla="*/ 158 h 1338"/>
                  <a:gd name="T2" fmla="*/ 1090 w 1198"/>
                  <a:gd name="T3" fmla="*/ 0 h 1338"/>
                  <a:gd name="T4" fmla="*/ 876 w 1198"/>
                  <a:gd name="T5" fmla="*/ 0 h 1338"/>
                  <a:gd name="T6" fmla="*/ 744 w 1198"/>
                  <a:gd name="T7" fmla="*/ 158 h 1338"/>
                  <a:gd name="T8" fmla="*/ 528 w 1198"/>
                  <a:gd name="T9" fmla="*/ 158 h 1338"/>
                  <a:gd name="T10" fmla="*/ 334 w 1198"/>
                  <a:gd name="T11" fmla="*/ 0 h 1338"/>
                  <a:gd name="T12" fmla="*/ 120 w 1198"/>
                  <a:gd name="T13" fmla="*/ 0 h 1338"/>
                  <a:gd name="T14" fmla="*/ 278 w 1198"/>
                  <a:gd name="T15" fmla="*/ 158 h 1338"/>
                  <a:gd name="T16" fmla="*/ 0 w 1198"/>
                  <a:gd name="T17" fmla="*/ 158 h 1338"/>
                  <a:gd name="T18" fmla="*/ 0 w 1198"/>
                  <a:gd name="T19" fmla="*/ 320 h 1338"/>
                  <a:gd name="T20" fmla="*/ 392 w 1198"/>
                  <a:gd name="T21" fmla="*/ 320 h 1338"/>
                  <a:gd name="T22" fmla="*/ 304 w 1198"/>
                  <a:gd name="T23" fmla="*/ 410 h 1338"/>
                  <a:gd name="T24" fmla="*/ 46 w 1198"/>
                  <a:gd name="T25" fmla="*/ 410 h 1338"/>
                  <a:gd name="T26" fmla="*/ 46 w 1198"/>
                  <a:gd name="T27" fmla="*/ 1338 h 1338"/>
                  <a:gd name="T28" fmla="*/ 1152 w 1198"/>
                  <a:gd name="T29" fmla="*/ 1338 h 1338"/>
                  <a:gd name="T30" fmla="*/ 1152 w 1198"/>
                  <a:gd name="T31" fmla="*/ 410 h 1338"/>
                  <a:gd name="T32" fmla="*/ 542 w 1198"/>
                  <a:gd name="T33" fmla="*/ 410 h 1338"/>
                  <a:gd name="T34" fmla="*/ 632 w 1198"/>
                  <a:gd name="T35" fmla="*/ 320 h 1338"/>
                  <a:gd name="T36" fmla="*/ 1198 w 1198"/>
                  <a:gd name="T37" fmla="*/ 320 h 1338"/>
                  <a:gd name="T38" fmla="*/ 1198 w 1198"/>
                  <a:gd name="T39" fmla="*/ 158 h 1338"/>
                  <a:gd name="T40" fmla="*/ 958 w 1198"/>
                  <a:gd name="T41" fmla="*/ 158 h 1338"/>
                  <a:gd name="T42" fmla="*/ 968 w 1198"/>
                  <a:gd name="T43" fmla="*/ 920 h 1338"/>
                  <a:gd name="T44" fmla="*/ 230 w 1198"/>
                  <a:gd name="T45" fmla="*/ 920 h 1338"/>
                  <a:gd name="T46" fmla="*/ 230 w 1198"/>
                  <a:gd name="T47" fmla="*/ 826 h 1338"/>
                  <a:gd name="T48" fmla="*/ 968 w 1198"/>
                  <a:gd name="T49" fmla="*/ 826 h 1338"/>
                  <a:gd name="T50" fmla="*/ 968 w 1198"/>
                  <a:gd name="T51" fmla="*/ 920 h 1338"/>
                  <a:gd name="T52" fmla="*/ 230 w 1198"/>
                  <a:gd name="T53" fmla="*/ 1176 h 1338"/>
                  <a:gd name="T54" fmla="*/ 230 w 1198"/>
                  <a:gd name="T55" fmla="*/ 1082 h 1338"/>
                  <a:gd name="T56" fmla="*/ 968 w 1198"/>
                  <a:gd name="T57" fmla="*/ 1082 h 1338"/>
                  <a:gd name="T58" fmla="*/ 968 w 1198"/>
                  <a:gd name="T59" fmla="*/ 1176 h 1338"/>
                  <a:gd name="T60" fmla="*/ 230 w 1198"/>
                  <a:gd name="T61" fmla="*/ 1176 h 1338"/>
                  <a:gd name="T62" fmla="*/ 968 w 1198"/>
                  <a:gd name="T63" fmla="*/ 664 h 1338"/>
                  <a:gd name="T64" fmla="*/ 230 w 1198"/>
                  <a:gd name="T65" fmla="*/ 664 h 1338"/>
                  <a:gd name="T66" fmla="*/ 230 w 1198"/>
                  <a:gd name="T67" fmla="*/ 570 h 1338"/>
                  <a:gd name="T68" fmla="*/ 968 w 1198"/>
                  <a:gd name="T69" fmla="*/ 570 h 1338"/>
                  <a:gd name="T70" fmla="*/ 968 w 1198"/>
                  <a:gd name="T71" fmla="*/ 664 h 1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98" h="1338">
                    <a:moveTo>
                      <a:pt x="958" y="158"/>
                    </a:moveTo>
                    <a:lnTo>
                      <a:pt x="1090" y="0"/>
                    </a:lnTo>
                    <a:lnTo>
                      <a:pt x="876" y="0"/>
                    </a:lnTo>
                    <a:lnTo>
                      <a:pt x="744" y="158"/>
                    </a:lnTo>
                    <a:lnTo>
                      <a:pt x="528" y="158"/>
                    </a:lnTo>
                    <a:lnTo>
                      <a:pt x="334" y="0"/>
                    </a:lnTo>
                    <a:lnTo>
                      <a:pt x="120" y="0"/>
                    </a:lnTo>
                    <a:lnTo>
                      <a:pt x="278" y="158"/>
                    </a:lnTo>
                    <a:lnTo>
                      <a:pt x="0" y="158"/>
                    </a:lnTo>
                    <a:lnTo>
                      <a:pt x="0" y="320"/>
                    </a:lnTo>
                    <a:lnTo>
                      <a:pt x="392" y="320"/>
                    </a:lnTo>
                    <a:lnTo>
                      <a:pt x="304" y="410"/>
                    </a:lnTo>
                    <a:lnTo>
                      <a:pt x="46" y="410"/>
                    </a:lnTo>
                    <a:lnTo>
                      <a:pt x="46" y="1338"/>
                    </a:lnTo>
                    <a:lnTo>
                      <a:pt x="1152" y="1338"/>
                    </a:lnTo>
                    <a:lnTo>
                      <a:pt x="1152" y="410"/>
                    </a:lnTo>
                    <a:lnTo>
                      <a:pt x="542" y="410"/>
                    </a:lnTo>
                    <a:lnTo>
                      <a:pt x="632" y="320"/>
                    </a:lnTo>
                    <a:lnTo>
                      <a:pt x="1198" y="320"/>
                    </a:lnTo>
                    <a:lnTo>
                      <a:pt x="1198" y="158"/>
                    </a:lnTo>
                    <a:lnTo>
                      <a:pt x="958" y="158"/>
                    </a:lnTo>
                    <a:close/>
                    <a:moveTo>
                      <a:pt x="968" y="920"/>
                    </a:moveTo>
                    <a:lnTo>
                      <a:pt x="230" y="920"/>
                    </a:lnTo>
                    <a:lnTo>
                      <a:pt x="230" y="826"/>
                    </a:lnTo>
                    <a:lnTo>
                      <a:pt x="968" y="826"/>
                    </a:lnTo>
                    <a:lnTo>
                      <a:pt x="968" y="920"/>
                    </a:lnTo>
                    <a:close/>
                    <a:moveTo>
                      <a:pt x="230" y="1176"/>
                    </a:moveTo>
                    <a:lnTo>
                      <a:pt x="230" y="1082"/>
                    </a:lnTo>
                    <a:lnTo>
                      <a:pt x="968" y="1082"/>
                    </a:lnTo>
                    <a:lnTo>
                      <a:pt x="968" y="1176"/>
                    </a:lnTo>
                    <a:lnTo>
                      <a:pt x="230" y="1176"/>
                    </a:lnTo>
                    <a:close/>
                    <a:moveTo>
                      <a:pt x="968" y="664"/>
                    </a:moveTo>
                    <a:lnTo>
                      <a:pt x="230" y="664"/>
                    </a:lnTo>
                    <a:lnTo>
                      <a:pt x="230" y="570"/>
                    </a:lnTo>
                    <a:lnTo>
                      <a:pt x="968" y="570"/>
                    </a:lnTo>
                    <a:lnTo>
                      <a:pt x="968" y="6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45" name="Freeform 72">
                <a:extLst>
                  <a:ext uri="{FF2B5EF4-FFF2-40B4-BE49-F238E27FC236}">
                    <a16:creationId xmlns:a16="http://schemas.microsoft.com/office/drawing/2014/main" id="{980131C8-2CA4-FB22-D613-2B6E24DB8507}"/>
                  </a:ext>
                </a:extLst>
              </p:cNvPr>
              <p:cNvSpPr>
                <a:spLocks/>
              </p:cNvSpPr>
              <p:nvPr/>
            </p:nvSpPr>
            <p:spPr bwMode="auto">
              <a:xfrm>
                <a:off x="10023475" y="3349625"/>
                <a:ext cx="2663825" cy="1749425"/>
              </a:xfrm>
              <a:custGeom>
                <a:avLst/>
                <a:gdLst>
                  <a:gd name="T0" fmla="*/ 422 w 1678"/>
                  <a:gd name="T1" fmla="*/ 784 h 1102"/>
                  <a:gd name="T2" fmla="*/ 422 w 1678"/>
                  <a:gd name="T3" fmla="*/ 0 h 1102"/>
                  <a:gd name="T4" fmla="*/ 0 w 1678"/>
                  <a:gd name="T5" fmla="*/ 0 h 1102"/>
                  <a:gd name="T6" fmla="*/ 0 w 1678"/>
                  <a:gd name="T7" fmla="*/ 162 h 1102"/>
                  <a:gd name="T8" fmla="*/ 242 w 1678"/>
                  <a:gd name="T9" fmla="*/ 162 h 1102"/>
                  <a:gd name="T10" fmla="*/ 242 w 1678"/>
                  <a:gd name="T11" fmla="*/ 648 h 1102"/>
                  <a:gd name="T12" fmla="*/ 242 w 1678"/>
                  <a:gd name="T13" fmla="*/ 648 h 1102"/>
                  <a:gd name="T14" fmla="*/ 242 w 1678"/>
                  <a:gd name="T15" fmla="*/ 662 h 1102"/>
                  <a:gd name="T16" fmla="*/ 240 w 1678"/>
                  <a:gd name="T17" fmla="*/ 676 h 1102"/>
                  <a:gd name="T18" fmla="*/ 232 w 1678"/>
                  <a:gd name="T19" fmla="*/ 704 h 1102"/>
                  <a:gd name="T20" fmla="*/ 220 w 1678"/>
                  <a:gd name="T21" fmla="*/ 732 h 1102"/>
                  <a:gd name="T22" fmla="*/ 204 w 1678"/>
                  <a:gd name="T23" fmla="*/ 758 h 1102"/>
                  <a:gd name="T24" fmla="*/ 186 w 1678"/>
                  <a:gd name="T25" fmla="*/ 784 h 1102"/>
                  <a:gd name="T26" fmla="*/ 166 w 1678"/>
                  <a:gd name="T27" fmla="*/ 808 h 1102"/>
                  <a:gd name="T28" fmla="*/ 144 w 1678"/>
                  <a:gd name="T29" fmla="*/ 830 h 1102"/>
                  <a:gd name="T30" fmla="*/ 120 w 1678"/>
                  <a:gd name="T31" fmla="*/ 852 h 1102"/>
                  <a:gd name="T32" fmla="*/ 76 w 1678"/>
                  <a:gd name="T33" fmla="*/ 888 h 1102"/>
                  <a:gd name="T34" fmla="*/ 38 w 1678"/>
                  <a:gd name="T35" fmla="*/ 916 h 1102"/>
                  <a:gd name="T36" fmla="*/ 0 w 1678"/>
                  <a:gd name="T37" fmla="*/ 942 h 1102"/>
                  <a:gd name="T38" fmla="*/ 0 w 1678"/>
                  <a:gd name="T39" fmla="*/ 1102 h 1102"/>
                  <a:gd name="T40" fmla="*/ 0 w 1678"/>
                  <a:gd name="T41" fmla="*/ 1102 h 1102"/>
                  <a:gd name="T42" fmla="*/ 6 w 1678"/>
                  <a:gd name="T43" fmla="*/ 1102 h 1102"/>
                  <a:gd name="T44" fmla="*/ 28 w 1678"/>
                  <a:gd name="T45" fmla="*/ 1098 h 1102"/>
                  <a:gd name="T46" fmla="*/ 58 w 1678"/>
                  <a:gd name="T47" fmla="*/ 1090 h 1102"/>
                  <a:gd name="T48" fmla="*/ 98 w 1678"/>
                  <a:gd name="T49" fmla="*/ 1074 h 1102"/>
                  <a:gd name="T50" fmla="*/ 118 w 1678"/>
                  <a:gd name="T51" fmla="*/ 1064 h 1102"/>
                  <a:gd name="T52" fmla="*/ 142 w 1678"/>
                  <a:gd name="T53" fmla="*/ 1050 h 1102"/>
                  <a:gd name="T54" fmla="*/ 166 w 1678"/>
                  <a:gd name="T55" fmla="*/ 1036 h 1102"/>
                  <a:gd name="T56" fmla="*/ 190 w 1678"/>
                  <a:gd name="T57" fmla="*/ 1018 h 1102"/>
                  <a:gd name="T58" fmla="*/ 214 w 1678"/>
                  <a:gd name="T59" fmla="*/ 998 h 1102"/>
                  <a:gd name="T60" fmla="*/ 238 w 1678"/>
                  <a:gd name="T61" fmla="*/ 974 h 1102"/>
                  <a:gd name="T62" fmla="*/ 262 w 1678"/>
                  <a:gd name="T63" fmla="*/ 946 h 1102"/>
                  <a:gd name="T64" fmla="*/ 286 w 1678"/>
                  <a:gd name="T65" fmla="*/ 916 h 1102"/>
                  <a:gd name="T66" fmla="*/ 286 w 1678"/>
                  <a:gd name="T67" fmla="*/ 916 h 1102"/>
                  <a:gd name="T68" fmla="*/ 298 w 1678"/>
                  <a:gd name="T69" fmla="*/ 940 h 1102"/>
                  <a:gd name="T70" fmla="*/ 314 w 1678"/>
                  <a:gd name="T71" fmla="*/ 966 h 1102"/>
                  <a:gd name="T72" fmla="*/ 334 w 1678"/>
                  <a:gd name="T73" fmla="*/ 996 h 1102"/>
                  <a:gd name="T74" fmla="*/ 348 w 1678"/>
                  <a:gd name="T75" fmla="*/ 1012 h 1102"/>
                  <a:gd name="T76" fmla="*/ 362 w 1678"/>
                  <a:gd name="T77" fmla="*/ 1026 h 1102"/>
                  <a:gd name="T78" fmla="*/ 380 w 1678"/>
                  <a:gd name="T79" fmla="*/ 1040 h 1102"/>
                  <a:gd name="T80" fmla="*/ 398 w 1678"/>
                  <a:gd name="T81" fmla="*/ 1052 h 1102"/>
                  <a:gd name="T82" fmla="*/ 416 w 1678"/>
                  <a:gd name="T83" fmla="*/ 1062 h 1102"/>
                  <a:gd name="T84" fmla="*/ 438 w 1678"/>
                  <a:gd name="T85" fmla="*/ 1070 h 1102"/>
                  <a:gd name="T86" fmla="*/ 462 w 1678"/>
                  <a:gd name="T87" fmla="*/ 1076 h 1102"/>
                  <a:gd name="T88" fmla="*/ 486 w 1678"/>
                  <a:gd name="T89" fmla="*/ 1078 h 1102"/>
                  <a:gd name="T90" fmla="*/ 1678 w 1678"/>
                  <a:gd name="T91" fmla="*/ 1078 h 1102"/>
                  <a:gd name="T92" fmla="*/ 1678 w 1678"/>
                  <a:gd name="T93" fmla="*/ 916 h 1102"/>
                  <a:gd name="T94" fmla="*/ 546 w 1678"/>
                  <a:gd name="T95" fmla="*/ 916 h 1102"/>
                  <a:gd name="T96" fmla="*/ 546 w 1678"/>
                  <a:gd name="T97" fmla="*/ 916 h 1102"/>
                  <a:gd name="T98" fmla="*/ 524 w 1678"/>
                  <a:gd name="T99" fmla="*/ 914 h 1102"/>
                  <a:gd name="T100" fmla="*/ 506 w 1678"/>
                  <a:gd name="T101" fmla="*/ 910 h 1102"/>
                  <a:gd name="T102" fmla="*/ 488 w 1678"/>
                  <a:gd name="T103" fmla="*/ 904 h 1102"/>
                  <a:gd name="T104" fmla="*/ 474 w 1678"/>
                  <a:gd name="T105" fmla="*/ 896 h 1102"/>
                  <a:gd name="T106" fmla="*/ 462 w 1678"/>
                  <a:gd name="T107" fmla="*/ 886 h 1102"/>
                  <a:gd name="T108" fmla="*/ 452 w 1678"/>
                  <a:gd name="T109" fmla="*/ 874 h 1102"/>
                  <a:gd name="T110" fmla="*/ 444 w 1678"/>
                  <a:gd name="T111" fmla="*/ 862 h 1102"/>
                  <a:gd name="T112" fmla="*/ 438 w 1678"/>
                  <a:gd name="T113" fmla="*/ 850 h 1102"/>
                  <a:gd name="T114" fmla="*/ 428 w 1678"/>
                  <a:gd name="T115" fmla="*/ 826 h 1102"/>
                  <a:gd name="T116" fmla="*/ 424 w 1678"/>
                  <a:gd name="T117" fmla="*/ 806 h 1102"/>
                  <a:gd name="T118" fmla="*/ 422 w 1678"/>
                  <a:gd name="T119" fmla="*/ 784 h 1102"/>
                  <a:gd name="T120" fmla="*/ 422 w 1678"/>
                  <a:gd name="T121" fmla="*/ 784 h 1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678" h="1102">
                    <a:moveTo>
                      <a:pt x="422" y="784"/>
                    </a:moveTo>
                    <a:lnTo>
                      <a:pt x="422" y="0"/>
                    </a:lnTo>
                    <a:lnTo>
                      <a:pt x="0" y="0"/>
                    </a:lnTo>
                    <a:lnTo>
                      <a:pt x="0" y="162"/>
                    </a:lnTo>
                    <a:lnTo>
                      <a:pt x="242" y="162"/>
                    </a:lnTo>
                    <a:lnTo>
                      <a:pt x="242" y="648"/>
                    </a:lnTo>
                    <a:lnTo>
                      <a:pt x="242" y="648"/>
                    </a:lnTo>
                    <a:lnTo>
                      <a:pt x="242" y="662"/>
                    </a:lnTo>
                    <a:lnTo>
                      <a:pt x="240" y="676"/>
                    </a:lnTo>
                    <a:lnTo>
                      <a:pt x="232" y="704"/>
                    </a:lnTo>
                    <a:lnTo>
                      <a:pt x="220" y="732"/>
                    </a:lnTo>
                    <a:lnTo>
                      <a:pt x="204" y="758"/>
                    </a:lnTo>
                    <a:lnTo>
                      <a:pt x="186" y="784"/>
                    </a:lnTo>
                    <a:lnTo>
                      <a:pt x="166" y="808"/>
                    </a:lnTo>
                    <a:lnTo>
                      <a:pt x="144" y="830"/>
                    </a:lnTo>
                    <a:lnTo>
                      <a:pt x="120" y="852"/>
                    </a:lnTo>
                    <a:lnTo>
                      <a:pt x="76" y="888"/>
                    </a:lnTo>
                    <a:lnTo>
                      <a:pt x="38" y="916"/>
                    </a:lnTo>
                    <a:lnTo>
                      <a:pt x="0" y="942"/>
                    </a:lnTo>
                    <a:lnTo>
                      <a:pt x="0" y="1102"/>
                    </a:lnTo>
                    <a:lnTo>
                      <a:pt x="0" y="1102"/>
                    </a:lnTo>
                    <a:lnTo>
                      <a:pt x="6" y="1102"/>
                    </a:lnTo>
                    <a:lnTo>
                      <a:pt x="28" y="1098"/>
                    </a:lnTo>
                    <a:lnTo>
                      <a:pt x="58" y="1090"/>
                    </a:lnTo>
                    <a:lnTo>
                      <a:pt x="98" y="1074"/>
                    </a:lnTo>
                    <a:lnTo>
                      <a:pt x="118" y="1064"/>
                    </a:lnTo>
                    <a:lnTo>
                      <a:pt x="142" y="1050"/>
                    </a:lnTo>
                    <a:lnTo>
                      <a:pt x="166" y="1036"/>
                    </a:lnTo>
                    <a:lnTo>
                      <a:pt x="190" y="1018"/>
                    </a:lnTo>
                    <a:lnTo>
                      <a:pt x="214" y="998"/>
                    </a:lnTo>
                    <a:lnTo>
                      <a:pt x="238" y="974"/>
                    </a:lnTo>
                    <a:lnTo>
                      <a:pt x="262" y="946"/>
                    </a:lnTo>
                    <a:lnTo>
                      <a:pt x="286" y="916"/>
                    </a:lnTo>
                    <a:lnTo>
                      <a:pt x="286" y="916"/>
                    </a:lnTo>
                    <a:lnTo>
                      <a:pt x="298" y="940"/>
                    </a:lnTo>
                    <a:lnTo>
                      <a:pt x="314" y="966"/>
                    </a:lnTo>
                    <a:lnTo>
                      <a:pt x="334" y="996"/>
                    </a:lnTo>
                    <a:lnTo>
                      <a:pt x="348" y="1012"/>
                    </a:lnTo>
                    <a:lnTo>
                      <a:pt x="362" y="1026"/>
                    </a:lnTo>
                    <a:lnTo>
                      <a:pt x="380" y="1040"/>
                    </a:lnTo>
                    <a:lnTo>
                      <a:pt x="398" y="1052"/>
                    </a:lnTo>
                    <a:lnTo>
                      <a:pt x="416" y="1062"/>
                    </a:lnTo>
                    <a:lnTo>
                      <a:pt x="438" y="1070"/>
                    </a:lnTo>
                    <a:lnTo>
                      <a:pt x="462" y="1076"/>
                    </a:lnTo>
                    <a:lnTo>
                      <a:pt x="486" y="1078"/>
                    </a:lnTo>
                    <a:lnTo>
                      <a:pt x="1678" y="1078"/>
                    </a:lnTo>
                    <a:lnTo>
                      <a:pt x="1678" y="916"/>
                    </a:lnTo>
                    <a:lnTo>
                      <a:pt x="546" y="916"/>
                    </a:lnTo>
                    <a:lnTo>
                      <a:pt x="546" y="916"/>
                    </a:lnTo>
                    <a:lnTo>
                      <a:pt x="524" y="914"/>
                    </a:lnTo>
                    <a:lnTo>
                      <a:pt x="506" y="910"/>
                    </a:lnTo>
                    <a:lnTo>
                      <a:pt x="488" y="904"/>
                    </a:lnTo>
                    <a:lnTo>
                      <a:pt x="474" y="896"/>
                    </a:lnTo>
                    <a:lnTo>
                      <a:pt x="462" y="886"/>
                    </a:lnTo>
                    <a:lnTo>
                      <a:pt x="452" y="874"/>
                    </a:lnTo>
                    <a:lnTo>
                      <a:pt x="444" y="862"/>
                    </a:lnTo>
                    <a:lnTo>
                      <a:pt x="438" y="850"/>
                    </a:lnTo>
                    <a:lnTo>
                      <a:pt x="428" y="826"/>
                    </a:lnTo>
                    <a:lnTo>
                      <a:pt x="424" y="806"/>
                    </a:lnTo>
                    <a:lnTo>
                      <a:pt x="422" y="784"/>
                    </a:lnTo>
                    <a:lnTo>
                      <a:pt x="422" y="7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46" name="Freeform 73">
                <a:extLst>
                  <a:ext uri="{FF2B5EF4-FFF2-40B4-BE49-F238E27FC236}">
                    <a16:creationId xmlns:a16="http://schemas.microsoft.com/office/drawing/2014/main" id="{9EFE7FE1-A9E4-6816-72FD-A60967D87F28}"/>
                  </a:ext>
                </a:extLst>
              </p:cNvPr>
              <p:cNvSpPr>
                <a:spLocks/>
              </p:cNvSpPr>
              <p:nvPr/>
            </p:nvSpPr>
            <p:spPr bwMode="auto">
              <a:xfrm>
                <a:off x="10023475" y="2508250"/>
                <a:ext cx="669925" cy="558800"/>
              </a:xfrm>
              <a:custGeom>
                <a:avLst/>
                <a:gdLst>
                  <a:gd name="T0" fmla="*/ 422 w 422"/>
                  <a:gd name="T1" fmla="*/ 176 h 352"/>
                  <a:gd name="T2" fmla="*/ 0 w 422"/>
                  <a:gd name="T3" fmla="*/ 0 h 352"/>
                  <a:gd name="T4" fmla="*/ 0 w 422"/>
                  <a:gd name="T5" fmla="*/ 176 h 352"/>
                  <a:gd name="T6" fmla="*/ 422 w 422"/>
                  <a:gd name="T7" fmla="*/ 352 h 352"/>
                  <a:gd name="T8" fmla="*/ 422 w 422"/>
                  <a:gd name="T9" fmla="*/ 176 h 352"/>
                </a:gdLst>
                <a:ahLst/>
                <a:cxnLst>
                  <a:cxn ang="0">
                    <a:pos x="T0" y="T1"/>
                  </a:cxn>
                  <a:cxn ang="0">
                    <a:pos x="T2" y="T3"/>
                  </a:cxn>
                  <a:cxn ang="0">
                    <a:pos x="T4" y="T5"/>
                  </a:cxn>
                  <a:cxn ang="0">
                    <a:pos x="T6" y="T7"/>
                  </a:cxn>
                  <a:cxn ang="0">
                    <a:pos x="T8" y="T9"/>
                  </a:cxn>
                </a:cxnLst>
                <a:rect l="0" t="0" r="r" b="b"/>
                <a:pathLst>
                  <a:path w="422" h="352">
                    <a:moveTo>
                      <a:pt x="422" y="176"/>
                    </a:moveTo>
                    <a:lnTo>
                      <a:pt x="0" y="0"/>
                    </a:lnTo>
                    <a:lnTo>
                      <a:pt x="0" y="176"/>
                    </a:lnTo>
                    <a:lnTo>
                      <a:pt x="422" y="352"/>
                    </a:lnTo>
                    <a:lnTo>
                      <a:pt x="422" y="1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47" name="Freeform 74">
                <a:extLst>
                  <a:ext uri="{FF2B5EF4-FFF2-40B4-BE49-F238E27FC236}">
                    <a16:creationId xmlns:a16="http://schemas.microsoft.com/office/drawing/2014/main" id="{1896C02E-D991-118E-9408-06CAA7F26E86}"/>
                  </a:ext>
                </a:extLst>
              </p:cNvPr>
              <p:cNvSpPr>
                <a:spLocks noEditPoints="1"/>
              </p:cNvSpPr>
              <p:nvPr/>
            </p:nvSpPr>
            <p:spPr bwMode="auto">
              <a:xfrm>
                <a:off x="7054850" y="2419350"/>
                <a:ext cx="1266825" cy="2641600"/>
              </a:xfrm>
              <a:custGeom>
                <a:avLst/>
                <a:gdLst>
                  <a:gd name="T0" fmla="*/ 724 w 798"/>
                  <a:gd name="T1" fmla="*/ 700 h 1664"/>
                  <a:gd name="T2" fmla="*/ 724 w 798"/>
                  <a:gd name="T3" fmla="*/ 556 h 1664"/>
                  <a:gd name="T4" fmla="*/ 776 w 798"/>
                  <a:gd name="T5" fmla="*/ 578 h 1664"/>
                  <a:gd name="T6" fmla="*/ 794 w 798"/>
                  <a:gd name="T7" fmla="*/ 422 h 1664"/>
                  <a:gd name="T8" fmla="*/ 750 w 798"/>
                  <a:gd name="T9" fmla="*/ 380 h 1664"/>
                  <a:gd name="T10" fmla="*/ 672 w 798"/>
                  <a:gd name="T11" fmla="*/ 296 h 1664"/>
                  <a:gd name="T12" fmla="*/ 610 w 798"/>
                  <a:gd name="T13" fmla="*/ 220 h 1664"/>
                  <a:gd name="T14" fmla="*/ 564 w 798"/>
                  <a:gd name="T15" fmla="*/ 154 h 1664"/>
                  <a:gd name="T16" fmla="*/ 518 w 798"/>
                  <a:gd name="T17" fmla="*/ 72 h 1664"/>
                  <a:gd name="T18" fmla="*/ 492 w 798"/>
                  <a:gd name="T19" fmla="*/ 8 h 1664"/>
                  <a:gd name="T20" fmla="*/ 304 w 798"/>
                  <a:gd name="T21" fmla="*/ 0 h 1664"/>
                  <a:gd name="T22" fmla="*/ 302 w 798"/>
                  <a:gd name="T23" fmla="*/ 8 h 1664"/>
                  <a:gd name="T24" fmla="*/ 276 w 798"/>
                  <a:gd name="T25" fmla="*/ 72 h 1664"/>
                  <a:gd name="T26" fmla="*/ 230 w 798"/>
                  <a:gd name="T27" fmla="*/ 154 h 1664"/>
                  <a:gd name="T28" fmla="*/ 182 w 798"/>
                  <a:gd name="T29" fmla="*/ 220 h 1664"/>
                  <a:gd name="T30" fmla="*/ 122 w 798"/>
                  <a:gd name="T31" fmla="*/ 296 h 1664"/>
                  <a:gd name="T32" fmla="*/ 44 w 798"/>
                  <a:gd name="T33" fmla="*/ 380 h 1664"/>
                  <a:gd name="T34" fmla="*/ 0 w 798"/>
                  <a:gd name="T35" fmla="*/ 584 h 1664"/>
                  <a:gd name="T36" fmla="*/ 18 w 798"/>
                  <a:gd name="T37" fmla="*/ 578 h 1664"/>
                  <a:gd name="T38" fmla="*/ 74 w 798"/>
                  <a:gd name="T39" fmla="*/ 556 h 1664"/>
                  <a:gd name="T40" fmla="*/ 308 w 798"/>
                  <a:gd name="T41" fmla="*/ 700 h 1664"/>
                  <a:gd name="T42" fmla="*/ 0 w 798"/>
                  <a:gd name="T43" fmla="*/ 870 h 1664"/>
                  <a:gd name="T44" fmla="*/ 308 w 798"/>
                  <a:gd name="T45" fmla="*/ 1032 h 1664"/>
                  <a:gd name="T46" fmla="*/ 2 w 798"/>
                  <a:gd name="T47" fmla="*/ 1502 h 1664"/>
                  <a:gd name="T48" fmla="*/ 794 w 798"/>
                  <a:gd name="T49" fmla="*/ 1664 h 1664"/>
                  <a:gd name="T50" fmla="*/ 488 w 798"/>
                  <a:gd name="T51" fmla="*/ 1502 h 1664"/>
                  <a:gd name="T52" fmla="*/ 798 w 798"/>
                  <a:gd name="T53" fmla="*/ 1032 h 1664"/>
                  <a:gd name="T54" fmla="*/ 488 w 798"/>
                  <a:gd name="T55" fmla="*/ 870 h 1664"/>
                  <a:gd name="T56" fmla="*/ 396 w 798"/>
                  <a:gd name="T57" fmla="*/ 212 h 1664"/>
                  <a:gd name="T58" fmla="*/ 440 w 798"/>
                  <a:gd name="T59" fmla="*/ 278 h 1664"/>
                  <a:gd name="T60" fmla="*/ 520 w 798"/>
                  <a:gd name="T61" fmla="*/ 386 h 1664"/>
                  <a:gd name="T62" fmla="*/ 596 w 798"/>
                  <a:gd name="T63" fmla="*/ 464 h 1664"/>
                  <a:gd name="T64" fmla="*/ 662 w 798"/>
                  <a:gd name="T65" fmla="*/ 520 h 1664"/>
                  <a:gd name="T66" fmla="*/ 102 w 798"/>
                  <a:gd name="T67" fmla="*/ 538 h 1664"/>
                  <a:gd name="T68" fmla="*/ 130 w 798"/>
                  <a:gd name="T69" fmla="*/ 520 h 1664"/>
                  <a:gd name="T70" fmla="*/ 198 w 798"/>
                  <a:gd name="T71" fmla="*/ 464 h 1664"/>
                  <a:gd name="T72" fmla="*/ 272 w 798"/>
                  <a:gd name="T73" fmla="*/ 386 h 1664"/>
                  <a:gd name="T74" fmla="*/ 354 w 798"/>
                  <a:gd name="T75" fmla="*/ 278 h 1664"/>
                  <a:gd name="T76" fmla="*/ 396 w 798"/>
                  <a:gd name="T77" fmla="*/ 212 h 1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98" h="1664">
                    <a:moveTo>
                      <a:pt x="488" y="700"/>
                    </a:moveTo>
                    <a:lnTo>
                      <a:pt x="724" y="700"/>
                    </a:lnTo>
                    <a:lnTo>
                      <a:pt x="724" y="556"/>
                    </a:lnTo>
                    <a:lnTo>
                      <a:pt x="724" y="556"/>
                    </a:lnTo>
                    <a:lnTo>
                      <a:pt x="754" y="570"/>
                    </a:lnTo>
                    <a:lnTo>
                      <a:pt x="776" y="578"/>
                    </a:lnTo>
                    <a:lnTo>
                      <a:pt x="794" y="584"/>
                    </a:lnTo>
                    <a:lnTo>
                      <a:pt x="794" y="422"/>
                    </a:lnTo>
                    <a:lnTo>
                      <a:pt x="794" y="422"/>
                    </a:lnTo>
                    <a:lnTo>
                      <a:pt x="750" y="380"/>
                    </a:lnTo>
                    <a:lnTo>
                      <a:pt x="708" y="338"/>
                    </a:lnTo>
                    <a:lnTo>
                      <a:pt x="672" y="296"/>
                    </a:lnTo>
                    <a:lnTo>
                      <a:pt x="640" y="258"/>
                    </a:lnTo>
                    <a:lnTo>
                      <a:pt x="610" y="220"/>
                    </a:lnTo>
                    <a:lnTo>
                      <a:pt x="586" y="186"/>
                    </a:lnTo>
                    <a:lnTo>
                      <a:pt x="564" y="154"/>
                    </a:lnTo>
                    <a:lnTo>
                      <a:pt x="546" y="124"/>
                    </a:lnTo>
                    <a:lnTo>
                      <a:pt x="518" y="72"/>
                    </a:lnTo>
                    <a:lnTo>
                      <a:pt x="500" y="34"/>
                    </a:lnTo>
                    <a:lnTo>
                      <a:pt x="492" y="8"/>
                    </a:lnTo>
                    <a:lnTo>
                      <a:pt x="488" y="0"/>
                    </a:lnTo>
                    <a:lnTo>
                      <a:pt x="304" y="0"/>
                    </a:lnTo>
                    <a:lnTo>
                      <a:pt x="304" y="0"/>
                    </a:lnTo>
                    <a:lnTo>
                      <a:pt x="302" y="8"/>
                    </a:lnTo>
                    <a:lnTo>
                      <a:pt x="292" y="34"/>
                    </a:lnTo>
                    <a:lnTo>
                      <a:pt x="276" y="72"/>
                    </a:lnTo>
                    <a:lnTo>
                      <a:pt x="248" y="124"/>
                    </a:lnTo>
                    <a:lnTo>
                      <a:pt x="230" y="154"/>
                    </a:lnTo>
                    <a:lnTo>
                      <a:pt x="208" y="186"/>
                    </a:lnTo>
                    <a:lnTo>
                      <a:pt x="182" y="220"/>
                    </a:lnTo>
                    <a:lnTo>
                      <a:pt x="154" y="258"/>
                    </a:lnTo>
                    <a:lnTo>
                      <a:pt x="122" y="296"/>
                    </a:lnTo>
                    <a:lnTo>
                      <a:pt x="86" y="338"/>
                    </a:lnTo>
                    <a:lnTo>
                      <a:pt x="44" y="380"/>
                    </a:lnTo>
                    <a:lnTo>
                      <a:pt x="0" y="422"/>
                    </a:lnTo>
                    <a:lnTo>
                      <a:pt x="0" y="584"/>
                    </a:lnTo>
                    <a:lnTo>
                      <a:pt x="0" y="584"/>
                    </a:lnTo>
                    <a:lnTo>
                      <a:pt x="18" y="578"/>
                    </a:lnTo>
                    <a:lnTo>
                      <a:pt x="42" y="570"/>
                    </a:lnTo>
                    <a:lnTo>
                      <a:pt x="74" y="556"/>
                    </a:lnTo>
                    <a:lnTo>
                      <a:pt x="74" y="700"/>
                    </a:lnTo>
                    <a:lnTo>
                      <a:pt x="308" y="700"/>
                    </a:lnTo>
                    <a:lnTo>
                      <a:pt x="308" y="870"/>
                    </a:lnTo>
                    <a:lnTo>
                      <a:pt x="0" y="870"/>
                    </a:lnTo>
                    <a:lnTo>
                      <a:pt x="0" y="1032"/>
                    </a:lnTo>
                    <a:lnTo>
                      <a:pt x="308" y="1032"/>
                    </a:lnTo>
                    <a:lnTo>
                      <a:pt x="308" y="1502"/>
                    </a:lnTo>
                    <a:lnTo>
                      <a:pt x="2" y="1502"/>
                    </a:lnTo>
                    <a:lnTo>
                      <a:pt x="2" y="1664"/>
                    </a:lnTo>
                    <a:lnTo>
                      <a:pt x="794" y="1664"/>
                    </a:lnTo>
                    <a:lnTo>
                      <a:pt x="794" y="1502"/>
                    </a:lnTo>
                    <a:lnTo>
                      <a:pt x="488" y="1502"/>
                    </a:lnTo>
                    <a:lnTo>
                      <a:pt x="488" y="1032"/>
                    </a:lnTo>
                    <a:lnTo>
                      <a:pt x="798" y="1032"/>
                    </a:lnTo>
                    <a:lnTo>
                      <a:pt x="798" y="870"/>
                    </a:lnTo>
                    <a:lnTo>
                      <a:pt x="488" y="870"/>
                    </a:lnTo>
                    <a:lnTo>
                      <a:pt x="488" y="700"/>
                    </a:lnTo>
                    <a:close/>
                    <a:moveTo>
                      <a:pt x="396" y="212"/>
                    </a:moveTo>
                    <a:lnTo>
                      <a:pt x="396" y="212"/>
                    </a:lnTo>
                    <a:lnTo>
                      <a:pt x="440" y="278"/>
                    </a:lnTo>
                    <a:lnTo>
                      <a:pt x="480" y="334"/>
                    </a:lnTo>
                    <a:lnTo>
                      <a:pt x="520" y="386"/>
                    </a:lnTo>
                    <a:lnTo>
                      <a:pt x="560" y="428"/>
                    </a:lnTo>
                    <a:lnTo>
                      <a:pt x="596" y="464"/>
                    </a:lnTo>
                    <a:lnTo>
                      <a:pt x="630" y="494"/>
                    </a:lnTo>
                    <a:lnTo>
                      <a:pt x="662" y="520"/>
                    </a:lnTo>
                    <a:lnTo>
                      <a:pt x="692" y="538"/>
                    </a:lnTo>
                    <a:lnTo>
                      <a:pt x="102" y="538"/>
                    </a:lnTo>
                    <a:lnTo>
                      <a:pt x="102" y="538"/>
                    </a:lnTo>
                    <a:lnTo>
                      <a:pt x="130" y="520"/>
                    </a:lnTo>
                    <a:lnTo>
                      <a:pt x="162" y="494"/>
                    </a:lnTo>
                    <a:lnTo>
                      <a:pt x="198" y="464"/>
                    </a:lnTo>
                    <a:lnTo>
                      <a:pt x="234" y="428"/>
                    </a:lnTo>
                    <a:lnTo>
                      <a:pt x="272" y="386"/>
                    </a:lnTo>
                    <a:lnTo>
                      <a:pt x="314" y="334"/>
                    </a:lnTo>
                    <a:lnTo>
                      <a:pt x="354" y="278"/>
                    </a:lnTo>
                    <a:lnTo>
                      <a:pt x="396" y="212"/>
                    </a:lnTo>
                    <a:lnTo>
                      <a:pt x="396" y="2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48" name="Freeform 75">
                <a:extLst>
                  <a:ext uri="{FF2B5EF4-FFF2-40B4-BE49-F238E27FC236}">
                    <a16:creationId xmlns:a16="http://schemas.microsoft.com/office/drawing/2014/main" id="{012BB5A7-01DC-A8DD-DB3A-3EA0518F73E7}"/>
                  </a:ext>
                </a:extLst>
              </p:cNvPr>
              <p:cNvSpPr>
                <a:spLocks/>
              </p:cNvSpPr>
              <p:nvPr/>
            </p:nvSpPr>
            <p:spPr bwMode="auto">
              <a:xfrm>
                <a:off x="7146925" y="4137025"/>
                <a:ext cx="276225" cy="581025"/>
              </a:xfrm>
              <a:custGeom>
                <a:avLst/>
                <a:gdLst>
                  <a:gd name="T0" fmla="*/ 138 w 174"/>
                  <a:gd name="T1" fmla="*/ 0 h 366"/>
                  <a:gd name="T2" fmla="*/ 0 w 174"/>
                  <a:gd name="T3" fmla="*/ 0 h 366"/>
                  <a:gd name="T4" fmla="*/ 36 w 174"/>
                  <a:gd name="T5" fmla="*/ 366 h 366"/>
                  <a:gd name="T6" fmla="*/ 174 w 174"/>
                  <a:gd name="T7" fmla="*/ 366 h 366"/>
                  <a:gd name="T8" fmla="*/ 138 w 174"/>
                  <a:gd name="T9" fmla="*/ 0 h 366"/>
                </a:gdLst>
                <a:ahLst/>
                <a:cxnLst>
                  <a:cxn ang="0">
                    <a:pos x="T0" y="T1"/>
                  </a:cxn>
                  <a:cxn ang="0">
                    <a:pos x="T2" y="T3"/>
                  </a:cxn>
                  <a:cxn ang="0">
                    <a:pos x="T4" y="T5"/>
                  </a:cxn>
                  <a:cxn ang="0">
                    <a:pos x="T6" y="T7"/>
                  </a:cxn>
                  <a:cxn ang="0">
                    <a:pos x="T8" y="T9"/>
                  </a:cxn>
                </a:cxnLst>
                <a:rect l="0" t="0" r="r" b="b"/>
                <a:pathLst>
                  <a:path w="174" h="366">
                    <a:moveTo>
                      <a:pt x="138" y="0"/>
                    </a:moveTo>
                    <a:lnTo>
                      <a:pt x="0" y="0"/>
                    </a:lnTo>
                    <a:lnTo>
                      <a:pt x="36" y="366"/>
                    </a:lnTo>
                    <a:lnTo>
                      <a:pt x="174" y="366"/>
                    </a:lnTo>
                    <a:lnTo>
                      <a:pt x="13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49" name="Freeform 76">
                <a:extLst>
                  <a:ext uri="{FF2B5EF4-FFF2-40B4-BE49-F238E27FC236}">
                    <a16:creationId xmlns:a16="http://schemas.microsoft.com/office/drawing/2014/main" id="{5391C85D-ABD7-C528-5D3E-DB718289EBED}"/>
                  </a:ext>
                </a:extLst>
              </p:cNvPr>
              <p:cNvSpPr>
                <a:spLocks/>
              </p:cNvSpPr>
              <p:nvPr/>
            </p:nvSpPr>
            <p:spPr bwMode="auto">
              <a:xfrm>
                <a:off x="7950200" y="4137025"/>
                <a:ext cx="279400" cy="581025"/>
              </a:xfrm>
              <a:custGeom>
                <a:avLst/>
                <a:gdLst>
                  <a:gd name="T0" fmla="*/ 138 w 176"/>
                  <a:gd name="T1" fmla="*/ 366 h 366"/>
                  <a:gd name="T2" fmla="*/ 176 w 176"/>
                  <a:gd name="T3" fmla="*/ 0 h 366"/>
                  <a:gd name="T4" fmla="*/ 36 w 176"/>
                  <a:gd name="T5" fmla="*/ 0 h 366"/>
                  <a:gd name="T6" fmla="*/ 0 w 176"/>
                  <a:gd name="T7" fmla="*/ 366 h 366"/>
                  <a:gd name="T8" fmla="*/ 138 w 176"/>
                  <a:gd name="T9" fmla="*/ 366 h 366"/>
                </a:gdLst>
                <a:ahLst/>
                <a:cxnLst>
                  <a:cxn ang="0">
                    <a:pos x="T0" y="T1"/>
                  </a:cxn>
                  <a:cxn ang="0">
                    <a:pos x="T2" y="T3"/>
                  </a:cxn>
                  <a:cxn ang="0">
                    <a:pos x="T4" y="T5"/>
                  </a:cxn>
                  <a:cxn ang="0">
                    <a:pos x="T6" y="T7"/>
                  </a:cxn>
                  <a:cxn ang="0">
                    <a:pos x="T8" y="T9"/>
                  </a:cxn>
                </a:cxnLst>
                <a:rect l="0" t="0" r="r" b="b"/>
                <a:pathLst>
                  <a:path w="176" h="366">
                    <a:moveTo>
                      <a:pt x="138" y="366"/>
                    </a:moveTo>
                    <a:lnTo>
                      <a:pt x="176" y="0"/>
                    </a:lnTo>
                    <a:lnTo>
                      <a:pt x="36" y="0"/>
                    </a:lnTo>
                    <a:lnTo>
                      <a:pt x="0" y="366"/>
                    </a:lnTo>
                    <a:lnTo>
                      <a:pt x="138" y="3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50" name="Freeform 77">
                <a:extLst>
                  <a:ext uri="{FF2B5EF4-FFF2-40B4-BE49-F238E27FC236}">
                    <a16:creationId xmlns:a16="http://schemas.microsoft.com/office/drawing/2014/main" id="{EB30C770-4689-7CB3-BCC1-87486C636239}"/>
                  </a:ext>
                </a:extLst>
              </p:cNvPr>
              <p:cNvSpPr>
                <a:spLocks/>
              </p:cNvSpPr>
              <p:nvPr/>
            </p:nvSpPr>
            <p:spPr bwMode="auto">
              <a:xfrm>
                <a:off x="8397875" y="2422525"/>
                <a:ext cx="1387475" cy="2679700"/>
              </a:xfrm>
              <a:custGeom>
                <a:avLst/>
                <a:gdLst>
                  <a:gd name="T0" fmla="*/ 554 w 874"/>
                  <a:gd name="T1" fmla="*/ 768 h 1688"/>
                  <a:gd name="T2" fmla="*/ 834 w 874"/>
                  <a:gd name="T3" fmla="*/ 382 h 1688"/>
                  <a:gd name="T4" fmla="*/ 294 w 874"/>
                  <a:gd name="T5" fmla="*/ 222 h 1688"/>
                  <a:gd name="T6" fmla="*/ 308 w 874"/>
                  <a:gd name="T7" fmla="*/ 170 h 1688"/>
                  <a:gd name="T8" fmla="*/ 332 w 874"/>
                  <a:gd name="T9" fmla="*/ 60 h 1688"/>
                  <a:gd name="T10" fmla="*/ 164 w 874"/>
                  <a:gd name="T11" fmla="*/ 0 h 1688"/>
                  <a:gd name="T12" fmla="*/ 158 w 874"/>
                  <a:gd name="T13" fmla="*/ 48 h 1688"/>
                  <a:gd name="T14" fmla="*/ 136 w 874"/>
                  <a:gd name="T15" fmla="*/ 168 h 1688"/>
                  <a:gd name="T16" fmla="*/ 114 w 874"/>
                  <a:gd name="T17" fmla="*/ 242 h 1688"/>
                  <a:gd name="T18" fmla="*/ 86 w 874"/>
                  <a:gd name="T19" fmla="*/ 320 h 1688"/>
                  <a:gd name="T20" fmla="*/ 48 w 874"/>
                  <a:gd name="T21" fmla="*/ 398 h 1688"/>
                  <a:gd name="T22" fmla="*/ 0 w 874"/>
                  <a:gd name="T23" fmla="*/ 468 h 1688"/>
                  <a:gd name="T24" fmla="*/ 0 w 874"/>
                  <a:gd name="T25" fmla="*/ 686 h 1688"/>
                  <a:gd name="T26" fmla="*/ 22 w 874"/>
                  <a:gd name="T27" fmla="*/ 670 h 1688"/>
                  <a:gd name="T28" fmla="*/ 78 w 874"/>
                  <a:gd name="T29" fmla="*/ 620 h 1688"/>
                  <a:gd name="T30" fmla="*/ 116 w 874"/>
                  <a:gd name="T31" fmla="*/ 580 h 1688"/>
                  <a:gd name="T32" fmla="*/ 154 w 874"/>
                  <a:gd name="T33" fmla="*/ 526 h 1688"/>
                  <a:gd name="T34" fmla="*/ 196 w 874"/>
                  <a:gd name="T35" fmla="*/ 462 h 1688"/>
                  <a:gd name="T36" fmla="*/ 236 w 874"/>
                  <a:gd name="T37" fmla="*/ 382 h 1688"/>
                  <a:gd name="T38" fmla="*/ 374 w 874"/>
                  <a:gd name="T39" fmla="*/ 768 h 1688"/>
                  <a:gd name="T40" fmla="*/ 20 w 874"/>
                  <a:gd name="T41" fmla="*/ 930 h 1688"/>
                  <a:gd name="T42" fmla="*/ 364 w 874"/>
                  <a:gd name="T43" fmla="*/ 930 h 1688"/>
                  <a:gd name="T44" fmla="*/ 352 w 874"/>
                  <a:gd name="T45" fmla="*/ 1002 h 1688"/>
                  <a:gd name="T46" fmla="*/ 334 w 874"/>
                  <a:gd name="T47" fmla="*/ 1072 h 1688"/>
                  <a:gd name="T48" fmla="*/ 312 w 874"/>
                  <a:gd name="T49" fmla="*/ 1134 h 1688"/>
                  <a:gd name="T50" fmla="*/ 286 w 874"/>
                  <a:gd name="T51" fmla="*/ 1190 h 1688"/>
                  <a:gd name="T52" fmla="*/ 228 w 874"/>
                  <a:gd name="T53" fmla="*/ 1288 h 1688"/>
                  <a:gd name="T54" fmla="*/ 168 w 874"/>
                  <a:gd name="T55" fmla="*/ 1366 h 1688"/>
                  <a:gd name="T56" fmla="*/ 108 w 874"/>
                  <a:gd name="T57" fmla="*/ 1424 h 1688"/>
                  <a:gd name="T58" fmla="*/ 58 w 874"/>
                  <a:gd name="T59" fmla="*/ 1466 h 1688"/>
                  <a:gd name="T60" fmla="*/ 12 w 874"/>
                  <a:gd name="T61" fmla="*/ 1496 h 1688"/>
                  <a:gd name="T62" fmla="*/ 12 w 874"/>
                  <a:gd name="T63" fmla="*/ 1688 h 1688"/>
                  <a:gd name="T64" fmla="*/ 62 w 874"/>
                  <a:gd name="T65" fmla="*/ 1660 h 1688"/>
                  <a:gd name="T66" fmla="*/ 118 w 874"/>
                  <a:gd name="T67" fmla="*/ 1622 h 1688"/>
                  <a:gd name="T68" fmla="*/ 186 w 874"/>
                  <a:gd name="T69" fmla="*/ 1570 h 1688"/>
                  <a:gd name="T70" fmla="*/ 260 w 874"/>
                  <a:gd name="T71" fmla="*/ 1500 h 1688"/>
                  <a:gd name="T72" fmla="*/ 338 w 874"/>
                  <a:gd name="T73" fmla="*/ 1414 h 1688"/>
                  <a:gd name="T74" fmla="*/ 410 w 874"/>
                  <a:gd name="T75" fmla="*/ 1312 h 1688"/>
                  <a:gd name="T76" fmla="*/ 458 w 874"/>
                  <a:gd name="T77" fmla="*/ 1222 h 1688"/>
                  <a:gd name="T78" fmla="*/ 474 w 874"/>
                  <a:gd name="T79" fmla="*/ 1192 h 1688"/>
                  <a:gd name="T80" fmla="*/ 514 w 874"/>
                  <a:gd name="T81" fmla="*/ 1292 h 1688"/>
                  <a:gd name="T82" fmla="*/ 548 w 874"/>
                  <a:gd name="T83" fmla="*/ 1358 h 1688"/>
                  <a:gd name="T84" fmla="*/ 592 w 874"/>
                  <a:gd name="T85" fmla="*/ 1432 h 1688"/>
                  <a:gd name="T86" fmla="*/ 646 w 874"/>
                  <a:gd name="T87" fmla="*/ 1504 h 1688"/>
                  <a:gd name="T88" fmla="*/ 710 w 874"/>
                  <a:gd name="T89" fmla="*/ 1576 h 1688"/>
                  <a:gd name="T90" fmla="*/ 786 w 874"/>
                  <a:gd name="T91" fmla="*/ 1638 h 1688"/>
                  <a:gd name="T92" fmla="*/ 852 w 874"/>
                  <a:gd name="T93" fmla="*/ 1678 h 1688"/>
                  <a:gd name="T94" fmla="*/ 874 w 874"/>
                  <a:gd name="T95" fmla="*/ 1496 h 1688"/>
                  <a:gd name="T96" fmla="*/ 864 w 874"/>
                  <a:gd name="T97" fmla="*/ 1488 h 1688"/>
                  <a:gd name="T98" fmla="*/ 816 w 874"/>
                  <a:gd name="T99" fmla="*/ 1444 h 1688"/>
                  <a:gd name="T100" fmla="*/ 772 w 874"/>
                  <a:gd name="T101" fmla="*/ 1394 h 1688"/>
                  <a:gd name="T102" fmla="*/ 722 w 874"/>
                  <a:gd name="T103" fmla="*/ 1324 h 1688"/>
                  <a:gd name="T104" fmla="*/ 672 w 874"/>
                  <a:gd name="T105" fmla="*/ 1236 h 1688"/>
                  <a:gd name="T106" fmla="*/ 626 w 874"/>
                  <a:gd name="T107" fmla="*/ 1130 h 1688"/>
                  <a:gd name="T108" fmla="*/ 590 w 874"/>
                  <a:gd name="T109" fmla="*/ 1002 h 1688"/>
                  <a:gd name="T110" fmla="*/ 578 w 874"/>
                  <a:gd name="T111" fmla="*/ 930 h 1688"/>
                  <a:gd name="T112" fmla="*/ 874 w 874"/>
                  <a:gd name="T113" fmla="*/ 768 h 16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74" h="1688">
                    <a:moveTo>
                      <a:pt x="874" y="768"/>
                    </a:moveTo>
                    <a:lnTo>
                      <a:pt x="554" y="768"/>
                    </a:lnTo>
                    <a:lnTo>
                      <a:pt x="554" y="382"/>
                    </a:lnTo>
                    <a:lnTo>
                      <a:pt x="834" y="382"/>
                    </a:lnTo>
                    <a:lnTo>
                      <a:pt x="834" y="222"/>
                    </a:lnTo>
                    <a:lnTo>
                      <a:pt x="294" y="222"/>
                    </a:lnTo>
                    <a:lnTo>
                      <a:pt x="294" y="222"/>
                    </a:lnTo>
                    <a:lnTo>
                      <a:pt x="308" y="170"/>
                    </a:lnTo>
                    <a:lnTo>
                      <a:pt x="320" y="118"/>
                    </a:lnTo>
                    <a:lnTo>
                      <a:pt x="332" y="60"/>
                    </a:lnTo>
                    <a:lnTo>
                      <a:pt x="340" y="0"/>
                    </a:lnTo>
                    <a:lnTo>
                      <a:pt x="164" y="0"/>
                    </a:lnTo>
                    <a:lnTo>
                      <a:pt x="164" y="0"/>
                    </a:lnTo>
                    <a:lnTo>
                      <a:pt x="158" y="48"/>
                    </a:lnTo>
                    <a:lnTo>
                      <a:pt x="150" y="102"/>
                    </a:lnTo>
                    <a:lnTo>
                      <a:pt x="136" y="168"/>
                    </a:lnTo>
                    <a:lnTo>
                      <a:pt x="126" y="204"/>
                    </a:lnTo>
                    <a:lnTo>
                      <a:pt x="114" y="242"/>
                    </a:lnTo>
                    <a:lnTo>
                      <a:pt x="102" y="282"/>
                    </a:lnTo>
                    <a:lnTo>
                      <a:pt x="86" y="320"/>
                    </a:lnTo>
                    <a:lnTo>
                      <a:pt x="68" y="360"/>
                    </a:lnTo>
                    <a:lnTo>
                      <a:pt x="48" y="398"/>
                    </a:lnTo>
                    <a:lnTo>
                      <a:pt x="26" y="434"/>
                    </a:lnTo>
                    <a:lnTo>
                      <a:pt x="0" y="468"/>
                    </a:lnTo>
                    <a:lnTo>
                      <a:pt x="0" y="686"/>
                    </a:lnTo>
                    <a:lnTo>
                      <a:pt x="0" y="686"/>
                    </a:lnTo>
                    <a:lnTo>
                      <a:pt x="6" y="682"/>
                    </a:lnTo>
                    <a:lnTo>
                      <a:pt x="22" y="670"/>
                    </a:lnTo>
                    <a:lnTo>
                      <a:pt x="46" y="650"/>
                    </a:lnTo>
                    <a:lnTo>
                      <a:pt x="78" y="620"/>
                    </a:lnTo>
                    <a:lnTo>
                      <a:pt x="96" y="602"/>
                    </a:lnTo>
                    <a:lnTo>
                      <a:pt x="116" y="580"/>
                    </a:lnTo>
                    <a:lnTo>
                      <a:pt x="134" y="554"/>
                    </a:lnTo>
                    <a:lnTo>
                      <a:pt x="154" y="526"/>
                    </a:lnTo>
                    <a:lnTo>
                      <a:pt x="176" y="496"/>
                    </a:lnTo>
                    <a:lnTo>
                      <a:pt x="196" y="462"/>
                    </a:lnTo>
                    <a:lnTo>
                      <a:pt x="216" y="424"/>
                    </a:lnTo>
                    <a:lnTo>
                      <a:pt x="236" y="382"/>
                    </a:lnTo>
                    <a:lnTo>
                      <a:pt x="374" y="382"/>
                    </a:lnTo>
                    <a:lnTo>
                      <a:pt x="374" y="768"/>
                    </a:lnTo>
                    <a:lnTo>
                      <a:pt x="20" y="768"/>
                    </a:lnTo>
                    <a:lnTo>
                      <a:pt x="20" y="930"/>
                    </a:lnTo>
                    <a:lnTo>
                      <a:pt x="364" y="930"/>
                    </a:lnTo>
                    <a:lnTo>
                      <a:pt x="364" y="930"/>
                    </a:lnTo>
                    <a:lnTo>
                      <a:pt x="358" y="966"/>
                    </a:lnTo>
                    <a:lnTo>
                      <a:pt x="352" y="1002"/>
                    </a:lnTo>
                    <a:lnTo>
                      <a:pt x="344" y="1038"/>
                    </a:lnTo>
                    <a:lnTo>
                      <a:pt x="334" y="1072"/>
                    </a:lnTo>
                    <a:lnTo>
                      <a:pt x="324" y="1102"/>
                    </a:lnTo>
                    <a:lnTo>
                      <a:pt x="312" y="1134"/>
                    </a:lnTo>
                    <a:lnTo>
                      <a:pt x="300" y="1162"/>
                    </a:lnTo>
                    <a:lnTo>
                      <a:pt x="286" y="1190"/>
                    </a:lnTo>
                    <a:lnTo>
                      <a:pt x="258" y="1242"/>
                    </a:lnTo>
                    <a:lnTo>
                      <a:pt x="228" y="1288"/>
                    </a:lnTo>
                    <a:lnTo>
                      <a:pt x="198" y="1330"/>
                    </a:lnTo>
                    <a:lnTo>
                      <a:pt x="168" y="1366"/>
                    </a:lnTo>
                    <a:lnTo>
                      <a:pt x="138" y="1398"/>
                    </a:lnTo>
                    <a:lnTo>
                      <a:pt x="108" y="1424"/>
                    </a:lnTo>
                    <a:lnTo>
                      <a:pt x="82" y="1448"/>
                    </a:lnTo>
                    <a:lnTo>
                      <a:pt x="58" y="1466"/>
                    </a:lnTo>
                    <a:lnTo>
                      <a:pt x="24" y="1488"/>
                    </a:lnTo>
                    <a:lnTo>
                      <a:pt x="12" y="1496"/>
                    </a:lnTo>
                    <a:lnTo>
                      <a:pt x="12" y="1688"/>
                    </a:lnTo>
                    <a:lnTo>
                      <a:pt x="12" y="1688"/>
                    </a:lnTo>
                    <a:lnTo>
                      <a:pt x="24" y="1682"/>
                    </a:lnTo>
                    <a:lnTo>
                      <a:pt x="62" y="1660"/>
                    </a:lnTo>
                    <a:lnTo>
                      <a:pt x="88" y="1642"/>
                    </a:lnTo>
                    <a:lnTo>
                      <a:pt x="118" y="1622"/>
                    </a:lnTo>
                    <a:lnTo>
                      <a:pt x="150" y="1598"/>
                    </a:lnTo>
                    <a:lnTo>
                      <a:pt x="186" y="1570"/>
                    </a:lnTo>
                    <a:lnTo>
                      <a:pt x="222" y="1536"/>
                    </a:lnTo>
                    <a:lnTo>
                      <a:pt x="260" y="1500"/>
                    </a:lnTo>
                    <a:lnTo>
                      <a:pt x="300" y="1460"/>
                    </a:lnTo>
                    <a:lnTo>
                      <a:pt x="338" y="1414"/>
                    </a:lnTo>
                    <a:lnTo>
                      <a:pt x="374" y="1366"/>
                    </a:lnTo>
                    <a:lnTo>
                      <a:pt x="410" y="1312"/>
                    </a:lnTo>
                    <a:lnTo>
                      <a:pt x="444" y="1254"/>
                    </a:lnTo>
                    <a:lnTo>
                      <a:pt x="458" y="1222"/>
                    </a:lnTo>
                    <a:lnTo>
                      <a:pt x="474" y="1192"/>
                    </a:lnTo>
                    <a:lnTo>
                      <a:pt x="474" y="1192"/>
                    </a:lnTo>
                    <a:lnTo>
                      <a:pt x="490" y="1234"/>
                    </a:lnTo>
                    <a:lnTo>
                      <a:pt x="514" y="1292"/>
                    </a:lnTo>
                    <a:lnTo>
                      <a:pt x="530" y="1324"/>
                    </a:lnTo>
                    <a:lnTo>
                      <a:pt x="548" y="1358"/>
                    </a:lnTo>
                    <a:lnTo>
                      <a:pt x="568" y="1394"/>
                    </a:lnTo>
                    <a:lnTo>
                      <a:pt x="592" y="1432"/>
                    </a:lnTo>
                    <a:lnTo>
                      <a:pt x="618" y="1468"/>
                    </a:lnTo>
                    <a:lnTo>
                      <a:pt x="646" y="1504"/>
                    </a:lnTo>
                    <a:lnTo>
                      <a:pt x="676" y="1540"/>
                    </a:lnTo>
                    <a:lnTo>
                      <a:pt x="710" y="1576"/>
                    </a:lnTo>
                    <a:lnTo>
                      <a:pt x="748" y="1608"/>
                    </a:lnTo>
                    <a:lnTo>
                      <a:pt x="786" y="1638"/>
                    </a:lnTo>
                    <a:lnTo>
                      <a:pt x="828" y="1666"/>
                    </a:lnTo>
                    <a:lnTo>
                      <a:pt x="852" y="1678"/>
                    </a:lnTo>
                    <a:lnTo>
                      <a:pt x="874" y="1688"/>
                    </a:lnTo>
                    <a:lnTo>
                      <a:pt x="874" y="1496"/>
                    </a:lnTo>
                    <a:lnTo>
                      <a:pt x="874" y="1496"/>
                    </a:lnTo>
                    <a:lnTo>
                      <a:pt x="864" y="1488"/>
                    </a:lnTo>
                    <a:lnTo>
                      <a:pt x="836" y="1464"/>
                    </a:lnTo>
                    <a:lnTo>
                      <a:pt x="816" y="1444"/>
                    </a:lnTo>
                    <a:lnTo>
                      <a:pt x="794" y="1422"/>
                    </a:lnTo>
                    <a:lnTo>
                      <a:pt x="772" y="1394"/>
                    </a:lnTo>
                    <a:lnTo>
                      <a:pt x="746" y="1362"/>
                    </a:lnTo>
                    <a:lnTo>
                      <a:pt x="722" y="1324"/>
                    </a:lnTo>
                    <a:lnTo>
                      <a:pt x="696" y="1284"/>
                    </a:lnTo>
                    <a:lnTo>
                      <a:pt x="672" y="1236"/>
                    </a:lnTo>
                    <a:lnTo>
                      <a:pt x="648" y="1186"/>
                    </a:lnTo>
                    <a:lnTo>
                      <a:pt x="626" y="1130"/>
                    </a:lnTo>
                    <a:lnTo>
                      <a:pt x="606" y="1068"/>
                    </a:lnTo>
                    <a:lnTo>
                      <a:pt x="590" y="1002"/>
                    </a:lnTo>
                    <a:lnTo>
                      <a:pt x="584" y="966"/>
                    </a:lnTo>
                    <a:lnTo>
                      <a:pt x="578" y="930"/>
                    </a:lnTo>
                    <a:lnTo>
                      <a:pt x="874" y="930"/>
                    </a:lnTo>
                    <a:lnTo>
                      <a:pt x="874" y="7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51" name="Freeform 78">
                <a:extLst>
                  <a:ext uri="{FF2B5EF4-FFF2-40B4-BE49-F238E27FC236}">
                    <a16:creationId xmlns:a16="http://schemas.microsoft.com/office/drawing/2014/main" id="{15324408-1F7C-3ACB-D103-3328953B0EA6}"/>
                  </a:ext>
                </a:extLst>
              </p:cNvPr>
              <p:cNvSpPr>
                <a:spLocks noEditPoints="1"/>
              </p:cNvSpPr>
              <p:nvPr/>
            </p:nvSpPr>
            <p:spPr bwMode="auto">
              <a:xfrm>
                <a:off x="-7267575" y="2419350"/>
                <a:ext cx="2806700" cy="2679700"/>
              </a:xfrm>
              <a:custGeom>
                <a:avLst/>
                <a:gdLst>
                  <a:gd name="T0" fmla="*/ 1690 w 1768"/>
                  <a:gd name="T1" fmla="*/ 1130 h 1688"/>
                  <a:gd name="T2" fmla="*/ 982 w 1768"/>
                  <a:gd name="T3" fmla="*/ 436 h 1688"/>
                  <a:gd name="T4" fmla="*/ 1744 w 1768"/>
                  <a:gd name="T5" fmla="*/ 328 h 1688"/>
                  <a:gd name="T6" fmla="*/ 982 w 1768"/>
                  <a:gd name="T7" fmla="*/ 166 h 1688"/>
                  <a:gd name="T8" fmla="*/ 784 w 1768"/>
                  <a:gd name="T9" fmla="*/ 0 h 1688"/>
                  <a:gd name="T10" fmla="*/ 20 w 1768"/>
                  <a:gd name="T11" fmla="*/ 166 h 1688"/>
                  <a:gd name="T12" fmla="*/ 784 w 1768"/>
                  <a:gd name="T13" fmla="*/ 328 h 1688"/>
                  <a:gd name="T14" fmla="*/ 76 w 1768"/>
                  <a:gd name="T15" fmla="*/ 436 h 1688"/>
                  <a:gd name="T16" fmla="*/ 542 w 1768"/>
                  <a:gd name="T17" fmla="*/ 1130 h 1688"/>
                  <a:gd name="T18" fmla="*/ 496 w 1768"/>
                  <a:gd name="T19" fmla="*/ 1180 h 1688"/>
                  <a:gd name="T20" fmla="*/ 402 w 1768"/>
                  <a:gd name="T21" fmla="*/ 1266 h 1688"/>
                  <a:gd name="T22" fmla="*/ 310 w 1768"/>
                  <a:gd name="T23" fmla="*/ 1338 h 1688"/>
                  <a:gd name="T24" fmla="*/ 222 w 1768"/>
                  <a:gd name="T25" fmla="*/ 1394 h 1688"/>
                  <a:gd name="T26" fmla="*/ 144 w 1768"/>
                  <a:gd name="T27" fmla="*/ 1438 h 1688"/>
                  <a:gd name="T28" fmla="*/ 50 w 1768"/>
                  <a:gd name="T29" fmla="*/ 1480 h 1688"/>
                  <a:gd name="T30" fmla="*/ 0 w 1768"/>
                  <a:gd name="T31" fmla="*/ 1500 h 1688"/>
                  <a:gd name="T32" fmla="*/ 0 w 1768"/>
                  <a:gd name="T33" fmla="*/ 1662 h 1688"/>
                  <a:gd name="T34" fmla="*/ 66 w 1768"/>
                  <a:gd name="T35" fmla="*/ 1644 h 1688"/>
                  <a:gd name="T36" fmla="*/ 142 w 1768"/>
                  <a:gd name="T37" fmla="*/ 1618 h 1688"/>
                  <a:gd name="T38" fmla="*/ 242 w 1768"/>
                  <a:gd name="T39" fmla="*/ 1572 h 1688"/>
                  <a:gd name="T40" fmla="*/ 358 w 1768"/>
                  <a:gd name="T41" fmla="*/ 1506 h 1688"/>
                  <a:gd name="T42" fmla="*/ 490 w 1768"/>
                  <a:gd name="T43" fmla="*/ 1414 h 1688"/>
                  <a:gd name="T44" fmla="*/ 594 w 1768"/>
                  <a:gd name="T45" fmla="*/ 1326 h 1688"/>
                  <a:gd name="T46" fmla="*/ 666 w 1768"/>
                  <a:gd name="T47" fmla="*/ 1258 h 1688"/>
                  <a:gd name="T48" fmla="*/ 740 w 1768"/>
                  <a:gd name="T49" fmla="*/ 1180 h 1688"/>
                  <a:gd name="T50" fmla="*/ 784 w 1768"/>
                  <a:gd name="T51" fmla="*/ 1134 h 1688"/>
                  <a:gd name="T52" fmla="*/ 982 w 1768"/>
                  <a:gd name="T53" fmla="*/ 1688 h 1688"/>
                  <a:gd name="T54" fmla="*/ 992 w 1768"/>
                  <a:gd name="T55" fmla="*/ 1138 h 1688"/>
                  <a:gd name="T56" fmla="*/ 1028 w 1768"/>
                  <a:gd name="T57" fmla="*/ 1180 h 1688"/>
                  <a:gd name="T58" fmla="*/ 1102 w 1768"/>
                  <a:gd name="T59" fmla="*/ 1258 h 1688"/>
                  <a:gd name="T60" fmla="*/ 1174 w 1768"/>
                  <a:gd name="T61" fmla="*/ 1326 h 1688"/>
                  <a:gd name="T62" fmla="*/ 1278 w 1768"/>
                  <a:gd name="T63" fmla="*/ 1414 h 1688"/>
                  <a:gd name="T64" fmla="*/ 1410 w 1768"/>
                  <a:gd name="T65" fmla="*/ 1506 h 1688"/>
                  <a:gd name="T66" fmla="*/ 1526 w 1768"/>
                  <a:gd name="T67" fmla="*/ 1572 h 1688"/>
                  <a:gd name="T68" fmla="*/ 1626 w 1768"/>
                  <a:gd name="T69" fmla="*/ 1618 h 1688"/>
                  <a:gd name="T70" fmla="*/ 1702 w 1768"/>
                  <a:gd name="T71" fmla="*/ 1644 h 1688"/>
                  <a:gd name="T72" fmla="*/ 1768 w 1768"/>
                  <a:gd name="T73" fmla="*/ 1662 h 1688"/>
                  <a:gd name="T74" fmla="*/ 1768 w 1768"/>
                  <a:gd name="T75" fmla="*/ 1500 h 1688"/>
                  <a:gd name="T76" fmla="*/ 1716 w 1768"/>
                  <a:gd name="T77" fmla="*/ 1480 h 1688"/>
                  <a:gd name="T78" fmla="*/ 1624 w 1768"/>
                  <a:gd name="T79" fmla="*/ 1438 h 1688"/>
                  <a:gd name="T80" fmla="*/ 1546 w 1768"/>
                  <a:gd name="T81" fmla="*/ 1394 h 1688"/>
                  <a:gd name="T82" fmla="*/ 1458 w 1768"/>
                  <a:gd name="T83" fmla="*/ 1338 h 1688"/>
                  <a:gd name="T84" fmla="*/ 1364 w 1768"/>
                  <a:gd name="T85" fmla="*/ 1266 h 1688"/>
                  <a:gd name="T86" fmla="*/ 1272 w 1768"/>
                  <a:gd name="T87" fmla="*/ 1180 h 1688"/>
                  <a:gd name="T88" fmla="*/ 1226 w 1768"/>
                  <a:gd name="T89" fmla="*/ 1130 h 1688"/>
                  <a:gd name="T90" fmla="*/ 982 w 1768"/>
                  <a:gd name="T91" fmla="*/ 970 h 1688"/>
                  <a:gd name="T92" fmla="*/ 1506 w 1768"/>
                  <a:gd name="T93" fmla="*/ 864 h 1688"/>
                  <a:gd name="T94" fmla="*/ 1506 w 1768"/>
                  <a:gd name="T95" fmla="*/ 598 h 1688"/>
                  <a:gd name="T96" fmla="*/ 982 w 1768"/>
                  <a:gd name="T97" fmla="*/ 702 h 1688"/>
                  <a:gd name="T98" fmla="*/ 1506 w 1768"/>
                  <a:gd name="T99" fmla="*/ 598 h 1688"/>
                  <a:gd name="T100" fmla="*/ 784 w 1768"/>
                  <a:gd name="T101" fmla="*/ 598 h 1688"/>
                  <a:gd name="T102" fmla="*/ 260 w 1768"/>
                  <a:gd name="T103" fmla="*/ 702 h 1688"/>
                  <a:gd name="T104" fmla="*/ 260 w 1768"/>
                  <a:gd name="T105" fmla="*/ 864 h 1688"/>
                  <a:gd name="T106" fmla="*/ 784 w 1768"/>
                  <a:gd name="T107" fmla="*/ 970 h 1688"/>
                  <a:gd name="T108" fmla="*/ 260 w 1768"/>
                  <a:gd name="T109" fmla="*/ 864 h 16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768" h="1688">
                    <a:moveTo>
                      <a:pt x="1226" y="1130"/>
                    </a:moveTo>
                    <a:lnTo>
                      <a:pt x="1690" y="1130"/>
                    </a:lnTo>
                    <a:lnTo>
                      <a:pt x="1690" y="436"/>
                    </a:lnTo>
                    <a:lnTo>
                      <a:pt x="982" y="436"/>
                    </a:lnTo>
                    <a:lnTo>
                      <a:pt x="982" y="328"/>
                    </a:lnTo>
                    <a:lnTo>
                      <a:pt x="1744" y="328"/>
                    </a:lnTo>
                    <a:lnTo>
                      <a:pt x="1744" y="166"/>
                    </a:lnTo>
                    <a:lnTo>
                      <a:pt x="982" y="166"/>
                    </a:lnTo>
                    <a:lnTo>
                      <a:pt x="982" y="0"/>
                    </a:lnTo>
                    <a:lnTo>
                      <a:pt x="784" y="0"/>
                    </a:lnTo>
                    <a:lnTo>
                      <a:pt x="784" y="166"/>
                    </a:lnTo>
                    <a:lnTo>
                      <a:pt x="20" y="166"/>
                    </a:lnTo>
                    <a:lnTo>
                      <a:pt x="20" y="328"/>
                    </a:lnTo>
                    <a:lnTo>
                      <a:pt x="784" y="328"/>
                    </a:lnTo>
                    <a:lnTo>
                      <a:pt x="784" y="436"/>
                    </a:lnTo>
                    <a:lnTo>
                      <a:pt x="76" y="436"/>
                    </a:lnTo>
                    <a:lnTo>
                      <a:pt x="76" y="1130"/>
                    </a:lnTo>
                    <a:lnTo>
                      <a:pt x="542" y="1130"/>
                    </a:lnTo>
                    <a:lnTo>
                      <a:pt x="542" y="1130"/>
                    </a:lnTo>
                    <a:lnTo>
                      <a:pt x="496" y="1180"/>
                    </a:lnTo>
                    <a:lnTo>
                      <a:pt x="450" y="1224"/>
                    </a:lnTo>
                    <a:lnTo>
                      <a:pt x="402" y="1266"/>
                    </a:lnTo>
                    <a:lnTo>
                      <a:pt x="356" y="1304"/>
                    </a:lnTo>
                    <a:lnTo>
                      <a:pt x="310" y="1338"/>
                    </a:lnTo>
                    <a:lnTo>
                      <a:pt x="266" y="1368"/>
                    </a:lnTo>
                    <a:lnTo>
                      <a:pt x="222" y="1394"/>
                    </a:lnTo>
                    <a:lnTo>
                      <a:pt x="182" y="1418"/>
                    </a:lnTo>
                    <a:lnTo>
                      <a:pt x="144" y="1438"/>
                    </a:lnTo>
                    <a:lnTo>
                      <a:pt x="108" y="1456"/>
                    </a:lnTo>
                    <a:lnTo>
                      <a:pt x="50" y="1480"/>
                    </a:lnTo>
                    <a:lnTo>
                      <a:pt x="14" y="1496"/>
                    </a:lnTo>
                    <a:lnTo>
                      <a:pt x="0" y="1500"/>
                    </a:lnTo>
                    <a:lnTo>
                      <a:pt x="0" y="1662"/>
                    </a:lnTo>
                    <a:lnTo>
                      <a:pt x="0" y="1662"/>
                    </a:lnTo>
                    <a:lnTo>
                      <a:pt x="18" y="1658"/>
                    </a:lnTo>
                    <a:lnTo>
                      <a:pt x="66" y="1644"/>
                    </a:lnTo>
                    <a:lnTo>
                      <a:pt x="102" y="1634"/>
                    </a:lnTo>
                    <a:lnTo>
                      <a:pt x="142" y="1618"/>
                    </a:lnTo>
                    <a:lnTo>
                      <a:pt x="190" y="1598"/>
                    </a:lnTo>
                    <a:lnTo>
                      <a:pt x="242" y="1572"/>
                    </a:lnTo>
                    <a:lnTo>
                      <a:pt x="298" y="1542"/>
                    </a:lnTo>
                    <a:lnTo>
                      <a:pt x="358" y="1506"/>
                    </a:lnTo>
                    <a:lnTo>
                      <a:pt x="422" y="1464"/>
                    </a:lnTo>
                    <a:lnTo>
                      <a:pt x="490" y="1414"/>
                    </a:lnTo>
                    <a:lnTo>
                      <a:pt x="560" y="1358"/>
                    </a:lnTo>
                    <a:lnTo>
                      <a:pt x="594" y="1326"/>
                    </a:lnTo>
                    <a:lnTo>
                      <a:pt x="630" y="1294"/>
                    </a:lnTo>
                    <a:lnTo>
                      <a:pt x="666" y="1258"/>
                    </a:lnTo>
                    <a:lnTo>
                      <a:pt x="702" y="1220"/>
                    </a:lnTo>
                    <a:lnTo>
                      <a:pt x="740" y="1180"/>
                    </a:lnTo>
                    <a:lnTo>
                      <a:pt x="776" y="1138"/>
                    </a:lnTo>
                    <a:lnTo>
                      <a:pt x="784" y="1134"/>
                    </a:lnTo>
                    <a:lnTo>
                      <a:pt x="784" y="1688"/>
                    </a:lnTo>
                    <a:lnTo>
                      <a:pt x="982" y="1688"/>
                    </a:lnTo>
                    <a:lnTo>
                      <a:pt x="982" y="1132"/>
                    </a:lnTo>
                    <a:lnTo>
                      <a:pt x="992" y="1138"/>
                    </a:lnTo>
                    <a:lnTo>
                      <a:pt x="992" y="1138"/>
                    </a:lnTo>
                    <a:lnTo>
                      <a:pt x="1028" y="1180"/>
                    </a:lnTo>
                    <a:lnTo>
                      <a:pt x="1064" y="1220"/>
                    </a:lnTo>
                    <a:lnTo>
                      <a:pt x="1102" y="1258"/>
                    </a:lnTo>
                    <a:lnTo>
                      <a:pt x="1138" y="1294"/>
                    </a:lnTo>
                    <a:lnTo>
                      <a:pt x="1174" y="1326"/>
                    </a:lnTo>
                    <a:lnTo>
                      <a:pt x="1208" y="1358"/>
                    </a:lnTo>
                    <a:lnTo>
                      <a:pt x="1278" y="1414"/>
                    </a:lnTo>
                    <a:lnTo>
                      <a:pt x="1344" y="1464"/>
                    </a:lnTo>
                    <a:lnTo>
                      <a:pt x="1410" y="1506"/>
                    </a:lnTo>
                    <a:lnTo>
                      <a:pt x="1470" y="1542"/>
                    </a:lnTo>
                    <a:lnTo>
                      <a:pt x="1526" y="1572"/>
                    </a:lnTo>
                    <a:lnTo>
                      <a:pt x="1578" y="1598"/>
                    </a:lnTo>
                    <a:lnTo>
                      <a:pt x="1626" y="1618"/>
                    </a:lnTo>
                    <a:lnTo>
                      <a:pt x="1666" y="1634"/>
                    </a:lnTo>
                    <a:lnTo>
                      <a:pt x="1702" y="1644"/>
                    </a:lnTo>
                    <a:lnTo>
                      <a:pt x="1750" y="1658"/>
                    </a:lnTo>
                    <a:lnTo>
                      <a:pt x="1768" y="1662"/>
                    </a:lnTo>
                    <a:lnTo>
                      <a:pt x="1768" y="1500"/>
                    </a:lnTo>
                    <a:lnTo>
                      <a:pt x="1768" y="1500"/>
                    </a:lnTo>
                    <a:lnTo>
                      <a:pt x="1754" y="1496"/>
                    </a:lnTo>
                    <a:lnTo>
                      <a:pt x="1716" y="1480"/>
                    </a:lnTo>
                    <a:lnTo>
                      <a:pt x="1660" y="1456"/>
                    </a:lnTo>
                    <a:lnTo>
                      <a:pt x="1624" y="1438"/>
                    </a:lnTo>
                    <a:lnTo>
                      <a:pt x="1586" y="1418"/>
                    </a:lnTo>
                    <a:lnTo>
                      <a:pt x="1546" y="1394"/>
                    </a:lnTo>
                    <a:lnTo>
                      <a:pt x="1502" y="1368"/>
                    </a:lnTo>
                    <a:lnTo>
                      <a:pt x="1458" y="1338"/>
                    </a:lnTo>
                    <a:lnTo>
                      <a:pt x="1412" y="1304"/>
                    </a:lnTo>
                    <a:lnTo>
                      <a:pt x="1364" y="1266"/>
                    </a:lnTo>
                    <a:lnTo>
                      <a:pt x="1318" y="1224"/>
                    </a:lnTo>
                    <a:lnTo>
                      <a:pt x="1272" y="1180"/>
                    </a:lnTo>
                    <a:lnTo>
                      <a:pt x="1226" y="1130"/>
                    </a:lnTo>
                    <a:lnTo>
                      <a:pt x="1226" y="1130"/>
                    </a:lnTo>
                    <a:close/>
                    <a:moveTo>
                      <a:pt x="1506" y="970"/>
                    </a:moveTo>
                    <a:lnTo>
                      <a:pt x="982" y="970"/>
                    </a:lnTo>
                    <a:lnTo>
                      <a:pt x="982" y="864"/>
                    </a:lnTo>
                    <a:lnTo>
                      <a:pt x="1506" y="864"/>
                    </a:lnTo>
                    <a:lnTo>
                      <a:pt x="1506" y="970"/>
                    </a:lnTo>
                    <a:close/>
                    <a:moveTo>
                      <a:pt x="1506" y="598"/>
                    </a:moveTo>
                    <a:lnTo>
                      <a:pt x="1506" y="702"/>
                    </a:lnTo>
                    <a:lnTo>
                      <a:pt x="982" y="702"/>
                    </a:lnTo>
                    <a:lnTo>
                      <a:pt x="982" y="598"/>
                    </a:lnTo>
                    <a:lnTo>
                      <a:pt x="1506" y="598"/>
                    </a:lnTo>
                    <a:close/>
                    <a:moveTo>
                      <a:pt x="260" y="598"/>
                    </a:moveTo>
                    <a:lnTo>
                      <a:pt x="784" y="598"/>
                    </a:lnTo>
                    <a:lnTo>
                      <a:pt x="784" y="702"/>
                    </a:lnTo>
                    <a:lnTo>
                      <a:pt x="260" y="702"/>
                    </a:lnTo>
                    <a:lnTo>
                      <a:pt x="260" y="598"/>
                    </a:lnTo>
                    <a:close/>
                    <a:moveTo>
                      <a:pt x="260" y="864"/>
                    </a:moveTo>
                    <a:lnTo>
                      <a:pt x="784" y="864"/>
                    </a:lnTo>
                    <a:lnTo>
                      <a:pt x="784" y="970"/>
                    </a:lnTo>
                    <a:lnTo>
                      <a:pt x="260" y="970"/>
                    </a:lnTo>
                    <a:lnTo>
                      <a:pt x="260" y="8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52" name="Freeform 79">
                <a:extLst>
                  <a:ext uri="{FF2B5EF4-FFF2-40B4-BE49-F238E27FC236}">
                    <a16:creationId xmlns:a16="http://schemas.microsoft.com/office/drawing/2014/main" id="{0DF5A197-9CB2-96CB-8F65-89AC6C3E0202}"/>
                  </a:ext>
                </a:extLst>
              </p:cNvPr>
              <p:cNvSpPr>
                <a:spLocks/>
              </p:cNvSpPr>
              <p:nvPr/>
            </p:nvSpPr>
            <p:spPr bwMode="auto">
              <a:xfrm>
                <a:off x="-1724025" y="2505075"/>
                <a:ext cx="2705100" cy="2593975"/>
              </a:xfrm>
              <a:custGeom>
                <a:avLst/>
                <a:gdLst>
                  <a:gd name="T0" fmla="*/ 952 w 1704"/>
                  <a:gd name="T1" fmla="*/ 212 h 1634"/>
                  <a:gd name="T2" fmla="*/ 752 w 1704"/>
                  <a:gd name="T3" fmla="*/ 0 h 1634"/>
                  <a:gd name="T4" fmla="*/ 0 w 1704"/>
                  <a:gd name="T5" fmla="*/ 212 h 1634"/>
                  <a:gd name="T6" fmla="*/ 572 w 1704"/>
                  <a:gd name="T7" fmla="*/ 398 h 1634"/>
                  <a:gd name="T8" fmla="*/ 562 w 1704"/>
                  <a:gd name="T9" fmla="*/ 440 h 1634"/>
                  <a:gd name="T10" fmla="*/ 544 w 1704"/>
                  <a:gd name="T11" fmla="*/ 504 h 1634"/>
                  <a:gd name="T12" fmla="*/ 510 w 1704"/>
                  <a:gd name="T13" fmla="*/ 586 h 1634"/>
                  <a:gd name="T14" fmla="*/ 460 w 1704"/>
                  <a:gd name="T15" fmla="*/ 686 h 1634"/>
                  <a:gd name="T16" fmla="*/ 386 w 1704"/>
                  <a:gd name="T17" fmla="*/ 804 h 1634"/>
                  <a:gd name="T18" fmla="*/ 288 w 1704"/>
                  <a:gd name="T19" fmla="*/ 940 h 1634"/>
                  <a:gd name="T20" fmla="*/ 160 w 1704"/>
                  <a:gd name="T21" fmla="*/ 1090 h 1634"/>
                  <a:gd name="T22" fmla="*/ 0 w 1704"/>
                  <a:gd name="T23" fmla="*/ 1256 h 1634"/>
                  <a:gd name="T24" fmla="*/ 0 w 1704"/>
                  <a:gd name="T25" fmla="*/ 1458 h 1634"/>
                  <a:gd name="T26" fmla="*/ 58 w 1704"/>
                  <a:gd name="T27" fmla="*/ 1412 h 1634"/>
                  <a:gd name="T28" fmla="*/ 150 w 1704"/>
                  <a:gd name="T29" fmla="*/ 1336 h 1634"/>
                  <a:gd name="T30" fmla="*/ 266 w 1704"/>
                  <a:gd name="T31" fmla="*/ 1224 h 1634"/>
                  <a:gd name="T32" fmla="*/ 396 w 1704"/>
                  <a:gd name="T33" fmla="*/ 1084 h 1634"/>
                  <a:gd name="T34" fmla="*/ 460 w 1704"/>
                  <a:gd name="T35" fmla="*/ 1004 h 1634"/>
                  <a:gd name="T36" fmla="*/ 524 w 1704"/>
                  <a:gd name="T37" fmla="*/ 916 h 1634"/>
                  <a:gd name="T38" fmla="*/ 584 w 1704"/>
                  <a:gd name="T39" fmla="*/ 824 h 1634"/>
                  <a:gd name="T40" fmla="*/ 638 w 1704"/>
                  <a:gd name="T41" fmla="*/ 728 h 1634"/>
                  <a:gd name="T42" fmla="*/ 684 w 1704"/>
                  <a:gd name="T43" fmla="*/ 626 h 1634"/>
                  <a:gd name="T44" fmla="*/ 724 w 1704"/>
                  <a:gd name="T45" fmla="*/ 518 h 1634"/>
                  <a:gd name="T46" fmla="*/ 752 w 1704"/>
                  <a:gd name="T47" fmla="*/ 408 h 1634"/>
                  <a:gd name="T48" fmla="*/ 384 w 1704"/>
                  <a:gd name="T49" fmla="*/ 1214 h 1634"/>
                  <a:gd name="T50" fmla="*/ 752 w 1704"/>
                  <a:gd name="T51" fmla="*/ 1376 h 1634"/>
                  <a:gd name="T52" fmla="*/ 952 w 1704"/>
                  <a:gd name="T53" fmla="*/ 1634 h 1634"/>
                  <a:gd name="T54" fmla="*/ 1320 w 1704"/>
                  <a:gd name="T55" fmla="*/ 1376 h 1634"/>
                  <a:gd name="T56" fmla="*/ 952 w 1704"/>
                  <a:gd name="T57" fmla="*/ 1214 h 1634"/>
                  <a:gd name="T58" fmla="*/ 952 w 1704"/>
                  <a:gd name="T59" fmla="*/ 408 h 1634"/>
                  <a:gd name="T60" fmla="*/ 980 w 1704"/>
                  <a:gd name="T61" fmla="*/ 518 h 1634"/>
                  <a:gd name="T62" fmla="*/ 1020 w 1704"/>
                  <a:gd name="T63" fmla="*/ 626 h 1634"/>
                  <a:gd name="T64" fmla="*/ 1066 w 1704"/>
                  <a:gd name="T65" fmla="*/ 728 h 1634"/>
                  <a:gd name="T66" fmla="*/ 1120 w 1704"/>
                  <a:gd name="T67" fmla="*/ 824 h 1634"/>
                  <a:gd name="T68" fmla="*/ 1180 w 1704"/>
                  <a:gd name="T69" fmla="*/ 916 h 1634"/>
                  <a:gd name="T70" fmla="*/ 1244 w 1704"/>
                  <a:gd name="T71" fmla="*/ 1004 h 1634"/>
                  <a:gd name="T72" fmla="*/ 1308 w 1704"/>
                  <a:gd name="T73" fmla="*/ 1084 h 1634"/>
                  <a:gd name="T74" fmla="*/ 1438 w 1704"/>
                  <a:gd name="T75" fmla="*/ 1224 h 1634"/>
                  <a:gd name="T76" fmla="*/ 1554 w 1704"/>
                  <a:gd name="T77" fmla="*/ 1336 h 1634"/>
                  <a:gd name="T78" fmla="*/ 1646 w 1704"/>
                  <a:gd name="T79" fmla="*/ 1412 h 1634"/>
                  <a:gd name="T80" fmla="*/ 1704 w 1704"/>
                  <a:gd name="T81" fmla="*/ 1458 h 1634"/>
                  <a:gd name="T82" fmla="*/ 1704 w 1704"/>
                  <a:gd name="T83" fmla="*/ 1256 h 1634"/>
                  <a:gd name="T84" fmla="*/ 1544 w 1704"/>
                  <a:gd name="T85" fmla="*/ 1090 h 1634"/>
                  <a:gd name="T86" fmla="*/ 1416 w 1704"/>
                  <a:gd name="T87" fmla="*/ 940 h 1634"/>
                  <a:gd name="T88" fmla="*/ 1318 w 1704"/>
                  <a:gd name="T89" fmla="*/ 804 h 1634"/>
                  <a:gd name="T90" fmla="*/ 1244 w 1704"/>
                  <a:gd name="T91" fmla="*/ 686 h 1634"/>
                  <a:gd name="T92" fmla="*/ 1194 w 1704"/>
                  <a:gd name="T93" fmla="*/ 586 h 1634"/>
                  <a:gd name="T94" fmla="*/ 1160 w 1704"/>
                  <a:gd name="T95" fmla="*/ 504 h 1634"/>
                  <a:gd name="T96" fmla="*/ 1142 w 1704"/>
                  <a:gd name="T97" fmla="*/ 440 h 1634"/>
                  <a:gd name="T98" fmla="*/ 1704 w 1704"/>
                  <a:gd name="T99" fmla="*/ 398 h 1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704" h="1634">
                    <a:moveTo>
                      <a:pt x="1704" y="212"/>
                    </a:moveTo>
                    <a:lnTo>
                      <a:pt x="952" y="212"/>
                    </a:lnTo>
                    <a:lnTo>
                      <a:pt x="952" y="0"/>
                    </a:lnTo>
                    <a:lnTo>
                      <a:pt x="752" y="0"/>
                    </a:lnTo>
                    <a:lnTo>
                      <a:pt x="752" y="212"/>
                    </a:lnTo>
                    <a:lnTo>
                      <a:pt x="0" y="212"/>
                    </a:lnTo>
                    <a:lnTo>
                      <a:pt x="0" y="398"/>
                    </a:lnTo>
                    <a:lnTo>
                      <a:pt x="572" y="398"/>
                    </a:lnTo>
                    <a:lnTo>
                      <a:pt x="572" y="398"/>
                    </a:lnTo>
                    <a:lnTo>
                      <a:pt x="562" y="440"/>
                    </a:lnTo>
                    <a:lnTo>
                      <a:pt x="554" y="470"/>
                    </a:lnTo>
                    <a:lnTo>
                      <a:pt x="544" y="504"/>
                    </a:lnTo>
                    <a:lnTo>
                      <a:pt x="528" y="542"/>
                    </a:lnTo>
                    <a:lnTo>
                      <a:pt x="510" y="586"/>
                    </a:lnTo>
                    <a:lnTo>
                      <a:pt x="488" y="634"/>
                    </a:lnTo>
                    <a:lnTo>
                      <a:pt x="460" y="686"/>
                    </a:lnTo>
                    <a:lnTo>
                      <a:pt x="426" y="744"/>
                    </a:lnTo>
                    <a:lnTo>
                      <a:pt x="386" y="804"/>
                    </a:lnTo>
                    <a:lnTo>
                      <a:pt x="342" y="870"/>
                    </a:lnTo>
                    <a:lnTo>
                      <a:pt x="288" y="940"/>
                    </a:lnTo>
                    <a:lnTo>
                      <a:pt x="228" y="1014"/>
                    </a:lnTo>
                    <a:lnTo>
                      <a:pt x="160" y="1090"/>
                    </a:lnTo>
                    <a:lnTo>
                      <a:pt x="84" y="1172"/>
                    </a:lnTo>
                    <a:lnTo>
                      <a:pt x="0" y="1256"/>
                    </a:lnTo>
                    <a:lnTo>
                      <a:pt x="0" y="1458"/>
                    </a:lnTo>
                    <a:lnTo>
                      <a:pt x="0" y="1458"/>
                    </a:lnTo>
                    <a:lnTo>
                      <a:pt x="28" y="1438"/>
                    </a:lnTo>
                    <a:lnTo>
                      <a:pt x="58" y="1412"/>
                    </a:lnTo>
                    <a:lnTo>
                      <a:pt x="100" y="1378"/>
                    </a:lnTo>
                    <a:lnTo>
                      <a:pt x="150" y="1336"/>
                    </a:lnTo>
                    <a:lnTo>
                      <a:pt x="206" y="1284"/>
                    </a:lnTo>
                    <a:lnTo>
                      <a:pt x="266" y="1224"/>
                    </a:lnTo>
                    <a:lnTo>
                      <a:pt x="330" y="1158"/>
                    </a:lnTo>
                    <a:lnTo>
                      <a:pt x="396" y="1084"/>
                    </a:lnTo>
                    <a:lnTo>
                      <a:pt x="428" y="1044"/>
                    </a:lnTo>
                    <a:lnTo>
                      <a:pt x="460" y="1004"/>
                    </a:lnTo>
                    <a:lnTo>
                      <a:pt x="492" y="960"/>
                    </a:lnTo>
                    <a:lnTo>
                      <a:pt x="524" y="916"/>
                    </a:lnTo>
                    <a:lnTo>
                      <a:pt x="554" y="872"/>
                    </a:lnTo>
                    <a:lnTo>
                      <a:pt x="584" y="824"/>
                    </a:lnTo>
                    <a:lnTo>
                      <a:pt x="612" y="776"/>
                    </a:lnTo>
                    <a:lnTo>
                      <a:pt x="638" y="728"/>
                    </a:lnTo>
                    <a:lnTo>
                      <a:pt x="662" y="676"/>
                    </a:lnTo>
                    <a:lnTo>
                      <a:pt x="684" y="626"/>
                    </a:lnTo>
                    <a:lnTo>
                      <a:pt x="706" y="572"/>
                    </a:lnTo>
                    <a:lnTo>
                      <a:pt x="724" y="518"/>
                    </a:lnTo>
                    <a:lnTo>
                      <a:pt x="740" y="464"/>
                    </a:lnTo>
                    <a:lnTo>
                      <a:pt x="752" y="408"/>
                    </a:lnTo>
                    <a:lnTo>
                      <a:pt x="752" y="1214"/>
                    </a:lnTo>
                    <a:lnTo>
                      <a:pt x="384" y="1214"/>
                    </a:lnTo>
                    <a:lnTo>
                      <a:pt x="384" y="1376"/>
                    </a:lnTo>
                    <a:lnTo>
                      <a:pt x="752" y="1376"/>
                    </a:lnTo>
                    <a:lnTo>
                      <a:pt x="752" y="1634"/>
                    </a:lnTo>
                    <a:lnTo>
                      <a:pt x="952" y="1634"/>
                    </a:lnTo>
                    <a:lnTo>
                      <a:pt x="952" y="1376"/>
                    </a:lnTo>
                    <a:lnTo>
                      <a:pt x="1320" y="1376"/>
                    </a:lnTo>
                    <a:lnTo>
                      <a:pt x="1320" y="1214"/>
                    </a:lnTo>
                    <a:lnTo>
                      <a:pt x="952" y="1214"/>
                    </a:lnTo>
                    <a:lnTo>
                      <a:pt x="952" y="408"/>
                    </a:lnTo>
                    <a:lnTo>
                      <a:pt x="952" y="408"/>
                    </a:lnTo>
                    <a:lnTo>
                      <a:pt x="964" y="464"/>
                    </a:lnTo>
                    <a:lnTo>
                      <a:pt x="980" y="518"/>
                    </a:lnTo>
                    <a:lnTo>
                      <a:pt x="998" y="572"/>
                    </a:lnTo>
                    <a:lnTo>
                      <a:pt x="1020" y="626"/>
                    </a:lnTo>
                    <a:lnTo>
                      <a:pt x="1042" y="676"/>
                    </a:lnTo>
                    <a:lnTo>
                      <a:pt x="1066" y="728"/>
                    </a:lnTo>
                    <a:lnTo>
                      <a:pt x="1092" y="776"/>
                    </a:lnTo>
                    <a:lnTo>
                      <a:pt x="1120" y="824"/>
                    </a:lnTo>
                    <a:lnTo>
                      <a:pt x="1150" y="872"/>
                    </a:lnTo>
                    <a:lnTo>
                      <a:pt x="1180" y="916"/>
                    </a:lnTo>
                    <a:lnTo>
                      <a:pt x="1212" y="960"/>
                    </a:lnTo>
                    <a:lnTo>
                      <a:pt x="1244" y="1004"/>
                    </a:lnTo>
                    <a:lnTo>
                      <a:pt x="1276" y="1044"/>
                    </a:lnTo>
                    <a:lnTo>
                      <a:pt x="1308" y="1084"/>
                    </a:lnTo>
                    <a:lnTo>
                      <a:pt x="1374" y="1158"/>
                    </a:lnTo>
                    <a:lnTo>
                      <a:pt x="1438" y="1224"/>
                    </a:lnTo>
                    <a:lnTo>
                      <a:pt x="1498" y="1284"/>
                    </a:lnTo>
                    <a:lnTo>
                      <a:pt x="1554" y="1336"/>
                    </a:lnTo>
                    <a:lnTo>
                      <a:pt x="1604" y="1378"/>
                    </a:lnTo>
                    <a:lnTo>
                      <a:pt x="1646" y="1412"/>
                    </a:lnTo>
                    <a:lnTo>
                      <a:pt x="1676" y="1438"/>
                    </a:lnTo>
                    <a:lnTo>
                      <a:pt x="1704" y="1458"/>
                    </a:lnTo>
                    <a:lnTo>
                      <a:pt x="1704" y="1256"/>
                    </a:lnTo>
                    <a:lnTo>
                      <a:pt x="1704" y="1256"/>
                    </a:lnTo>
                    <a:lnTo>
                      <a:pt x="1620" y="1172"/>
                    </a:lnTo>
                    <a:lnTo>
                      <a:pt x="1544" y="1090"/>
                    </a:lnTo>
                    <a:lnTo>
                      <a:pt x="1476" y="1014"/>
                    </a:lnTo>
                    <a:lnTo>
                      <a:pt x="1416" y="940"/>
                    </a:lnTo>
                    <a:lnTo>
                      <a:pt x="1362" y="870"/>
                    </a:lnTo>
                    <a:lnTo>
                      <a:pt x="1318" y="804"/>
                    </a:lnTo>
                    <a:lnTo>
                      <a:pt x="1278" y="744"/>
                    </a:lnTo>
                    <a:lnTo>
                      <a:pt x="1244" y="686"/>
                    </a:lnTo>
                    <a:lnTo>
                      <a:pt x="1216" y="634"/>
                    </a:lnTo>
                    <a:lnTo>
                      <a:pt x="1194" y="586"/>
                    </a:lnTo>
                    <a:lnTo>
                      <a:pt x="1176" y="542"/>
                    </a:lnTo>
                    <a:lnTo>
                      <a:pt x="1160" y="504"/>
                    </a:lnTo>
                    <a:lnTo>
                      <a:pt x="1150" y="470"/>
                    </a:lnTo>
                    <a:lnTo>
                      <a:pt x="1142" y="440"/>
                    </a:lnTo>
                    <a:lnTo>
                      <a:pt x="1132" y="398"/>
                    </a:lnTo>
                    <a:lnTo>
                      <a:pt x="1704" y="398"/>
                    </a:lnTo>
                    <a:lnTo>
                      <a:pt x="1704" y="2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53" name="Freeform 80">
                <a:extLst>
                  <a:ext uri="{FF2B5EF4-FFF2-40B4-BE49-F238E27FC236}">
                    <a16:creationId xmlns:a16="http://schemas.microsoft.com/office/drawing/2014/main" id="{E7C6206D-6EEE-5D3A-BF0F-8BC7C429010C}"/>
                  </a:ext>
                </a:extLst>
              </p:cNvPr>
              <p:cNvSpPr>
                <a:spLocks/>
              </p:cNvSpPr>
              <p:nvPr/>
            </p:nvSpPr>
            <p:spPr bwMode="auto">
              <a:xfrm>
                <a:off x="1235075" y="2505075"/>
                <a:ext cx="1165225" cy="2597150"/>
              </a:xfrm>
              <a:custGeom>
                <a:avLst/>
                <a:gdLst>
                  <a:gd name="T0" fmla="*/ 302 w 734"/>
                  <a:gd name="T1" fmla="*/ 0 h 1636"/>
                  <a:gd name="T2" fmla="*/ 36 w 734"/>
                  <a:gd name="T3" fmla="*/ 214 h 1636"/>
                  <a:gd name="T4" fmla="*/ 174 w 734"/>
                  <a:gd name="T5" fmla="*/ 376 h 1636"/>
                  <a:gd name="T6" fmla="*/ 174 w 734"/>
                  <a:gd name="T7" fmla="*/ 876 h 1636"/>
                  <a:gd name="T8" fmla="*/ 168 w 734"/>
                  <a:gd name="T9" fmla="*/ 992 h 1636"/>
                  <a:gd name="T10" fmla="*/ 148 w 734"/>
                  <a:gd name="T11" fmla="*/ 1098 h 1636"/>
                  <a:gd name="T12" fmla="*/ 120 w 734"/>
                  <a:gd name="T13" fmla="*/ 1190 h 1636"/>
                  <a:gd name="T14" fmla="*/ 88 w 734"/>
                  <a:gd name="T15" fmla="*/ 1268 h 1636"/>
                  <a:gd name="T16" fmla="*/ 56 w 734"/>
                  <a:gd name="T17" fmla="*/ 1332 h 1636"/>
                  <a:gd name="T18" fmla="*/ 8 w 734"/>
                  <a:gd name="T19" fmla="*/ 1406 h 1636"/>
                  <a:gd name="T20" fmla="*/ 0 w 734"/>
                  <a:gd name="T21" fmla="*/ 1636 h 1636"/>
                  <a:gd name="T22" fmla="*/ 16 w 734"/>
                  <a:gd name="T23" fmla="*/ 1624 h 1636"/>
                  <a:gd name="T24" fmla="*/ 56 w 734"/>
                  <a:gd name="T25" fmla="*/ 1588 h 1636"/>
                  <a:gd name="T26" fmla="*/ 112 w 734"/>
                  <a:gd name="T27" fmla="*/ 1530 h 1636"/>
                  <a:gd name="T28" fmla="*/ 176 w 734"/>
                  <a:gd name="T29" fmla="*/ 1448 h 1636"/>
                  <a:gd name="T30" fmla="*/ 240 w 734"/>
                  <a:gd name="T31" fmla="*/ 1342 h 1636"/>
                  <a:gd name="T32" fmla="*/ 270 w 734"/>
                  <a:gd name="T33" fmla="*/ 1278 h 1636"/>
                  <a:gd name="T34" fmla="*/ 296 w 734"/>
                  <a:gd name="T35" fmla="*/ 1210 h 1636"/>
                  <a:gd name="T36" fmla="*/ 320 w 734"/>
                  <a:gd name="T37" fmla="*/ 1136 h 1636"/>
                  <a:gd name="T38" fmla="*/ 336 w 734"/>
                  <a:gd name="T39" fmla="*/ 1056 h 1636"/>
                  <a:gd name="T40" fmla="*/ 348 w 734"/>
                  <a:gd name="T41" fmla="*/ 968 h 1636"/>
                  <a:gd name="T42" fmla="*/ 352 w 734"/>
                  <a:gd name="T43" fmla="*/ 876 h 1636"/>
                  <a:gd name="T44" fmla="*/ 532 w 734"/>
                  <a:gd name="T45" fmla="*/ 740 h 1636"/>
                  <a:gd name="T46" fmla="*/ 532 w 734"/>
                  <a:gd name="T47" fmla="*/ 1372 h 1636"/>
                  <a:gd name="T48" fmla="*/ 530 w 734"/>
                  <a:gd name="T49" fmla="*/ 1394 h 1636"/>
                  <a:gd name="T50" fmla="*/ 522 w 734"/>
                  <a:gd name="T51" fmla="*/ 1418 h 1636"/>
                  <a:gd name="T52" fmla="*/ 508 w 734"/>
                  <a:gd name="T53" fmla="*/ 1434 h 1636"/>
                  <a:gd name="T54" fmla="*/ 496 w 734"/>
                  <a:gd name="T55" fmla="*/ 1440 h 1636"/>
                  <a:gd name="T56" fmla="*/ 332 w 734"/>
                  <a:gd name="T57" fmla="*/ 1440 h 1636"/>
                  <a:gd name="T58" fmla="*/ 504 w 734"/>
                  <a:gd name="T59" fmla="*/ 1608 h 1636"/>
                  <a:gd name="T60" fmla="*/ 540 w 734"/>
                  <a:gd name="T61" fmla="*/ 1606 h 1636"/>
                  <a:gd name="T62" fmla="*/ 600 w 734"/>
                  <a:gd name="T63" fmla="*/ 1592 h 1636"/>
                  <a:gd name="T64" fmla="*/ 646 w 734"/>
                  <a:gd name="T65" fmla="*/ 1570 h 1636"/>
                  <a:gd name="T66" fmla="*/ 676 w 734"/>
                  <a:gd name="T67" fmla="*/ 1542 h 1636"/>
                  <a:gd name="T68" fmla="*/ 696 w 734"/>
                  <a:gd name="T69" fmla="*/ 1512 h 1636"/>
                  <a:gd name="T70" fmla="*/ 708 w 734"/>
                  <a:gd name="T71" fmla="*/ 1482 h 1636"/>
                  <a:gd name="T72" fmla="*/ 714 w 734"/>
                  <a:gd name="T73" fmla="*/ 1452 h 1636"/>
                  <a:gd name="T74" fmla="*/ 714 w 734"/>
                  <a:gd name="T75" fmla="*/ 578 h 1636"/>
                  <a:gd name="T76" fmla="*/ 352 w 734"/>
                  <a:gd name="T77" fmla="*/ 578 h 1636"/>
                  <a:gd name="T78" fmla="*/ 734 w 734"/>
                  <a:gd name="T79" fmla="*/ 376 h 1636"/>
                  <a:gd name="T80" fmla="*/ 500 w 734"/>
                  <a:gd name="T81" fmla="*/ 214 h 1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34" h="1636">
                    <a:moveTo>
                      <a:pt x="500" y="0"/>
                    </a:moveTo>
                    <a:lnTo>
                      <a:pt x="302" y="0"/>
                    </a:lnTo>
                    <a:lnTo>
                      <a:pt x="302" y="214"/>
                    </a:lnTo>
                    <a:lnTo>
                      <a:pt x="36" y="214"/>
                    </a:lnTo>
                    <a:lnTo>
                      <a:pt x="36" y="376"/>
                    </a:lnTo>
                    <a:lnTo>
                      <a:pt x="174" y="376"/>
                    </a:lnTo>
                    <a:lnTo>
                      <a:pt x="174" y="876"/>
                    </a:lnTo>
                    <a:lnTo>
                      <a:pt x="174" y="876"/>
                    </a:lnTo>
                    <a:lnTo>
                      <a:pt x="172" y="936"/>
                    </a:lnTo>
                    <a:lnTo>
                      <a:pt x="168" y="992"/>
                    </a:lnTo>
                    <a:lnTo>
                      <a:pt x="158" y="1046"/>
                    </a:lnTo>
                    <a:lnTo>
                      <a:pt x="148" y="1098"/>
                    </a:lnTo>
                    <a:lnTo>
                      <a:pt x="134" y="1146"/>
                    </a:lnTo>
                    <a:lnTo>
                      <a:pt x="120" y="1190"/>
                    </a:lnTo>
                    <a:lnTo>
                      <a:pt x="104" y="1230"/>
                    </a:lnTo>
                    <a:lnTo>
                      <a:pt x="88" y="1268"/>
                    </a:lnTo>
                    <a:lnTo>
                      <a:pt x="72" y="1302"/>
                    </a:lnTo>
                    <a:lnTo>
                      <a:pt x="56" y="1332"/>
                    </a:lnTo>
                    <a:lnTo>
                      <a:pt x="28" y="1378"/>
                    </a:lnTo>
                    <a:lnTo>
                      <a:pt x="8" y="1406"/>
                    </a:lnTo>
                    <a:lnTo>
                      <a:pt x="0" y="1416"/>
                    </a:lnTo>
                    <a:lnTo>
                      <a:pt x="0" y="1636"/>
                    </a:lnTo>
                    <a:lnTo>
                      <a:pt x="0" y="1636"/>
                    </a:lnTo>
                    <a:lnTo>
                      <a:pt x="16" y="1624"/>
                    </a:lnTo>
                    <a:lnTo>
                      <a:pt x="32" y="1608"/>
                    </a:lnTo>
                    <a:lnTo>
                      <a:pt x="56" y="1588"/>
                    </a:lnTo>
                    <a:lnTo>
                      <a:pt x="82" y="1562"/>
                    </a:lnTo>
                    <a:lnTo>
                      <a:pt x="112" y="1530"/>
                    </a:lnTo>
                    <a:lnTo>
                      <a:pt x="144" y="1492"/>
                    </a:lnTo>
                    <a:lnTo>
                      <a:pt x="176" y="1448"/>
                    </a:lnTo>
                    <a:lnTo>
                      <a:pt x="208" y="1398"/>
                    </a:lnTo>
                    <a:lnTo>
                      <a:pt x="240" y="1342"/>
                    </a:lnTo>
                    <a:lnTo>
                      <a:pt x="256" y="1310"/>
                    </a:lnTo>
                    <a:lnTo>
                      <a:pt x="270" y="1278"/>
                    </a:lnTo>
                    <a:lnTo>
                      <a:pt x="284" y="1246"/>
                    </a:lnTo>
                    <a:lnTo>
                      <a:pt x="296" y="1210"/>
                    </a:lnTo>
                    <a:lnTo>
                      <a:pt x="308" y="1174"/>
                    </a:lnTo>
                    <a:lnTo>
                      <a:pt x="320" y="1136"/>
                    </a:lnTo>
                    <a:lnTo>
                      <a:pt x="328" y="1096"/>
                    </a:lnTo>
                    <a:lnTo>
                      <a:pt x="336" y="1056"/>
                    </a:lnTo>
                    <a:lnTo>
                      <a:pt x="344" y="1012"/>
                    </a:lnTo>
                    <a:lnTo>
                      <a:pt x="348" y="968"/>
                    </a:lnTo>
                    <a:lnTo>
                      <a:pt x="350" y="922"/>
                    </a:lnTo>
                    <a:lnTo>
                      <a:pt x="352" y="876"/>
                    </a:lnTo>
                    <a:lnTo>
                      <a:pt x="352" y="740"/>
                    </a:lnTo>
                    <a:lnTo>
                      <a:pt x="532" y="740"/>
                    </a:lnTo>
                    <a:lnTo>
                      <a:pt x="532" y="1372"/>
                    </a:lnTo>
                    <a:lnTo>
                      <a:pt x="532" y="1372"/>
                    </a:lnTo>
                    <a:lnTo>
                      <a:pt x="532" y="1382"/>
                    </a:lnTo>
                    <a:lnTo>
                      <a:pt x="530" y="1394"/>
                    </a:lnTo>
                    <a:lnTo>
                      <a:pt x="526" y="1406"/>
                    </a:lnTo>
                    <a:lnTo>
                      <a:pt x="522" y="1418"/>
                    </a:lnTo>
                    <a:lnTo>
                      <a:pt x="514" y="1430"/>
                    </a:lnTo>
                    <a:lnTo>
                      <a:pt x="508" y="1434"/>
                    </a:lnTo>
                    <a:lnTo>
                      <a:pt x="502" y="1438"/>
                    </a:lnTo>
                    <a:lnTo>
                      <a:pt x="496" y="1440"/>
                    </a:lnTo>
                    <a:lnTo>
                      <a:pt x="488" y="1440"/>
                    </a:lnTo>
                    <a:lnTo>
                      <a:pt x="332" y="1440"/>
                    </a:lnTo>
                    <a:lnTo>
                      <a:pt x="332" y="1608"/>
                    </a:lnTo>
                    <a:lnTo>
                      <a:pt x="504" y="1608"/>
                    </a:lnTo>
                    <a:lnTo>
                      <a:pt x="504" y="1608"/>
                    </a:lnTo>
                    <a:lnTo>
                      <a:pt x="540" y="1606"/>
                    </a:lnTo>
                    <a:lnTo>
                      <a:pt x="572" y="1602"/>
                    </a:lnTo>
                    <a:lnTo>
                      <a:pt x="600" y="1592"/>
                    </a:lnTo>
                    <a:lnTo>
                      <a:pt x="626" y="1582"/>
                    </a:lnTo>
                    <a:lnTo>
                      <a:pt x="646" y="1570"/>
                    </a:lnTo>
                    <a:lnTo>
                      <a:pt x="662" y="1556"/>
                    </a:lnTo>
                    <a:lnTo>
                      <a:pt x="676" y="1542"/>
                    </a:lnTo>
                    <a:lnTo>
                      <a:pt x="688" y="1526"/>
                    </a:lnTo>
                    <a:lnTo>
                      <a:pt x="696" y="1512"/>
                    </a:lnTo>
                    <a:lnTo>
                      <a:pt x="704" y="1496"/>
                    </a:lnTo>
                    <a:lnTo>
                      <a:pt x="708" y="1482"/>
                    </a:lnTo>
                    <a:lnTo>
                      <a:pt x="710" y="1470"/>
                    </a:lnTo>
                    <a:lnTo>
                      <a:pt x="714" y="1452"/>
                    </a:lnTo>
                    <a:lnTo>
                      <a:pt x="714" y="1444"/>
                    </a:lnTo>
                    <a:lnTo>
                      <a:pt x="714" y="578"/>
                    </a:lnTo>
                    <a:lnTo>
                      <a:pt x="714" y="578"/>
                    </a:lnTo>
                    <a:lnTo>
                      <a:pt x="352" y="578"/>
                    </a:lnTo>
                    <a:lnTo>
                      <a:pt x="352" y="376"/>
                    </a:lnTo>
                    <a:lnTo>
                      <a:pt x="734" y="376"/>
                    </a:lnTo>
                    <a:lnTo>
                      <a:pt x="734" y="214"/>
                    </a:lnTo>
                    <a:lnTo>
                      <a:pt x="500" y="214"/>
                    </a:lnTo>
                    <a:lnTo>
                      <a:pt x="50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54" name="Freeform 81">
                <a:extLst>
                  <a:ext uri="{FF2B5EF4-FFF2-40B4-BE49-F238E27FC236}">
                    <a16:creationId xmlns:a16="http://schemas.microsoft.com/office/drawing/2014/main" id="{BE2BF759-CEED-62E9-8D7C-DEDC38BEC2DE}"/>
                  </a:ext>
                </a:extLst>
              </p:cNvPr>
              <p:cNvSpPr>
                <a:spLocks/>
              </p:cNvSpPr>
              <p:nvPr/>
            </p:nvSpPr>
            <p:spPr bwMode="auto">
              <a:xfrm>
                <a:off x="2444750" y="2505075"/>
                <a:ext cx="1479550" cy="968375"/>
              </a:xfrm>
              <a:custGeom>
                <a:avLst/>
                <a:gdLst>
                  <a:gd name="T0" fmla="*/ 402 w 932"/>
                  <a:gd name="T1" fmla="*/ 214 h 610"/>
                  <a:gd name="T2" fmla="*/ 402 w 932"/>
                  <a:gd name="T3" fmla="*/ 214 h 610"/>
                  <a:gd name="T4" fmla="*/ 426 w 932"/>
                  <a:gd name="T5" fmla="*/ 166 h 610"/>
                  <a:gd name="T6" fmla="*/ 448 w 932"/>
                  <a:gd name="T7" fmla="*/ 116 h 610"/>
                  <a:gd name="T8" fmla="*/ 468 w 932"/>
                  <a:gd name="T9" fmla="*/ 60 h 610"/>
                  <a:gd name="T10" fmla="*/ 486 w 932"/>
                  <a:gd name="T11" fmla="*/ 0 h 610"/>
                  <a:gd name="T12" fmla="*/ 288 w 932"/>
                  <a:gd name="T13" fmla="*/ 0 h 610"/>
                  <a:gd name="T14" fmla="*/ 288 w 932"/>
                  <a:gd name="T15" fmla="*/ 0 h 610"/>
                  <a:gd name="T16" fmla="*/ 274 w 932"/>
                  <a:gd name="T17" fmla="*/ 50 h 610"/>
                  <a:gd name="T18" fmla="*/ 256 w 932"/>
                  <a:gd name="T19" fmla="*/ 98 h 610"/>
                  <a:gd name="T20" fmla="*/ 236 w 932"/>
                  <a:gd name="T21" fmla="*/ 144 h 610"/>
                  <a:gd name="T22" fmla="*/ 214 w 932"/>
                  <a:gd name="T23" fmla="*/ 186 h 610"/>
                  <a:gd name="T24" fmla="*/ 190 w 932"/>
                  <a:gd name="T25" fmla="*/ 226 h 610"/>
                  <a:gd name="T26" fmla="*/ 166 w 932"/>
                  <a:gd name="T27" fmla="*/ 262 h 610"/>
                  <a:gd name="T28" fmla="*/ 142 w 932"/>
                  <a:gd name="T29" fmla="*/ 296 h 610"/>
                  <a:gd name="T30" fmla="*/ 118 w 932"/>
                  <a:gd name="T31" fmla="*/ 326 h 610"/>
                  <a:gd name="T32" fmla="*/ 96 w 932"/>
                  <a:gd name="T33" fmla="*/ 354 h 610"/>
                  <a:gd name="T34" fmla="*/ 74 w 932"/>
                  <a:gd name="T35" fmla="*/ 378 h 610"/>
                  <a:gd name="T36" fmla="*/ 36 w 932"/>
                  <a:gd name="T37" fmla="*/ 416 h 610"/>
                  <a:gd name="T38" fmla="*/ 10 w 932"/>
                  <a:gd name="T39" fmla="*/ 440 h 610"/>
                  <a:gd name="T40" fmla="*/ 0 w 932"/>
                  <a:gd name="T41" fmla="*/ 448 h 610"/>
                  <a:gd name="T42" fmla="*/ 0 w 932"/>
                  <a:gd name="T43" fmla="*/ 610 h 610"/>
                  <a:gd name="T44" fmla="*/ 0 w 932"/>
                  <a:gd name="T45" fmla="*/ 610 h 610"/>
                  <a:gd name="T46" fmla="*/ 28 w 932"/>
                  <a:gd name="T47" fmla="*/ 600 h 610"/>
                  <a:gd name="T48" fmla="*/ 58 w 932"/>
                  <a:gd name="T49" fmla="*/ 586 h 610"/>
                  <a:gd name="T50" fmla="*/ 96 w 932"/>
                  <a:gd name="T51" fmla="*/ 564 h 610"/>
                  <a:gd name="T52" fmla="*/ 118 w 932"/>
                  <a:gd name="T53" fmla="*/ 550 h 610"/>
                  <a:gd name="T54" fmla="*/ 142 w 932"/>
                  <a:gd name="T55" fmla="*/ 532 h 610"/>
                  <a:gd name="T56" fmla="*/ 168 w 932"/>
                  <a:gd name="T57" fmla="*/ 514 h 610"/>
                  <a:gd name="T58" fmla="*/ 194 w 932"/>
                  <a:gd name="T59" fmla="*/ 492 h 610"/>
                  <a:gd name="T60" fmla="*/ 220 w 932"/>
                  <a:gd name="T61" fmla="*/ 468 h 610"/>
                  <a:gd name="T62" fmla="*/ 248 w 932"/>
                  <a:gd name="T63" fmla="*/ 440 h 610"/>
                  <a:gd name="T64" fmla="*/ 274 w 932"/>
                  <a:gd name="T65" fmla="*/ 410 h 610"/>
                  <a:gd name="T66" fmla="*/ 302 w 932"/>
                  <a:gd name="T67" fmla="*/ 376 h 610"/>
                  <a:gd name="T68" fmla="*/ 932 w 932"/>
                  <a:gd name="T69" fmla="*/ 376 h 610"/>
                  <a:gd name="T70" fmla="*/ 932 w 932"/>
                  <a:gd name="T71" fmla="*/ 214 h 610"/>
                  <a:gd name="T72" fmla="*/ 402 w 932"/>
                  <a:gd name="T73" fmla="*/ 214 h 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32" h="610">
                    <a:moveTo>
                      <a:pt x="402" y="214"/>
                    </a:moveTo>
                    <a:lnTo>
                      <a:pt x="402" y="214"/>
                    </a:lnTo>
                    <a:lnTo>
                      <a:pt x="426" y="166"/>
                    </a:lnTo>
                    <a:lnTo>
                      <a:pt x="448" y="116"/>
                    </a:lnTo>
                    <a:lnTo>
                      <a:pt x="468" y="60"/>
                    </a:lnTo>
                    <a:lnTo>
                      <a:pt x="486" y="0"/>
                    </a:lnTo>
                    <a:lnTo>
                      <a:pt x="288" y="0"/>
                    </a:lnTo>
                    <a:lnTo>
                      <a:pt x="288" y="0"/>
                    </a:lnTo>
                    <a:lnTo>
                      <a:pt x="274" y="50"/>
                    </a:lnTo>
                    <a:lnTo>
                      <a:pt x="256" y="98"/>
                    </a:lnTo>
                    <a:lnTo>
                      <a:pt x="236" y="144"/>
                    </a:lnTo>
                    <a:lnTo>
                      <a:pt x="214" y="186"/>
                    </a:lnTo>
                    <a:lnTo>
                      <a:pt x="190" y="226"/>
                    </a:lnTo>
                    <a:lnTo>
                      <a:pt x="166" y="262"/>
                    </a:lnTo>
                    <a:lnTo>
                      <a:pt x="142" y="296"/>
                    </a:lnTo>
                    <a:lnTo>
                      <a:pt x="118" y="326"/>
                    </a:lnTo>
                    <a:lnTo>
                      <a:pt x="96" y="354"/>
                    </a:lnTo>
                    <a:lnTo>
                      <a:pt x="74" y="378"/>
                    </a:lnTo>
                    <a:lnTo>
                      <a:pt x="36" y="416"/>
                    </a:lnTo>
                    <a:lnTo>
                      <a:pt x="10" y="440"/>
                    </a:lnTo>
                    <a:lnTo>
                      <a:pt x="0" y="448"/>
                    </a:lnTo>
                    <a:lnTo>
                      <a:pt x="0" y="610"/>
                    </a:lnTo>
                    <a:lnTo>
                      <a:pt x="0" y="610"/>
                    </a:lnTo>
                    <a:lnTo>
                      <a:pt x="28" y="600"/>
                    </a:lnTo>
                    <a:lnTo>
                      <a:pt x="58" y="586"/>
                    </a:lnTo>
                    <a:lnTo>
                      <a:pt x="96" y="564"/>
                    </a:lnTo>
                    <a:lnTo>
                      <a:pt x="118" y="550"/>
                    </a:lnTo>
                    <a:lnTo>
                      <a:pt x="142" y="532"/>
                    </a:lnTo>
                    <a:lnTo>
                      <a:pt x="168" y="514"/>
                    </a:lnTo>
                    <a:lnTo>
                      <a:pt x="194" y="492"/>
                    </a:lnTo>
                    <a:lnTo>
                      <a:pt x="220" y="468"/>
                    </a:lnTo>
                    <a:lnTo>
                      <a:pt x="248" y="440"/>
                    </a:lnTo>
                    <a:lnTo>
                      <a:pt x="274" y="410"/>
                    </a:lnTo>
                    <a:lnTo>
                      <a:pt x="302" y="376"/>
                    </a:lnTo>
                    <a:lnTo>
                      <a:pt x="932" y="376"/>
                    </a:lnTo>
                    <a:lnTo>
                      <a:pt x="932" y="214"/>
                    </a:lnTo>
                    <a:lnTo>
                      <a:pt x="402" y="2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55" name="Freeform 82">
                <a:extLst>
                  <a:ext uri="{FF2B5EF4-FFF2-40B4-BE49-F238E27FC236}">
                    <a16:creationId xmlns:a16="http://schemas.microsoft.com/office/drawing/2014/main" id="{24C56EF3-3FDA-C899-A817-4C402D99FBD4}"/>
                  </a:ext>
                </a:extLst>
              </p:cNvPr>
              <p:cNvSpPr>
                <a:spLocks/>
              </p:cNvSpPr>
              <p:nvPr/>
            </p:nvSpPr>
            <p:spPr bwMode="auto">
              <a:xfrm>
                <a:off x="2441575" y="3165475"/>
                <a:ext cx="1482725" cy="1895475"/>
              </a:xfrm>
              <a:custGeom>
                <a:avLst/>
                <a:gdLst>
                  <a:gd name="T0" fmla="*/ 650 w 934"/>
                  <a:gd name="T1" fmla="*/ 630 h 1194"/>
                  <a:gd name="T2" fmla="*/ 732 w 934"/>
                  <a:gd name="T3" fmla="*/ 590 h 1194"/>
                  <a:gd name="T4" fmla="*/ 858 w 934"/>
                  <a:gd name="T5" fmla="*/ 516 h 1194"/>
                  <a:gd name="T6" fmla="*/ 880 w 934"/>
                  <a:gd name="T7" fmla="*/ 306 h 1194"/>
                  <a:gd name="T8" fmla="*/ 838 w 934"/>
                  <a:gd name="T9" fmla="*/ 336 h 1194"/>
                  <a:gd name="T10" fmla="*/ 758 w 934"/>
                  <a:gd name="T11" fmla="*/ 384 h 1194"/>
                  <a:gd name="T12" fmla="*/ 654 w 934"/>
                  <a:gd name="T13" fmla="*/ 438 h 1194"/>
                  <a:gd name="T14" fmla="*/ 604 w 934"/>
                  <a:gd name="T15" fmla="*/ 460 h 1194"/>
                  <a:gd name="T16" fmla="*/ 590 w 934"/>
                  <a:gd name="T17" fmla="*/ 364 h 1194"/>
                  <a:gd name="T18" fmla="*/ 580 w 934"/>
                  <a:gd name="T19" fmla="*/ 256 h 1194"/>
                  <a:gd name="T20" fmla="*/ 658 w 934"/>
                  <a:gd name="T21" fmla="*/ 218 h 1194"/>
                  <a:gd name="T22" fmla="*/ 764 w 934"/>
                  <a:gd name="T23" fmla="*/ 160 h 1194"/>
                  <a:gd name="T24" fmla="*/ 764 w 934"/>
                  <a:gd name="T25" fmla="*/ 0 h 1194"/>
                  <a:gd name="T26" fmla="*/ 644 w 934"/>
                  <a:gd name="T27" fmla="*/ 62 h 1194"/>
                  <a:gd name="T28" fmla="*/ 446 w 934"/>
                  <a:gd name="T29" fmla="*/ 150 h 1194"/>
                  <a:gd name="T30" fmla="*/ 316 w 934"/>
                  <a:gd name="T31" fmla="*/ 202 h 1194"/>
                  <a:gd name="T32" fmla="*/ 166 w 934"/>
                  <a:gd name="T33" fmla="*/ 254 h 1194"/>
                  <a:gd name="T34" fmla="*/ 0 w 934"/>
                  <a:gd name="T35" fmla="*/ 306 h 1194"/>
                  <a:gd name="T36" fmla="*/ 0 w 934"/>
                  <a:gd name="T37" fmla="*/ 468 h 1194"/>
                  <a:gd name="T38" fmla="*/ 142 w 934"/>
                  <a:gd name="T39" fmla="*/ 428 h 1194"/>
                  <a:gd name="T40" fmla="*/ 316 w 934"/>
                  <a:gd name="T41" fmla="*/ 1194 h 1194"/>
                  <a:gd name="T42" fmla="*/ 316 w 934"/>
                  <a:gd name="T43" fmla="*/ 368 h 1194"/>
                  <a:gd name="T44" fmla="*/ 404 w 934"/>
                  <a:gd name="T45" fmla="*/ 334 h 1194"/>
                  <a:gd name="T46" fmla="*/ 424 w 934"/>
                  <a:gd name="T47" fmla="*/ 458 h 1194"/>
                  <a:gd name="T48" fmla="*/ 450 w 934"/>
                  <a:gd name="T49" fmla="*/ 570 h 1194"/>
                  <a:gd name="T50" fmla="*/ 484 w 934"/>
                  <a:gd name="T51" fmla="*/ 670 h 1194"/>
                  <a:gd name="T52" fmla="*/ 522 w 934"/>
                  <a:gd name="T53" fmla="*/ 760 h 1194"/>
                  <a:gd name="T54" fmla="*/ 564 w 934"/>
                  <a:gd name="T55" fmla="*/ 840 h 1194"/>
                  <a:gd name="T56" fmla="*/ 608 w 934"/>
                  <a:gd name="T57" fmla="*/ 910 h 1194"/>
                  <a:gd name="T58" fmla="*/ 654 w 934"/>
                  <a:gd name="T59" fmla="*/ 972 h 1194"/>
                  <a:gd name="T60" fmla="*/ 700 w 934"/>
                  <a:gd name="T61" fmla="*/ 1024 h 1194"/>
                  <a:gd name="T62" fmla="*/ 788 w 934"/>
                  <a:gd name="T63" fmla="*/ 1104 h 1194"/>
                  <a:gd name="T64" fmla="*/ 862 w 934"/>
                  <a:gd name="T65" fmla="*/ 1158 h 1194"/>
                  <a:gd name="T66" fmla="*/ 914 w 934"/>
                  <a:gd name="T67" fmla="*/ 1186 h 1194"/>
                  <a:gd name="T68" fmla="*/ 934 w 934"/>
                  <a:gd name="T69" fmla="*/ 1010 h 1194"/>
                  <a:gd name="T70" fmla="*/ 926 w 934"/>
                  <a:gd name="T71" fmla="*/ 1006 h 1194"/>
                  <a:gd name="T72" fmla="*/ 872 w 934"/>
                  <a:gd name="T73" fmla="*/ 966 h 1194"/>
                  <a:gd name="T74" fmla="*/ 832 w 934"/>
                  <a:gd name="T75" fmla="*/ 928 h 1194"/>
                  <a:gd name="T76" fmla="*/ 786 w 934"/>
                  <a:gd name="T77" fmla="*/ 876 h 1194"/>
                  <a:gd name="T78" fmla="*/ 738 w 934"/>
                  <a:gd name="T79" fmla="*/ 810 h 1194"/>
                  <a:gd name="T80" fmla="*/ 692 w 934"/>
                  <a:gd name="T81" fmla="*/ 728 h 1194"/>
                  <a:gd name="T82" fmla="*/ 650 w 934"/>
                  <a:gd name="T83" fmla="*/ 630 h 1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34" h="1194">
                    <a:moveTo>
                      <a:pt x="650" y="630"/>
                    </a:moveTo>
                    <a:lnTo>
                      <a:pt x="650" y="630"/>
                    </a:lnTo>
                    <a:lnTo>
                      <a:pt x="690" y="610"/>
                    </a:lnTo>
                    <a:lnTo>
                      <a:pt x="732" y="590"/>
                    </a:lnTo>
                    <a:lnTo>
                      <a:pt x="804" y="550"/>
                    </a:lnTo>
                    <a:lnTo>
                      <a:pt x="858" y="516"/>
                    </a:lnTo>
                    <a:lnTo>
                      <a:pt x="880" y="504"/>
                    </a:lnTo>
                    <a:lnTo>
                      <a:pt x="880" y="306"/>
                    </a:lnTo>
                    <a:lnTo>
                      <a:pt x="880" y="306"/>
                    </a:lnTo>
                    <a:lnTo>
                      <a:pt x="838" y="336"/>
                    </a:lnTo>
                    <a:lnTo>
                      <a:pt x="798" y="362"/>
                    </a:lnTo>
                    <a:lnTo>
                      <a:pt x="758" y="384"/>
                    </a:lnTo>
                    <a:lnTo>
                      <a:pt x="720" y="406"/>
                    </a:lnTo>
                    <a:lnTo>
                      <a:pt x="654" y="438"/>
                    </a:lnTo>
                    <a:lnTo>
                      <a:pt x="604" y="460"/>
                    </a:lnTo>
                    <a:lnTo>
                      <a:pt x="604" y="460"/>
                    </a:lnTo>
                    <a:lnTo>
                      <a:pt x="596" y="414"/>
                    </a:lnTo>
                    <a:lnTo>
                      <a:pt x="590" y="364"/>
                    </a:lnTo>
                    <a:lnTo>
                      <a:pt x="584" y="312"/>
                    </a:lnTo>
                    <a:lnTo>
                      <a:pt x="580" y="256"/>
                    </a:lnTo>
                    <a:lnTo>
                      <a:pt x="580" y="256"/>
                    </a:lnTo>
                    <a:lnTo>
                      <a:pt x="658" y="218"/>
                    </a:lnTo>
                    <a:lnTo>
                      <a:pt x="716" y="188"/>
                    </a:lnTo>
                    <a:lnTo>
                      <a:pt x="764" y="160"/>
                    </a:lnTo>
                    <a:lnTo>
                      <a:pt x="764" y="0"/>
                    </a:lnTo>
                    <a:lnTo>
                      <a:pt x="764" y="0"/>
                    </a:lnTo>
                    <a:lnTo>
                      <a:pt x="710" y="28"/>
                    </a:lnTo>
                    <a:lnTo>
                      <a:pt x="644" y="62"/>
                    </a:lnTo>
                    <a:lnTo>
                      <a:pt x="556" y="102"/>
                    </a:lnTo>
                    <a:lnTo>
                      <a:pt x="446" y="150"/>
                    </a:lnTo>
                    <a:lnTo>
                      <a:pt x="384" y="176"/>
                    </a:lnTo>
                    <a:lnTo>
                      <a:pt x="316" y="202"/>
                    </a:lnTo>
                    <a:lnTo>
                      <a:pt x="244" y="228"/>
                    </a:lnTo>
                    <a:lnTo>
                      <a:pt x="166" y="254"/>
                    </a:lnTo>
                    <a:lnTo>
                      <a:pt x="86" y="280"/>
                    </a:lnTo>
                    <a:lnTo>
                      <a:pt x="0" y="306"/>
                    </a:lnTo>
                    <a:lnTo>
                      <a:pt x="0" y="468"/>
                    </a:lnTo>
                    <a:lnTo>
                      <a:pt x="0" y="468"/>
                    </a:lnTo>
                    <a:lnTo>
                      <a:pt x="72" y="448"/>
                    </a:lnTo>
                    <a:lnTo>
                      <a:pt x="142" y="428"/>
                    </a:lnTo>
                    <a:lnTo>
                      <a:pt x="142" y="1194"/>
                    </a:lnTo>
                    <a:lnTo>
                      <a:pt x="316" y="1194"/>
                    </a:lnTo>
                    <a:lnTo>
                      <a:pt x="316" y="368"/>
                    </a:lnTo>
                    <a:lnTo>
                      <a:pt x="316" y="368"/>
                    </a:lnTo>
                    <a:lnTo>
                      <a:pt x="404" y="334"/>
                    </a:lnTo>
                    <a:lnTo>
                      <a:pt x="404" y="334"/>
                    </a:lnTo>
                    <a:lnTo>
                      <a:pt x="414" y="398"/>
                    </a:lnTo>
                    <a:lnTo>
                      <a:pt x="424" y="458"/>
                    </a:lnTo>
                    <a:lnTo>
                      <a:pt x="436" y="516"/>
                    </a:lnTo>
                    <a:lnTo>
                      <a:pt x="450" y="570"/>
                    </a:lnTo>
                    <a:lnTo>
                      <a:pt x="466" y="622"/>
                    </a:lnTo>
                    <a:lnTo>
                      <a:pt x="484" y="670"/>
                    </a:lnTo>
                    <a:lnTo>
                      <a:pt x="502" y="716"/>
                    </a:lnTo>
                    <a:lnTo>
                      <a:pt x="522" y="760"/>
                    </a:lnTo>
                    <a:lnTo>
                      <a:pt x="542" y="802"/>
                    </a:lnTo>
                    <a:lnTo>
                      <a:pt x="564" y="840"/>
                    </a:lnTo>
                    <a:lnTo>
                      <a:pt x="586" y="876"/>
                    </a:lnTo>
                    <a:lnTo>
                      <a:pt x="608" y="910"/>
                    </a:lnTo>
                    <a:lnTo>
                      <a:pt x="632" y="942"/>
                    </a:lnTo>
                    <a:lnTo>
                      <a:pt x="654" y="972"/>
                    </a:lnTo>
                    <a:lnTo>
                      <a:pt x="678" y="998"/>
                    </a:lnTo>
                    <a:lnTo>
                      <a:pt x="700" y="1024"/>
                    </a:lnTo>
                    <a:lnTo>
                      <a:pt x="746" y="1068"/>
                    </a:lnTo>
                    <a:lnTo>
                      <a:pt x="788" y="1104"/>
                    </a:lnTo>
                    <a:lnTo>
                      <a:pt x="828" y="1134"/>
                    </a:lnTo>
                    <a:lnTo>
                      <a:pt x="862" y="1158"/>
                    </a:lnTo>
                    <a:lnTo>
                      <a:pt x="892" y="1174"/>
                    </a:lnTo>
                    <a:lnTo>
                      <a:pt x="914" y="1186"/>
                    </a:lnTo>
                    <a:lnTo>
                      <a:pt x="934" y="1194"/>
                    </a:lnTo>
                    <a:lnTo>
                      <a:pt x="934" y="1010"/>
                    </a:lnTo>
                    <a:lnTo>
                      <a:pt x="934" y="1010"/>
                    </a:lnTo>
                    <a:lnTo>
                      <a:pt x="926" y="1006"/>
                    </a:lnTo>
                    <a:lnTo>
                      <a:pt x="904" y="992"/>
                    </a:lnTo>
                    <a:lnTo>
                      <a:pt x="872" y="966"/>
                    </a:lnTo>
                    <a:lnTo>
                      <a:pt x="852" y="948"/>
                    </a:lnTo>
                    <a:lnTo>
                      <a:pt x="832" y="928"/>
                    </a:lnTo>
                    <a:lnTo>
                      <a:pt x="808" y="904"/>
                    </a:lnTo>
                    <a:lnTo>
                      <a:pt x="786" y="876"/>
                    </a:lnTo>
                    <a:lnTo>
                      <a:pt x="762" y="844"/>
                    </a:lnTo>
                    <a:lnTo>
                      <a:pt x="738" y="810"/>
                    </a:lnTo>
                    <a:lnTo>
                      <a:pt x="716" y="770"/>
                    </a:lnTo>
                    <a:lnTo>
                      <a:pt x="692" y="728"/>
                    </a:lnTo>
                    <a:lnTo>
                      <a:pt x="670" y="680"/>
                    </a:lnTo>
                    <a:lnTo>
                      <a:pt x="650" y="630"/>
                    </a:lnTo>
                    <a:lnTo>
                      <a:pt x="650" y="6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56" name="Freeform 83">
                <a:extLst>
                  <a:ext uri="{FF2B5EF4-FFF2-40B4-BE49-F238E27FC236}">
                    <a16:creationId xmlns:a16="http://schemas.microsoft.com/office/drawing/2014/main" id="{7A47EB89-FE09-B2D6-6DBB-69FD2F61BDC4}"/>
                  </a:ext>
                </a:extLst>
              </p:cNvPr>
              <p:cNvSpPr>
                <a:spLocks/>
              </p:cNvSpPr>
              <p:nvPr/>
            </p:nvSpPr>
            <p:spPr bwMode="auto">
              <a:xfrm>
                <a:off x="4187825" y="2505075"/>
                <a:ext cx="2562225" cy="895350"/>
              </a:xfrm>
              <a:custGeom>
                <a:avLst/>
                <a:gdLst>
                  <a:gd name="T0" fmla="*/ 180 w 1614"/>
                  <a:gd name="T1" fmla="*/ 250 h 564"/>
                  <a:gd name="T2" fmla="*/ 1434 w 1614"/>
                  <a:gd name="T3" fmla="*/ 250 h 564"/>
                  <a:gd name="T4" fmla="*/ 1434 w 1614"/>
                  <a:gd name="T5" fmla="*/ 564 h 564"/>
                  <a:gd name="T6" fmla="*/ 1614 w 1614"/>
                  <a:gd name="T7" fmla="*/ 564 h 564"/>
                  <a:gd name="T8" fmla="*/ 1614 w 1614"/>
                  <a:gd name="T9" fmla="*/ 88 h 564"/>
                  <a:gd name="T10" fmla="*/ 912 w 1614"/>
                  <a:gd name="T11" fmla="*/ 88 h 564"/>
                  <a:gd name="T12" fmla="*/ 912 w 1614"/>
                  <a:gd name="T13" fmla="*/ 0 h 564"/>
                  <a:gd name="T14" fmla="*/ 712 w 1614"/>
                  <a:gd name="T15" fmla="*/ 0 h 564"/>
                  <a:gd name="T16" fmla="*/ 712 w 1614"/>
                  <a:gd name="T17" fmla="*/ 88 h 564"/>
                  <a:gd name="T18" fmla="*/ 0 w 1614"/>
                  <a:gd name="T19" fmla="*/ 88 h 564"/>
                  <a:gd name="T20" fmla="*/ 0 w 1614"/>
                  <a:gd name="T21" fmla="*/ 564 h 564"/>
                  <a:gd name="T22" fmla="*/ 180 w 1614"/>
                  <a:gd name="T23" fmla="*/ 564 h 564"/>
                  <a:gd name="T24" fmla="*/ 180 w 1614"/>
                  <a:gd name="T25" fmla="*/ 250 h 5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14" h="564">
                    <a:moveTo>
                      <a:pt x="180" y="250"/>
                    </a:moveTo>
                    <a:lnTo>
                      <a:pt x="1434" y="250"/>
                    </a:lnTo>
                    <a:lnTo>
                      <a:pt x="1434" y="564"/>
                    </a:lnTo>
                    <a:lnTo>
                      <a:pt x="1614" y="564"/>
                    </a:lnTo>
                    <a:lnTo>
                      <a:pt x="1614" y="88"/>
                    </a:lnTo>
                    <a:lnTo>
                      <a:pt x="912" y="88"/>
                    </a:lnTo>
                    <a:lnTo>
                      <a:pt x="912" y="0"/>
                    </a:lnTo>
                    <a:lnTo>
                      <a:pt x="712" y="0"/>
                    </a:lnTo>
                    <a:lnTo>
                      <a:pt x="712" y="88"/>
                    </a:lnTo>
                    <a:lnTo>
                      <a:pt x="0" y="88"/>
                    </a:lnTo>
                    <a:lnTo>
                      <a:pt x="0" y="564"/>
                    </a:lnTo>
                    <a:lnTo>
                      <a:pt x="180" y="564"/>
                    </a:lnTo>
                    <a:lnTo>
                      <a:pt x="180" y="2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57" name="Freeform 84">
                <a:extLst>
                  <a:ext uri="{FF2B5EF4-FFF2-40B4-BE49-F238E27FC236}">
                    <a16:creationId xmlns:a16="http://schemas.microsoft.com/office/drawing/2014/main" id="{B070E5CF-7F8D-9C00-75AB-21D2F1190CBF}"/>
                  </a:ext>
                </a:extLst>
              </p:cNvPr>
              <p:cNvSpPr>
                <a:spLocks noEditPoints="1"/>
              </p:cNvSpPr>
              <p:nvPr/>
            </p:nvSpPr>
            <p:spPr bwMode="auto">
              <a:xfrm>
                <a:off x="4105275" y="3022600"/>
                <a:ext cx="2724150" cy="2038350"/>
              </a:xfrm>
              <a:custGeom>
                <a:avLst/>
                <a:gdLst>
                  <a:gd name="T0" fmla="*/ 1716 w 1716"/>
                  <a:gd name="T1" fmla="*/ 626 h 1284"/>
                  <a:gd name="T2" fmla="*/ 1594 w 1716"/>
                  <a:gd name="T3" fmla="*/ 604 h 1284"/>
                  <a:gd name="T4" fmla="*/ 1406 w 1716"/>
                  <a:gd name="T5" fmla="*/ 556 h 1284"/>
                  <a:gd name="T6" fmla="*/ 1292 w 1716"/>
                  <a:gd name="T7" fmla="*/ 520 h 1284"/>
                  <a:gd name="T8" fmla="*/ 1168 w 1716"/>
                  <a:gd name="T9" fmla="*/ 472 h 1284"/>
                  <a:gd name="T10" fmla="*/ 1038 w 1716"/>
                  <a:gd name="T11" fmla="*/ 414 h 1284"/>
                  <a:gd name="T12" fmla="*/ 1108 w 1716"/>
                  <a:gd name="T13" fmla="*/ 366 h 1284"/>
                  <a:gd name="T14" fmla="*/ 1218 w 1716"/>
                  <a:gd name="T15" fmla="*/ 276 h 1284"/>
                  <a:gd name="T16" fmla="*/ 1290 w 1716"/>
                  <a:gd name="T17" fmla="*/ 206 h 1284"/>
                  <a:gd name="T18" fmla="*/ 1332 w 1716"/>
                  <a:gd name="T19" fmla="*/ 162 h 1284"/>
                  <a:gd name="T20" fmla="*/ 512 w 1716"/>
                  <a:gd name="T21" fmla="*/ 0 h 1284"/>
                  <a:gd name="T22" fmla="*/ 510 w 1716"/>
                  <a:gd name="T23" fmla="*/ 8 h 1284"/>
                  <a:gd name="T24" fmla="*/ 480 w 1716"/>
                  <a:gd name="T25" fmla="*/ 62 h 1284"/>
                  <a:gd name="T26" fmla="*/ 434 w 1716"/>
                  <a:gd name="T27" fmla="*/ 126 h 1284"/>
                  <a:gd name="T28" fmla="*/ 390 w 1716"/>
                  <a:gd name="T29" fmla="*/ 178 h 1284"/>
                  <a:gd name="T30" fmla="*/ 332 w 1716"/>
                  <a:gd name="T31" fmla="*/ 230 h 1284"/>
                  <a:gd name="T32" fmla="*/ 262 w 1716"/>
                  <a:gd name="T33" fmla="*/ 286 h 1284"/>
                  <a:gd name="T34" fmla="*/ 220 w 1716"/>
                  <a:gd name="T35" fmla="*/ 474 h 1284"/>
                  <a:gd name="T36" fmla="*/ 246 w 1716"/>
                  <a:gd name="T37" fmla="*/ 466 h 1284"/>
                  <a:gd name="T38" fmla="*/ 312 w 1716"/>
                  <a:gd name="T39" fmla="*/ 438 h 1284"/>
                  <a:gd name="T40" fmla="*/ 382 w 1716"/>
                  <a:gd name="T41" fmla="*/ 396 h 1284"/>
                  <a:gd name="T42" fmla="*/ 436 w 1716"/>
                  <a:gd name="T43" fmla="*/ 356 h 1284"/>
                  <a:gd name="T44" fmla="*/ 496 w 1716"/>
                  <a:gd name="T45" fmla="*/ 306 h 1284"/>
                  <a:gd name="T46" fmla="*/ 526 w 1716"/>
                  <a:gd name="T47" fmla="*/ 276 h 1284"/>
                  <a:gd name="T48" fmla="*/ 592 w 1716"/>
                  <a:gd name="T49" fmla="*/ 332 h 1284"/>
                  <a:gd name="T50" fmla="*/ 710 w 1716"/>
                  <a:gd name="T51" fmla="*/ 418 h 1284"/>
                  <a:gd name="T52" fmla="*/ 644 w 1716"/>
                  <a:gd name="T53" fmla="*/ 448 h 1284"/>
                  <a:gd name="T54" fmla="*/ 512 w 1716"/>
                  <a:gd name="T55" fmla="*/ 500 h 1284"/>
                  <a:gd name="T56" fmla="*/ 388 w 1716"/>
                  <a:gd name="T57" fmla="*/ 540 h 1284"/>
                  <a:gd name="T58" fmla="*/ 274 w 1716"/>
                  <a:gd name="T59" fmla="*/ 572 h 1284"/>
                  <a:gd name="T60" fmla="*/ 132 w 1716"/>
                  <a:gd name="T61" fmla="*/ 604 h 1284"/>
                  <a:gd name="T62" fmla="*/ 0 w 1716"/>
                  <a:gd name="T63" fmla="*/ 626 h 1284"/>
                  <a:gd name="T64" fmla="*/ 0 w 1716"/>
                  <a:gd name="T65" fmla="*/ 772 h 1284"/>
                  <a:gd name="T66" fmla="*/ 110 w 1716"/>
                  <a:gd name="T67" fmla="*/ 760 h 1284"/>
                  <a:gd name="T68" fmla="*/ 214 w 1716"/>
                  <a:gd name="T69" fmla="*/ 1284 h 1284"/>
                  <a:gd name="T70" fmla="*/ 1506 w 1716"/>
                  <a:gd name="T71" fmla="*/ 736 h 1284"/>
                  <a:gd name="T72" fmla="*/ 1608 w 1716"/>
                  <a:gd name="T73" fmla="*/ 756 h 1284"/>
                  <a:gd name="T74" fmla="*/ 1716 w 1716"/>
                  <a:gd name="T75" fmla="*/ 772 h 1284"/>
                  <a:gd name="T76" fmla="*/ 650 w 1716"/>
                  <a:gd name="T77" fmla="*/ 162 h 1284"/>
                  <a:gd name="T78" fmla="*/ 1098 w 1716"/>
                  <a:gd name="T79" fmla="*/ 162 h 1284"/>
                  <a:gd name="T80" fmla="*/ 992 w 1716"/>
                  <a:gd name="T81" fmla="*/ 250 h 1284"/>
                  <a:gd name="T82" fmla="*/ 878 w 1716"/>
                  <a:gd name="T83" fmla="*/ 326 h 1284"/>
                  <a:gd name="T84" fmla="*/ 818 w 1716"/>
                  <a:gd name="T85" fmla="*/ 290 h 1284"/>
                  <a:gd name="T86" fmla="*/ 704 w 1716"/>
                  <a:gd name="T87" fmla="*/ 208 h 1284"/>
                  <a:gd name="T88" fmla="*/ 650 w 1716"/>
                  <a:gd name="T89" fmla="*/ 162 h 1284"/>
                  <a:gd name="T90" fmla="*/ 396 w 1716"/>
                  <a:gd name="T91" fmla="*/ 1122 h 1284"/>
                  <a:gd name="T92" fmla="*/ 1322 w 1716"/>
                  <a:gd name="T93" fmla="*/ 858 h 1284"/>
                  <a:gd name="T94" fmla="*/ 422 w 1716"/>
                  <a:gd name="T95" fmla="*/ 696 h 1284"/>
                  <a:gd name="T96" fmla="*/ 486 w 1716"/>
                  <a:gd name="T97" fmla="*/ 678 h 1284"/>
                  <a:gd name="T98" fmla="*/ 610 w 1716"/>
                  <a:gd name="T99" fmla="*/ 636 h 1284"/>
                  <a:gd name="T100" fmla="*/ 724 w 1716"/>
                  <a:gd name="T101" fmla="*/ 590 h 1284"/>
                  <a:gd name="T102" fmla="*/ 828 w 1716"/>
                  <a:gd name="T103" fmla="*/ 540 h 1284"/>
                  <a:gd name="T104" fmla="*/ 876 w 1716"/>
                  <a:gd name="T105" fmla="*/ 514 h 1284"/>
                  <a:gd name="T106" fmla="*/ 974 w 1716"/>
                  <a:gd name="T107" fmla="*/ 564 h 1284"/>
                  <a:gd name="T108" fmla="*/ 1084 w 1716"/>
                  <a:gd name="T109" fmla="*/ 610 h 1284"/>
                  <a:gd name="T110" fmla="*/ 1206 w 1716"/>
                  <a:gd name="T111" fmla="*/ 656 h 1284"/>
                  <a:gd name="T112" fmla="*/ 1340 w 1716"/>
                  <a:gd name="T113" fmla="*/ 696 h 1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716" h="1284">
                    <a:moveTo>
                      <a:pt x="1716" y="626"/>
                    </a:moveTo>
                    <a:lnTo>
                      <a:pt x="1716" y="626"/>
                    </a:lnTo>
                    <a:lnTo>
                      <a:pt x="1660" y="616"/>
                    </a:lnTo>
                    <a:lnTo>
                      <a:pt x="1594" y="604"/>
                    </a:lnTo>
                    <a:lnTo>
                      <a:pt x="1508" y="584"/>
                    </a:lnTo>
                    <a:lnTo>
                      <a:pt x="1406" y="556"/>
                    </a:lnTo>
                    <a:lnTo>
                      <a:pt x="1350" y="538"/>
                    </a:lnTo>
                    <a:lnTo>
                      <a:pt x="1292" y="520"/>
                    </a:lnTo>
                    <a:lnTo>
                      <a:pt x="1230" y="498"/>
                    </a:lnTo>
                    <a:lnTo>
                      <a:pt x="1168" y="472"/>
                    </a:lnTo>
                    <a:lnTo>
                      <a:pt x="1104" y="446"/>
                    </a:lnTo>
                    <a:lnTo>
                      <a:pt x="1038" y="414"/>
                    </a:lnTo>
                    <a:lnTo>
                      <a:pt x="1038" y="414"/>
                    </a:lnTo>
                    <a:lnTo>
                      <a:pt x="1108" y="366"/>
                    </a:lnTo>
                    <a:lnTo>
                      <a:pt x="1166" y="318"/>
                    </a:lnTo>
                    <a:lnTo>
                      <a:pt x="1218" y="276"/>
                    </a:lnTo>
                    <a:lnTo>
                      <a:pt x="1258" y="238"/>
                    </a:lnTo>
                    <a:lnTo>
                      <a:pt x="1290" y="206"/>
                    </a:lnTo>
                    <a:lnTo>
                      <a:pt x="1314" y="182"/>
                    </a:lnTo>
                    <a:lnTo>
                      <a:pt x="1332" y="162"/>
                    </a:lnTo>
                    <a:lnTo>
                      <a:pt x="1332" y="0"/>
                    </a:lnTo>
                    <a:lnTo>
                      <a:pt x="512" y="0"/>
                    </a:lnTo>
                    <a:lnTo>
                      <a:pt x="512" y="0"/>
                    </a:lnTo>
                    <a:lnTo>
                      <a:pt x="510" y="8"/>
                    </a:lnTo>
                    <a:lnTo>
                      <a:pt x="498" y="28"/>
                    </a:lnTo>
                    <a:lnTo>
                      <a:pt x="480" y="62"/>
                    </a:lnTo>
                    <a:lnTo>
                      <a:pt x="452" y="102"/>
                    </a:lnTo>
                    <a:lnTo>
                      <a:pt x="434" y="126"/>
                    </a:lnTo>
                    <a:lnTo>
                      <a:pt x="414" y="152"/>
                    </a:lnTo>
                    <a:lnTo>
                      <a:pt x="390" y="178"/>
                    </a:lnTo>
                    <a:lnTo>
                      <a:pt x="362" y="204"/>
                    </a:lnTo>
                    <a:lnTo>
                      <a:pt x="332" y="230"/>
                    </a:lnTo>
                    <a:lnTo>
                      <a:pt x="298" y="258"/>
                    </a:lnTo>
                    <a:lnTo>
                      <a:pt x="262" y="286"/>
                    </a:lnTo>
                    <a:lnTo>
                      <a:pt x="220" y="312"/>
                    </a:lnTo>
                    <a:lnTo>
                      <a:pt x="220" y="474"/>
                    </a:lnTo>
                    <a:lnTo>
                      <a:pt x="220" y="474"/>
                    </a:lnTo>
                    <a:lnTo>
                      <a:pt x="246" y="466"/>
                    </a:lnTo>
                    <a:lnTo>
                      <a:pt x="274" y="456"/>
                    </a:lnTo>
                    <a:lnTo>
                      <a:pt x="312" y="438"/>
                    </a:lnTo>
                    <a:lnTo>
                      <a:pt x="358" y="412"/>
                    </a:lnTo>
                    <a:lnTo>
                      <a:pt x="382" y="396"/>
                    </a:lnTo>
                    <a:lnTo>
                      <a:pt x="408" y="378"/>
                    </a:lnTo>
                    <a:lnTo>
                      <a:pt x="436" y="356"/>
                    </a:lnTo>
                    <a:lnTo>
                      <a:pt x="466" y="332"/>
                    </a:lnTo>
                    <a:lnTo>
                      <a:pt x="496" y="306"/>
                    </a:lnTo>
                    <a:lnTo>
                      <a:pt x="526" y="276"/>
                    </a:lnTo>
                    <a:lnTo>
                      <a:pt x="526" y="276"/>
                    </a:lnTo>
                    <a:lnTo>
                      <a:pt x="552" y="300"/>
                    </a:lnTo>
                    <a:lnTo>
                      <a:pt x="592" y="332"/>
                    </a:lnTo>
                    <a:lnTo>
                      <a:pt x="644" y="372"/>
                    </a:lnTo>
                    <a:lnTo>
                      <a:pt x="710" y="418"/>
                    </a:lnTo>
                    <a:lnTo>
                      <a:pt x="710" y="418"/>
                    </a:lnTo>
                    <a:lnTo>
                      <a:pt x="644" y="448"/>
                    </a:lnTo>
                    <a:lnTo>
                      <a:pt x="578" y="474"/>
                    </a:lnTo>
                    <a:lnTo>
                      <a:pt x="512" y="500"/>
                    </a:lnTo>
                    <a:lnTo>
                      <a:pt x="448" y="522"/>
                    </a:lnTo>
                    <a:lnTo>
                      <a:pt x="388" y="540"/>
                    </a:lnTo>
                    <a:lnTo>
                      <a:pt x="328" y="558"/>
                    </a:lnTo>
                    <a:lnTo>
                      <a:pt x="274" y="572"/>
                    </a:lnTo>
                    <a:lnTo>
                      <a:pt x="222" y="584"/>
                    </a:lnTo>
                    <a:lnTo>
                      <a:pt x="132" y="604"/>
                    </a:lnTo>
                    <a:lnTo>
                      <a:pt x="62" y="616"/>
                    </a:lnTo>
                    <a:lnTo>
                      <a:pt x="0" y="626"/>
                    </a:lnTo>
                    <a:lnTo>
                      <a:pt x="0" y="772"/>
                    </a:lnTo>
                    <a:lnTo>
                      <a:pt x="0" y="772"/>
                    </a:lnTo>
                    <a:lnTo>
                      <a:pt x="56" y="766"/>
                    </a:lnTo>
                    <a:lnTo>
                      <a:pt x="110" y="760"/>
                    </a:lnTo>
                    <a:lnTo>
                      <a:pt x="214" y="744"/>
                    </a:lnTo>
                    <a:lnTo>
                      <a:pt x="214" y="1284"/>
                    </a:lnTo>
                    <a:lnTo>
                      <a:pt x="1506" y="1284"/>
                    </a:lnTo>
                    <a:lnTo>
                      <a:pt x="1506" y="736"/>
                    </a:lnTo>
                    <a:lnTo>
                      <a:pt x="1506" y="736"/>
                    </a:lnTo>
                    <a:lnTo>
                      <a:pt x="1608" y="756"/>
                    </a:lnTo>
                    <a:lnTo>
                      <a:pt x="1662" y="764"/>
                    </a:lnTo>
                    <a:lnTo>
                      <a:pt x="1716" y="772"/>
                    </a:lnTo>
                    <a:lnTo>
                      <a:pt x="1716" y="626"/>
                    </a:lnTo>
                    <a:close/>
                    <a:moveTo>
                      <a:pt x="650" y="162"/>
                    </a:moveTo>
                    <a:lnTo>
                      <a:pt x="1098" y="162"/>
                    </a:lnTo>
                    <a:lnTo>
                      <a:pt x="1098" y="162"/>
                    </a:lnTo>
                    <a:lnTo>
                      <a:pt x="1046" y="208"/>
                    </a:lnTo>
                    <a:lnTo>
                      <a:pt x="992" y="250"/>
                    </a:lnTo>
                    <a:lnTo>
                      <a:pt x="934" y="290"/>
                    </a:lnTo>
                    <a:lnTo>
                      <a:pt x="878" y="326"/>
                    </a:lnTo>
                    <a:lnTo>
                      <a:pt x="878" y="326"/>
                    </a:lnTo>
                    <a:lnTo>
                      <a:pt x="818" y="290"/>
                    </a:lnTo>
                    <a:lnTo>
                      <a:pt x="762" y="250"/>
                    </a:lnTo>
                    <a:lnTo>
                      <a:pt x="704" y="208"/>
                    </a:lnTo>
                    <a:lnTo>
                      <a:pt x="650" y="162"/>
                    </a:lnTo>
                    <a:lnTo>
                      <a:pt x="650" y="162"/>
                    </a:lnTo>
                    <a:close/>
                    <a:moveTo>
                      <a:pt x="1322" y="1122"/>
                    </a:moveTo>
                    <a:lnTo>
                      <a:pt x="396" y="1122"/>
                    </a:lnTo>
                    <a:lnTo>
                      <a:pt x="396" y="858"/>
                    </a:lnTo>
                    <a:lnTo>
                      <a:pt x="1322" y="858"/>
                    </a:lnTo>
                    <a:lnTo>
                      <a:pt x="1322" y="1122"/>
                    </a:lnTo>
                    <a:close/>
                    <a:moveTo>
                      <a:pt x="422" y="696"/>
                    </a:moveTo>
                    <a:lnTo>
                      <a:pt x="422" y="696"/>
                    </a:lnTo>
                    <a:lnTo>
                      <a:pt x="486" y="678"/>
                    </a:lnTo>
                    <a:lnTo>
                      <a:pt x="550" y="658"/>
                    </a:lnTo>
                    <a:lnTo>
                      <a:pt x="610" y="636"/>
                    </a:lnTo>
                    <a:lnTo>
                      <a:pt x="668" y="612"/>
                    </a:lnTo>
                    <a:lnTo>
                      <a:pt x="724" y="590"/>
                    </a:lnTo>
                    <a:lnTo>
                      <a:pt x="776" y="564"/>
                    </a:lnTo>
                    <a:lnTo>
                      <a:pt x="828" y="540"/>
                    </a:lnTo>
                    <a:lnTo>
                      <a:pt x="876" y="514"/>
                    </a:lnTo>
                    <a:lnTo>
                      <a:pt x="876" y="514"/>
                    </a:lnTo>
                    <a:lnTo>
                      <a:pt x="922" y="538"/>
                    </a:lnTo>
                    <a:lnTo>
                      <a:pt x="974" y="564"/>
                    </a:lnTo>
                    <a:lnTo>
                      <a:pt x="1028" y="588"/>
                    </a:lnTo>
                    <a:lnTo>
                      <a:pt x="1084" y="610"/>
                    </a:lnTo>
                    <a:lnTo>
                      <a:pt x="1144" y="634"/>
                    </a:lnTo>
                    <a:lnTo>
                      <a:pt x="1206" y="656"/>
                    </a:lnTo>
                    <a:lnTo>
                      <a:pt x="1272" y="676"/>
                    </a:lnTo>
                    <a:lnTo>
                      <a:pt x="1340" y="696"/>
                    </a:lnTo>
                    <a:lnTo>
                      <a:pt x="422" y="6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58" name="Freeform 85">
                <a:extLst>
                  <a:ext uri="{FF2B5EF4-FFF2-40B4-BE49-F238E27FC236}">
                    <a16:creationId xmlns:a16="http://schemas.microsoft.com/office/drawing/2014/main" id="{995D56AF-EE58-7FE3-AACB-D5742EE9ABEB}"/>
                  </a:ext>
                </a:extLst>
              </p:cNvPr>
              <p:cNvSpPr>
                <a:spLocks/>
              </p:cNvSpPr>
              <p:nvPr/>
            </p:nvSpPr>
            <p:spPr bwMode="auto">
              <a:xfrm>
                <a:off x="12957175" y="2460625"/>
                <a:ext cx="1041400" cy="2638425"/>
              </a:xfrm>
              <a:custGeom>
                <a:avLst/>
                <a:gdLst>
                  <a:gd name="T0" fmla="*/ 464 w 656"/>
                  <a:gd name="T1" fmla="*/ 606 h 1662"/>
                  <a:gd name="T2" fmla="*/ 464 w 656"/>
                  <a:gd name="T3" fmla="*/ 442 h 1662"/>
                  <a:gd name="T4" fmla="*/ 618 w 656"/>
                  <a:gd name="T5" fmla="*/ 442 h 1662"/>
                  <a:gd name="T6" fmla="*/ 618 w 656"/>
                  <a:gd name="T7" fmla="*/ 282 h 1662"/>
                  <a:gd name="T8" fmla="*/ 464 w 656"/>
                  <a:gd name="T9" fmla="*/ 282 h 1662"/>
                  <a:gd name="T10" fmla="*/ 464 w 656"/>
                  <a:gd name="T11" fmla="*/ 0 h 1662"/>
                  <a:gd name="T12" fmla="*/ 290 w 656"/>
                  <a:gd name="T13" fmla="*/ 0 h 1662"/>
                  <a:gd name="T14" fmla="*/ 290 w 656"/>
                  <a:gd name="T15" fmla="*/ 282 h 1662"/>
                  <a:gd name="T16" fmla="*/ 36 w 656"/>
                  <a:gd name="T17" fmla="*/ 282 h 1662"/>
                  <a:gd name="T18" fmla="*/ 36 w 656"/>
                  <a:gd name="T19" fmla="*/ 442 h 1662"/>
                  <a:gd name="T20" fmla="*/ 270 w 656"/>
                  <a:gd name="T21" fmla="*/ 442 h 1662"/>
                  <a:gd name="T22" fmla="*/ 270 w 656"/>
                  <a:gd name="T23" fmla="*/ 442 h 1662"/>
                  <a:gd name="T24" fmla="*/ 258 w 656"/>
                  <a:gd name="T25" fmla="*/ 520 h 1662"/>
                  <a:gd name="T26" fmla="*/ 240 w 656"/>
                  <a:gd name="T27" fmla="*/ 592 h 1662"/>
                  <a:gd name="T28" fmla="*/ 222 w 656"/>
                  <a:gd name="T29" fmla="*/ 662 h 1662"/>
                  <a:gd name="T30" fmla="*/ 202 w 656"/>
                  <a:gd name="T31" fmla="*/ 728 h 1662"/>
                  <a:gd name="T32" fmla="*/ 180 w 656"/>
                  <a:gd name="T33" fmla="*/ 788 h 1662"/>
                  <a:gd name="T34" fmla="*/ 158 w 656"/>
                  <a:gd name="T35" fmla="*/ 846 h 1662"/>
                  <a:gd name="T36" fmla="*/ 134 w 656"/>
                  <a:gd name="T37" fmla="*/ 898 h 1662"/>
                  <a:gd name="T38" fmla="*/ 112 w 656"/>
                  <a:gd name="T39" fmla="*/ 946 h 1662"/>
                  <a:gd name="T40" fmla="*/ 90 w 656"/>
                  <a:gd name="T41" fmla="*/ 990 h 1662"/>
                  <a:gd name="T42" fmla="*/ 70 w 656"/>
                  <a:gd name="T43" fmla="*/ 1026 h 1662"/>
                  <a:gd name="T44" fmla="*/ 34 w 656"/>
                  <a:gd name="T45" fmla="*/ 1086 h 1662"/>
                  <a:gd name="T46" fmla="*/ 10 w 656"/>
                  <a:gd name="T47" fmla="*/ 1124 h 1662"/>
                  <a:gd name="T48" fmla="*/ 0 w 656"/>
                  <a:gd name="T49" fmla="*/ 1136 h 1662"/>
                  <a:gd name="T50" fmla="*/ 0 w 656"/>
                  <a:gd name="T51" fmla="*/ 1416 h 1662"/>
                  <a:gd name="T52" fmla="*/ 0 w 656"/>
                  <a:gd name="T53" fmla="*/ 1416 h 1662"/>
                  <a:gd name="T54" fmla="*/ 30 w 656"/>
                  <a:gd name="T55" fmla="*/ 1382 h 1662"/>
                  <a:gd name="T56" fmla="*/ 64 w 656"/>
                  <a:gd name="T57" fmla="*/ 1342 h 1662"/>
                  <a:gd name="T58" fmla="*/ 104 w 656"/>
                  <a:gd name="T59" fmla="*/ 1286 h 1662"/>
                  <a:gd name="T60" fmla="*/ 126 w 656"/>
                  <a:gd name="T61" fmla="*/ 1252 h 1662"/>
                  <a:gd name="T62" fmla="*/ 150 w 656"/>
                  <a:gd name="T63" fmla="*/ 1216 h 1662"/>
                  <a:gd name="T64" fmla="*/ 174 w 656"/>
                  <a:gd name="T65" fmla="*/ 1176 h 1662"/>
                  <a:gd name="T66" fmla="*/ 198 w 656"/>
                  <a:gd name="T67" fmla="*/ 1132 h 1662"/>
                  <a:gd name="T68" fmla="*/ 222 w 656"/>
                  <a:gd name="T69" fmla="*/ 1086 h 1662"/>
                  <a:gd name="T70" fmla="*/ 246 w 656"/>
                  <a:gd name="T71" fmla="*/ 1036 h 1662"/>
                  <a:gd name="T72" fmla="*/ 268 w 656"/>
                  <a:gd name="T73" fmla="*/ 984 h 1662"/>
                  <a:gd name="T74" fmla="*/ 290 w 656"/>
                  <a:gd name="T75" fmla="*/ 930 h 1662"/>
                  <a:gd name="T76" fmla="*/ 290 w 656"/>
                  <a:gd name="T77" fmla="*/ 1662 h 1662"/>
                  <a:gd name="T78" fmla="*/ 464 w 656"/>
                  <a:gd name="T79" fmla="*/ 1662 h 1662"/>
                  <a:gd name="T80" fmla="*/ 464 w 656"/>
                  <a:gd name="T81" fmla="*/ 932 h 1662"/>
                  <a:gd name="T82" fmla="*/ 464 w 656"/>
                  <a:gd name="T83" fmla="*/ 932 h 1662"/>
                  <a:gd name="T84" fmla="*/ 496 w 656"/>
                  <a:gd name="T85" fmla="*/ 988 h 1662"/>
                  <a:gd name="T86" fmla="*/ 518 w 656"/>
                  <a:gd name="T87" fmla="*/ 1022 h 1662"/>
                  <a:gd name="T88" fmla="*/ 540 w 656"/>
                  <a:gd name="T89" fmla="*/ 1056 h 1662"/>
                  <a:gd name="T90" fmla="*/ 568 w 656"/>
                  <a:gd name="T91" fmla="*/ 1092 h 1662"/>
                  <a:gd name="T92" fmla="*/ 596 w 656"/>
                  <a:gd name="T93" fmla="*/ 1124 h 1662"/>
                  <a:gd name="T94" fmla="*/ 626 w 656"/>
                  <a:gd name="T95" fmla="*/ 1154 h 1662"/>
                  <a:gd name="T96" fmla="*/ 640 w 656"/>
                  <a:gd name="T97" fmla="*/ 1166 h 1662"/>
                  <a:gd name="T98" fmla="*/ 656 w 656"/>
                  <a:gd name="T99" fmla="*/ 1178 h 1662"/>
                  <a:gd name="T100" fmla="*/ 656 w 656"/>
                  <a:gd name="T101" fmla="*/ 952 h 1662"/>
                  <a:gd name="T102" fmla="*/ 656 w 656"/>
                  <a:gd name="T103" fmla="*/ 952 h 1662"/>
                  <a:gd name="T104" fmla="*/ 642 w 656"/>
                  <a:gd name="T105" fmla="*/ 936 h 1662"/>
                  <a:gd name="T106" fmla="*/ 624 w 656"/>
                  <a:gd name="T107" fmla="*/ 914 h 1662"/>
                  <a:gd name="T108" fmla="*/ 600 w 656"/>
                  <a:gd name="T109" fmla="*/ 880 h 1662"/>
                  <a:gd name="T110" fmla="*/ 572 w 656"/>
                  <a:gd name="T111" fmla="*/ 834 h 1662"/>
                  <a:gd name="T112" fmla="*/ 540 w 656"/>
                  <a:gd name="T113" fmla="*/ 774 h 1662"/>
                  <a:gd name="T114" fmla="*/ 502 w 656"/>
                  <a:gd name="T115" fmla="*/ 698 h 1662"/>
                  <a:gd name="T116" fmla="*/ 464 w 656"/>
                  <a:gd name="T117" fmla="*/ 606 h 1662"/>
                  <a:gd name="T118" fmla="*/ 464 w 656"/>
                  <a:gd name="T119" fmla="*/ 606 h 1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56" h="1662">
                    <a:moveTo>
                      <a:pt x="464" y="606"/>
                    </a:moveTo>
                    <a:lnTo>
                      <a:pt x="464" y="442"/>
                    </a:lnTo>
                    <a:lnTo>
                      <a:pt x="618" y="442"/>
                    </a:lnTo>
                    <a:lnTo>
                      <a:pt x="618" y="282"/>
                    </a:lnTo>
                    <a:lnTo>
                      <a:pt x="464" y="282"/>
                    </a:lnTo>
                    <a:lnTo>
                      <a:pt x="464" y="0"/>
                    </a:lnTo>
                    <a:lnTo>
                      <a:pt x="290" y="0"/>
                    </a:lnTo>
                    <a:lnTo>
                      <a:pt x="290" y="282"/>
                    </a:lnTo>
                    <a:lnTo>
                      <a:pt x="36" y="282"/>
                    </a:lnTo>
                    <a:lnTo>
                      <a:pt x="36" y="442"/>
                    </a:lnTo>
                    <a:lnTo>
                      <a:pt x="270" y="442"/>
                    </a:lnTo>
                    <a:lnTo>
                      <a:pt x="270" y="442"/>
                    </a:lnTo>
                    <a:lnTo>
                      <a:pt x="258" y="520"/>
                    </a:lnTo>
                    <a:lnTo>
                      <a:pt x="240" y="592"/>
                    </a:lnTo>
                    <a:lnTo>
                      <a:pt x="222" y="662"/>
                    </a:lnTo>
                    <a:lnTo>
                      <a:pt x="202" y="728"/>
                    </a:lnTo>
                    <a:lnTo>
                      <a:pt x="180" y="788"/>
                    </a:lnTo>
                    <a:lnTo>
                      <a:pt x="158" y="846"/>
                    </a:lnTo>
                    <a:lnTo>
                      <a:pt x="134" y="898"/>
                    </a:lnTo>
                    <a:lnTo>
                      <a:pt x="112" y="946"/>
                    </a:lnTo>
                    <a:lnTo>
                      <a:pt x="90" y="990"/>
                    </a:lnTo>
                    <a:lnTo>
                      <a:pt x="70" y="1026"/>
                    </a:lnTo>
                    <a:lnTo>
                      <a:pt x="34" y="1086"/>
                    </a:lnTo>
                    <a:lnTo>
                      <a:pt x="10" y="1124"/>
                    </a:lnTo>
                    <a:lnTo>
                      <a:pt x="0" y="1136"/>
                    </a:lnTo>
                    <a:lnTo>
                      <a:pt x="0" y="1416"/>
                    </a:lnTo>
                    <a:lnTo>
                      <a:pt x="0" y="1416"/>
                    </a:lnTo>
                    <a:lnTo>
                      <a:pt x="30" y="1382"/>
                    </a:lnTo>
                    <a:lnTo>
                      <a:pt x="64" y="1342"/>
                    </a:lnTo>
                    <a:lnTo>
                      <a:pt x="104" y="1286"/>
                    </a:lnTo>
                    <a:lnTo>
                      <a:pt x="126" y="1252"/>
                    </a:lnTo>
                    <a:lnTo>
                      <a:pt x="150" y="1216"/>
                    </a:lnTo>
                    <a:lnTo>
                      <a:pt x="174" y="1176"/>
                    </a:lnTo>
                    <a:lnTo>
                      <a:pt x="198" y="1132"/>
                    </a:lnTo>
                    <a:lnTo>
                      <a:pt x="222" y="1086"/>
                    </a:lnTo>
                    <a:lnTo>
                      <a:pt x="246" y="1036"/>
                    </a:lnTo>
                    <a:lnTo>
                      <a:pt x="268" y="984"/>
                    </a:lnTo>
                    <a:lnTo>
                      <a:pt x="290" y="930"/>
                    </a:lnTo>
                    <a:lnTo>
                      <a:pt x="290" y="1662"/>
                    </a:lnTo>
                    <a:lnTo>
                      <a:pt x="464" y="1662"/>
                    </a:lnTo>
                    <a:lnTo>
                      <a:pt x="464" y="932"/>
                    </a:lnTo>
                    <a:lnTo>
                      <a:pt x="464" y="932"/>
                    </a:lnTo>
                    <a:lnTo>
                      <a:pt x="496" y="988"/>
                    </a:lnTo>
                    <a:lnTo>
                      <a:pt x="518" y="1022"/>
                    </a:lnTo>
                    <a:lnTo>
                      <a:pt x="540" y="1056"/>
                    </a:lnTo>
                    <a:lnTo>
                      <a:pt x="568" y="1092"/>
                    </a:lnTo>
                    <a:lnTo>
                      <a:pt x="596" y="1124"/>
                    </a:lnTo>
                    <a:lnTo>
                      <a:pt x="626" y="1154"/>
                    </a:lnTo>
                    <a:lnTo>
                      <a:pt x="640" y="1166"/>
                    </a:lnTo>
                    <a:lnTo>
                      <a:pt x="656" y="1178"/>
                    </a:lnTo>
                    <a:lnTo>
                      <a:pt x="656" y="952"/>
                    </a:lnTo>
                    <a:lnTo>
                      <a:pt x="656" y="952"/>
                    </a:lnTo>
                    <a:lnTo>
                      <a:pt x="642" y="936"/>
                    </a:lnTo>
                    <a:lnTo>
                      <a:pt x="624" y="914"/>
                    </a:lnTo>
                    <a:lnTo>
                      <a:pt x="600" y="880"/>
                    </a:lnTo>
                    <a:lnTo>
                      <a:pt x="572" y="834"/>
                    </a:lnTo>
                    <a:lnTo>
                      <a:pt x="540" y="774"/>
                    </a:lnTo>
                    <a:lnTo>
                      <a:pt x="502" y="698"/>
                    </a:lnTo>
                    <a:lnTo>
                      <a:pt x="464" y="606"/>
                    </a:lnTo>
                    <a:lnTo>
                      <a:pt x="464" y="6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59" name="Freeform 86">
                <a:extLst>
                  <a:ext uri="{FF2B5EF4-FFF2-40B4-BE49-F238E27FC236}">
                    <a16:creationId xmlns:a16="http://schemas.microsoft.com/office/drawing/2014/main" id="{9ACF0999-BA86-3DC0-0A0B-94778F7401B2}"/>
                  </a:ext>
                </a:extLst>
              </p:cNvPr>
              <p:cNvSpPr>
                <a:spLocks/>
              </p:cNvSpPr>
              <p:nvPr/>
            </p:nvSpPr>
            <p:spPr bwMode="auto">
              <a:xfrm>
                <a:off x="14001750" y="2460625"/>
                <a:ext cx="1663700" cy="2638425"/>
              </a:xfrm>
              <a:custGeom>
                <a:avLst/>
                <a:gdLst>
                  <a:gd name="T0" fmla="*/ 1030 w 1048"/>
                  <a:gd name="T1" fmla="*/ 840 h 1662"/>
                  <a:gd name="T2" fmla="*/ 612 w 1048"/>
                  <a:gd name="T3" fmla="*/ 678 h 1662"/>
                  <a:gd name="T4" fmla="*/ 978 w 1048"/>
                  <a:gd name="T5" fmla="*/ 442 h 1662"/>
                  <a:gd name="T6" fmla="*/ 612 w 1048"/>
                  <a:gd name="T7" fmla="*/ 282 h 1662"/>
                  <a:gd name="T8" fmla="*/ 438 w 1048"/>
                  <a:gd name="T9" fmla="*/ 0 h 1662"/>
                  <a:gd name="T10" fmla="*/ 254 w 1048"/>
                  <a:gd name="T11" fmla="*/ 282 h 1662"/>
                  <a:gd name="T12" fmla="*/ 268 w 1048"/>
                  <a:gd name="T13" fmla="*/ 234 h 1662"/>
                  <a:gd name="T14" fmla="*/ 292 w 1048"/>
                  <a:gd name="T15" fmla="*/ 128 h 1662"/>
                  <a:gd name="T16" fmla="*/ 126 w 1048"/>
                  <a:gd name="T17" fmla="*/ 70 h 1662"/>
                  <a:gd name="T18" fmla="*/ 124 w 1048"/>
                  <a:gd name="T19" fmla="*/ 108 h 1662"/>
                  <a:gd name="T20" fmla="*/ 114 w 1048"/>
                  <a:gd name="T21" fmla="*/ 180 h 1662"/>
                  <a:gd name="T22" fmla="*/ 98 w 1048"/>
                  <a:gd name="T23" fmla="*/ 248 h 1662"/>
                  <a:gd name="T24" fmla="*/ 76 w 1048"/>
                  <a:gd name="T25" fmla="*/ 310 h 1662"/>
                  <a:gd name="T26" fmla="*/ 40 w 1048"/>
                  <a:gd name="T27" fmla="*/ 386 h 1662"/>
                  <a:gd name="T28" fmla="*/ 0 w 1048"/>
                  <a:gd name="T29" fmla="*/ 452 h 1662"/>
                  <a:gd name="T30" fmla="*/ 0 w 1048"/>
                  <a:gd name="T31" fmla="*/ 630 h 1662"/>
                  <a:gd name="T32" fmla="*/ 36 w 1048"/>
                  <a:gd name="T33" fmla="*/ 608 h 1662"/>
                  <a:gd name="T34" fmla="*/ 88 w 1048"/>
                  <a:gd name="T35" fmla="*/ 566 h 1662"/>
                  <a:gd name="T36" fmla="*/ 134 w 1048"/>
                  <a:gd name="T37" fmla="*/ 514 h 1662"/>
                  <a:gd name="T38" fmla="*/ 166 w 1048"/>
                  <a:gd name="T39" fmla="*/ 468 h 1662"/>
                  <a:gd name="T40" fmla="*/ 438 w 1048"/>
                  <a:gd name="T41" fmla="*/ 442 h 1662"/>
                  <a:gd name="T42" fmla="*/ 20 w 1048"/>
                  <a:gd name="T43" fmla="*/ 678 h 1662"/>
                  <a:gd name="T44" fmla="*/ 254 w 1048"/>
                  <a:gd name="T45" fmla="*/ 840 h 1662"/>
                  <a:gd name="T46" fmla="*/ 248 w 1048"/>
                  <a:gd name="T47" fmla="*/ 900 h 1662"/>
                  <a:gd name="T48" fmla="*/ 222 w 1048"/>
                  <a:gd name="T49" fmla="*/ 1014 h 1662"/>
                  <a:gd name="T50" fmla="*/ 186 w 1048"/>
                  <a:gd name="T51" fmla="*/ 1120 h 1662"/>
                  <a:gd name="T52" fmla="*/ 142 w 1048"/>
                  <a:gd name="T53" fmla="*/ 1216 h 1662"/>
                  <a:gd name="T54" fmla="*/ 96 w 1048"/>
                  <a:gd name="T55" fmla="*/ 1298 h 1662"/>
                  <a:gd name="T56" fmla="*/ 36 w 1048"/>
                  <a:gd name="T57" fmla="*/ 1390 h 1662"/>
                  <a:gd name="T58" fmla="*/ 0 w 1048"/>
                  <a:gd name="T59" fmla="*/ 1438 h 1662"/>
                  <a:gd name="T60" fmla="*/ 0 w 1048"/>
                  <a:gd name="T61" fmla="*/ 1638 h 1662"/>
                  <a:gd name="T62" fmla="*/ 56 w 1048"/>
                  <a:gd name="T63" fmla="*/ 1594 h 1662"/>
                  <a:gd name="T64" fmla="*/ 106 w 1048"/>
                  <a:gd name="T65" fmla="*/ 1548 h 1662"/>
                  <a:gd name="T66" fmla="*/ 152 w 1048"/>
                  <a:gd name="T67" fmla="*/ 1498 h 1662"/>
                  <a:gd name="T68" fmla="*/ 232 w 1048"/>
                  <a:gd name="T69" fmla="*/ 1390 h 1662"/>
                  <a:gd name="T70" fmla="*/ 298 w 1048"/>
                  <a:gd name="T71" fmla="*/ 1276 h 1662"/>
                  <a:gd name="T72" fmla="*/ 348 w 1048"/>
                  <a:gd name="T73" fmla="*/ 1164 h 1662"/>
                  <a:gd name="T74" fmla="*/ 386 w 1048"/>
                  <a:gd name="T75" fmla="*/ 1058 h 1662"/>
                  <a:gd name="T76" fmla="*/ 414 w 1048"/>
                  <a:gd name="T77" fmla="*/ 966 h 1662"/>
                  <a:gd name="T78" fmla="*/ 438 w 1048"/>
                  <a:gd name="T79" fmla="*/ 864 h 1662"/>
                  <a:gd name="T80" fmla="*/ 612 w 1048"/>
                  <a:gd name="T81" fmla="*/ 1662 h 1662"/>
                  <a:gd name="T82" fmla="*/ 612 w 1048"/>
                  <a:gd name="T83" fmla="*/ 864 h 1662"/>
                  <a:gd name="T84" fmla="*/ 634 w 1048"/>
                  <a:gd name="T85" fmla="*/ 966 h 1662"/>
                  <a:gd name="T86" fmla="*/ 662 w 1048"/>
                  <a:gd name="T87" fmla="*/ 1058 h 1662"/>
                  <a:gd name="T88" fmla="*/ 700 w 1048"/>
                  <a:gd name="T89" fmla="*/ 1164 h 1662"/>
                  <a:gd name="T90" fmla="*/ 752 w 1048"/>
                  <a:gd name="T91" fmla="*/ 1276 h 1662"/>
                  <a:gd name="T92" fmla="*/ 816 w 1048"/>
                  <a:gd name="T93" fmla="*/ 1390 h 1662"/>
                  <a:gd name="T94" fmla="*/ 896 w 1048"/>
                  <a:gd name="T95" fmla="*/ 1498 h 1662"/>
                  <a:gd name="T96" fmla="*/ 942 w 1048"/>
                  <a:gd name="T97" fmla="*/ 1548 h 1662"/>
                  <a:gd name="T98" fmla="*/ 992 w 1048"/>
                  <a:gd name="T99" fmla="*/ 1594 h 1662"/>
                  <a:gd name="T100" fmla="*/ 1048 w 1048"/>
                  <a:gd name="T101" fmla="*/ 1638 h 1662"/>
                  <a:gd name="T102" fmla="*/ 1048 w 1048"/>
                  <a:gd name="T103" fmla="*/ 1438 h 1662"/>
                  <a:gd name="T104" fmla="*/ 1012 w 1048"/>
                  <a:gd name="T105" fmla="*/ 1390 h 1662"/>
                  <a:gd name="T106" fmla="*/ 952 w 1048"/>
                  <a:gd name="T107" fmla="*/ 1298 h 1662"/>
                  <a:gd name="T108" fmla="*/ 906 w 1048"/>
                  <a:gd name="T109" fmla="*/ 1216 h 1662"/>
                  <a:gd name="T110" fmla="*/ 864 w 1048"/>
                  <a:gd name="T111" fmla="*/ 1120 h 1662"/>
                  <a:gd name="T112" fmla="*/ 826 w 1048"/>
                  <a:gd name="T113" fmla="*/ 1014 h 1662"/>
                  <a:gd name="T114" fmla="*/ 800 w 1048"/>
                  <a:gd name="T115" fmla="*/ 900 h 1662"/>
                  <a:gd name="T116" fmla="*/ 794 w 1048"/>
                  <a:gd name="T117" fmla="*/ 840 h 1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48" h="1662">
                    <a:moveTo>
                      <a:pt x="794" y="840"/>
                    </a:moveTo>
                    <a:lnTo>
                      <a:pt x="1030" y="840"/>
                    </a:lnTo>
                    <a:lnTo>
                      <a:pt x="1030" y="678"/>
                    </a:lnTo>
                    <a:lnTo>
                      <a:pt x="612" y="678"/>
                    </a:lnTo>
                    <a:lnTo>
                      <a:pt x="612" y="442"/>
                    </a:lnTo>
                    <a:lnTo>
                      <a:pt x="978" y="442"/>
                    </a:lnTo>
                    <a:lnTo>
                      <a:pt x="978" y="282"/>
                    </a:lnTo>
                    <a:lnTo>
                      <a:pt x="612" y="282"/>
                    </a:lnTo>
                    <a:lnTo>
                      <a:pt x="612" y="0"/>
                    </a:lnTo>
                    <a:lnTo>
                      <a:pt x="438" y="0"/>
                    </a:lnTo>
                    <a:lnTo>
                      <a:pt x="438" y="282"/>
                    </a:lnTo>
                    <a:lnTo>
                      <a:pt x="254" y="282"/>
                    </a:lnTo>
                    <a:lnTo>
                      <a:pt x="254" y="282"/>
                    </a:lnTo>
                    <a:lnTo>
                      <a:pt x="268" y="234"/>
                    </a:lnTo>
                    <a:lnTo>
                      <a:pt x="280" y="184"/>
                    </a:lnTo>
                    <a:lnTo>
                      <a:pt x="292" y="128"/>
                    </a:lnTo>
                    <a:lnTo>
                      <a:pt x="300" y="70"/>
                    </a:lnTo>
                    <a:lnTo>
                      <a:pt x="126" y="70"/>
                    </a:lnTo>
                    <a:lnTo>
                      <a:pt x="126" y="70"/>
                    </a:lnTo>
                    <a:lnTo>
                      <a:pt x="124" y="108"/>
                    </a:lnTo>
                    <a:lnTo>
                      <a:pt x="120" y="144"/>
                    </a:lnTo>
                    <a:lnTo>
                      <a:pt x="114" y="180"/>
                    </a:lnTo>
                    <a:lnTo>
                      <a:pt x="106" y="216"/>
                    </a:lnTo>
                    <a:lnTo>
                      <a:pt x="98" y="248"/>
                    </a:lnTo>
                    <a:lnTo>
                      <a:pt x="86" y="280"/>
                    </a:lnTo>
                    <a:lnTo>
                      <a:pt x="76" y="310"/>
                    </a:lnTo>
                    <a:lnTo>
                      <a:pt x="64" y="338"/>
                    </a:lnTo>
                    <a:lnTo>
                      <a:pt x="40" y="386"/>
                    </a:lnTo>
                    <a:lnTo>
                      <a:pt x="20" y="422"/>
                    </a:lnTo>
                    <a:lnTo>
                      <a:pt x="0" y="452"/>
                    </a:lnTo>
                    <a:lnTo>
                      <a:pt x="0" y="630"/>
                    </a:lnTo>
                    <a:lnTo>
                      <a:pt x="0" y="630"/>
                    </a:lnTo>
                    <a:lnTo>
                      <a:pt x="16" y="620"/>
                    </a:lnTo>
                    <a:lnTo>
                      <a:pt x="36" y="608"/>
                    </a:lnTo>
                    <a:lnTo>
                      <a:pt x="60" y="590"/>
                    </a:lnTo>
                    <a:lnTo>
                      <a:pt x="88" y="566"/>
                    </a:lnTo>
                    <a:lnTo>
                      <a:pt x="118" y="534"/>
                    </a:lnTo>
                    <a:lnTo>
                      <a:pt x="134" y="514"/>
                    </a:lnTo>
                    <a:lnTo>
                      <a:pt x="150" y="492"/>
                    </a:lnTo>
                    <a:lnTo>
                      <a:pt x="166" y="468"/>
                    </a:lnTo>
                    <a:lnTo>
                      <a:pt x="182" y="442"/>
                    </a:lnTo>
                    <a:lnTo>
                      <a:pt x="438" y="442"/>
                    </a:lnTo>
                    <a:lnTo>
                      <a:pt x="438" y="678"/>
                    </a:lnTo>
                    <a:lnTo>
                      <a:pt x="20" y="678"/>
                    </a:lnTo>
                    <a:lnTo>
                      <a:pt x="20" y="840"/>
                    </a:lnTo>
                    <a:lnTo>
                      <a:pt x="254" y="840"/>
                    </a:lnTo>
                    <a:lnTo>
                      <a:pt x="254" y="840"/>
                    </a:lnTo>
                    <a:lnTo>
                      <a:pt x="248" y="900"/>
                    </a:lnTo>
                    <a:lnTo>
                      <a:pt x="236" y="958"/>
                    </a:lnTo>
                    <a:lnTo>
                      <a:pt x="222" y="1014"/>
                    </a:lnTo>
                    <a:lnTo>
                      <a:pt x="206" y="1068"/>
                    </a:lnTo>
                    <a:lnTo>
                      <a:pt x="186" y="1120"/>
                    </a:lnTo>
                    <a:lnTo>
                      <a:pt x="164" y="1170"/>
                    </a:lnTo>
                    <a:lnTo>
                      <a:pt x="142" y="1216"/>
                    </a:lnTo>
                    <a:lnTo>
                      <a:pt x="118" y="1260"/>
                    </a:lnTo>
                    <a:lnTo>
                      <a:pt x="96" y="1298"/>
                    </a:lnTo>
                    <a:lnTo>
                      <a:pt x="74" y="1334"/>
                    </a:lnTo>
                    <a:lnTo>
                      <a:pt x="36" y="1390"/>
                    </a:lnTo>
                    <a:lnTo>
                      <a:pt x="10" y="1426"/>
                    </a:lnTo>
                    <a:lnTo>
                      <a:pt x="0" y="1438"/>
                    </a:lnTo>
                    <a:lnTo>
                      <a:pt x="0" y="1638"/>
                    </a:lnTo>
                    <a:lnTo>
                      <a:pt x="0" y="1638"/>
                    </a:lnTo>
                    <a:lnTo>
                      <a:pt x="28" y="1616"/>
                    </a:lnTo>
                    <a:lnTo>
                      <a:pt x="56" y="1594"/>
                    </a:lnTo>
                    <a:lnTo>
                      <a:pt x="82" y="1572"/>
                    </a:lnTo>
                    <a:lnTo>
                      <a:pt x="106" y="1548"/>
                    </a:lnTo>
                    <a:lnTo>
                      <a:pt x="130" y="1522"/>
                    </a:lnTo>
                    <a:lnTo>
                      <a:pt x="152" y="1498"/>
                    </a:lnTo>
                    <a:lnTo>
                      <a:pt x="194" y="1444"/>
                    </a:lnTo>
                    <a:lnTo>
                      <a:pt x="232" y="1390"/>
                    </a:lnTo>
                    <a:lnTo>
                      <a:pt x="266" y="1332"/>
                    </a:lnTo>
                    <a:lnTo>
                      <a:pt x="298" y="1276"/>
                    </a:lnTo>
                    <a:lnTo>
                      <a:pt x="324" y="1220"/>
                    </a:lnTo>
                    <a:lnTo>
                      <a:pt x="348" y="1164"/>
                    </a:lnTo>
                    <a:lnTo>
                      <a:pt x="368" y="1110"/>
                    </a:lnTo>
                    <a:lnTo>
                      <a:pt x="386" y="1058"/>
                    </a:lnTo>
                    <a:lnTo>
                      <a:pt x="402" y="1010"/>
                    </a:lnTo>
                    <a:lnTo>
                      <a:pt x="414" y="966"/>
                    </a:lnTo>
                    <a:lnTo>
                      <a:pt x="424" y="926"/>
                    </a:lnTo>
                    <a:lnTo>
                      <a:pt x="438" y="864"/>
                    </a:lnTo>
                    <a:lnTo>
                      <a:pt x="438" y="1662"/>
                    </a:lnTo>
                    <a:lnTo>
                      <a:pt x="612" y="1662"/>
                    </a:lnTo>
                    <a:lnTo>
                      <a:pt x="612" y="864"/>
                    </a:lnTo>
                    <a:lnTo>
                      <a:pt x="612" y="864"/>
                    </a:lnTo>
                    <a:lnTo>
                      <a:pt x="624" y="926"/>
                    </a:lnTo>
                    <a:lnTo>
                      <a:pt x="634" y="966"/>
                    </a:lnTo>
                    <a:lnTo>
                      <a:pt x="648" y="1010"/>
                    </a:lnTo>
                    <a:lnTo>
                      <a:pt x="662" y="1058"/>
                    </a:lnTo>
                    <a:lnTo>
                      <a:pt x="680" y="1110"/>
                    </a:lnTo>
                    <a:lnTo>
                      <a:pt x="700" y="1164"/>
                    </a:lnTo>
                    <a:lnTo>
                      <a:pt x="724" y="1220"/>
                    </a:lnTo>
                    <a:lnTo>
                      <a:pt x="752" y="1276"/>
                    </a:lnTo>
                    <a:lnTo>
                      <a:pt x="782" y="1332"/>
                    </a:lnTo>
                    <a:lnTo>
                      <a:pt x="816" y="1390"/>
                    </a:lnTo>
                    <a:lnTo>
                      <a:pt x="854" y="1444"/>
                    </a:lnTo>
                    <a:lnTo>
                      <a:pt x="896" y="1498"/>
                    </a:lnTo>
                    <a:lnTo>
                      <a:pt x="918" y="1522"/>
                    </a:lnTo>
                    <a:lnTo>
                      <a:pt x="942" y="1548"/>
                    </a:lnTo>
                    <a:lnTo>
                      <a:pt x="966" y="1572"/>
                    </a:lnTo>
                    <a:lnTo>
                      <a:pt x="992" y="1594"/>
                    </a:lnTo>
                    <a:lnTo>
                      <a:pt x="1020" y="1616"/>
                    </a:lnTo>
                    <a:lnTo>
                      <a:pt x="1048" y="1638"/>
                    </a:lnTo>
                    <a:lnTo>
                      <a:pt x="1048" y="1438"/>
                    </a:lnTo>
                    <a:lnTo>
                      <a:pt x="1048" y="1438"/>
                    </a:lnTo>
                    <a:lnTo>
                      <a:pt x="1038" y="1426"/>
                    </a:lnTo>
                    <a:lnTo>
                      <a:pt x="1012" y="1390"/>
                    </a:lnTo>
                    <a:lnTo>
                      <a:pt x="974" y="1334"/>
                    </a:lnTo>
                    <a:lnTo>
                      <a:pt x="952" y="1298"/>
                    </a:lnTo>
                    <a:lnTo>
                      <a:pt x="930" y="1260"/>
                    </a:lnTo>
                    <a:lnTo>
                      <a:pt x="906" y="1216"/>
                    </a:lnTo>
                    <a:lnTo>
                      <a:pt x="884" y="1170"/>
                    </a:lnTo>
                    <a:lnTo>
                      <a:pt x="864" y="1120"/>
                    </a:lnTo>
                    <a:lnTo>
                      <a:pt x="844" y="1068"/>
                    </a:lnTo>
                    <a:lnTo>
                      <a:pt x="826" y="1014"/>
                    </a:lnTo>
                    <a:lnTo>
                      <a:pt x="812" y="958"/>
                    </a:lnTo>
                    <a:lnTo>
                      <a:pt x="800" y="900"/>
                    </a:lnTo>
                    <a:lnTo>
                      <a:pt x="794" y="840"/>
                    </a:lnTo>
                    <a:lnTo>
                      <a:pt x="794" y="8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60" name="Rectangle 87">
                <a:extLst>
                  <a:ext uri="{FF2B5EF4-FFF2-40B4-BE49-F238E27FC236}">
                    <a16:creationId xmlns:a16="http://schemas.microsoft.com/office/drawing/2014/main" id="{04DA0753-A974-9C62-9FF7-B71051954B25}"/>
                  </a:ext>
                </a:extLst>
              </p:cNvPr>
              <p:cNvSpPr>
                <a:spLocks noChangeArrowheads="1"/>
              </p:cNvSpPr>
              <p:nvPr/>
            </p:nvSpPr>
            <p:spPr bwMode="auto">
              <a:xfrm>
                <a:off x="19088100" y="3384550"/>
                <a:ext cx="1838325" cy="257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61" name="Freeform 88">
                <a:extLst>
                  <a:ext uri="{FF2B5EF4-FFF2-40B4-BE49-F238E27FC236}">
                    <a16:creationId xmlns:a16="http://schemas.microsoft.com/office/drawing/2014/main" id="{8EC2F42F-C088-7CBD-F84C-89B4501274BD}"/>
                  </a:ext>
                </a:extLst>
              </p:cNvPr>
              <p:cNvSpPr>
                <a:spLocks/>
              </p:cNvSpPr>
              <p:nvPr/>
            </p:nvSpPr>
            <p:spPr bwMode="auto">
              <a:xfrm>
                <a:off x="18646775" y="4000500"/>
                <a:ext cx="2736850" cy="1101725"/>
              </a:xfrm>
              <a:custGeom>
                <a:avLst/>
                <a:gdLst>
                  <a:gd name="T0" fmla="*/ 1212 w 1724"/>
                  <a:gd name="T1" fmla="*/ 262 h 694"/>
                  <a:gd name="T2" fmla="*/ 1328 w 1724"/>
                  <a:gd name="T3" fmla="*/ 436 h 694"/>
                  <a:gd name="T4" fmla="*/ 1328 w 1724"/>
                  <a:gd name="T5" fmla="*/ 436 h 694"/>
                  <a:gd name="T6" fmla="*/ 1300 w 1724"/>
                  <a:gd name="T7" fmla="*/ 446 h 694"/>
                  <a:gd name="T8" fmla="*/ 1254 w 1724"/>
                  <a:gd name="T9" fmla="*/ 460 h 694"/>
                  <a:gd name="T10" fmla="*/ 1194 w 1724"/>
                  <a:gd name="T11" fmla="*/ 476 h 694"/>
                  <a:gd name="T12" fmla="*/ 1118 w 1724"/>
                  <a:gd name="T13" fmla="*/ 492 h 694"/>
                  <a:gd name="T14" fmla="*/ 1026 w 1724"/>
                  <a:gd name="T15" fmla="*/ 506 h 694"/>
                  <a:gd name="T16" fmla="*/ 976 w 1724"/>
                  <a:gd name="T17" fmla="*/ 514 h 694"/>
                  <a:gd name="T18" fmla="*/ 920 w 1724"/>
                  <a:gd name="T19" fmla="*/ 520 h 694"/>
                  <a:gd name="T20" fmla="*/ 860 w 1724"/>
                  <a:gd name="T21" fmla="*/ 524 h 694"/>
                  <a:gd name="T22" fmla="*/ 798 w 1724"/>
                  <a:gd name="T23" fmla="*/ 528 h 694"/>
                  <a:gd name="T24" fmla="*/ 730 w 1724"/>
                  <a:gd name="T25" fmla="*/ 530 h 694"/>
                  <a:gd name="T26" fmla="*/ 660 w 1724"/>
                  <a:gd name="T27" fmla="*/ 530 h 694"/>
                  <a:gd name="T28" fmla="*/ 482 w 1724"/>
                  <a:gd name="T29" fmla="*/ 530 h 694"/>
                  <a:gd name="T30" fmla="*/ 786 w 1724"/>
                  <a:gd name="T31" fmla="*/ 162 h 694"/>
                  <a:gd name="T32" fmla="*/ 1714 w 1724"/>
                  <a:gd name="T33" fmla="*/ 162 h 694"/>
                  <a:gd name="T34" fmla="*/ 1714 w 1724"/>
                  <a:gd name="T35" fmla="*/ 0 h 694"/>
                  <a:gd name="T36" fmla="*/ 0 w 1724"/>
                  <a:gd name="T37" fmla="*/ 0 h 694"/>
                  <a:gd name="T38" fmla="*/ 0 w 1724"/>
                  <a:gd name="T39" fmla="*/ 162 h 694"/>
                  <a:gd name="T40" fmla="*/ 536 w 1724"/>
                  <a:gd name="T41" fmla="*/ 162 h 694"/>
                  <a:gd name="T42" fmla="*/ 234 w 1724"/>
                  <a:gd name="T43" fmla="*/ 530 h 694"/>
                  <a:gd name="T44" fmla="*/ 50 w 1724"/>
                  <a:gd name="T45" fmla="*/ 530 h 694"/>
                  <a:gd name="T46" fmla="*/ 50 w 1724"/>
                  <a:gd name="T47" fmla="*/ 692 h 694"/>
                  <a:gd name="T48" fmla="*/ 660 w 1724"/>
                  <a:gd name="T49" fmla="*/ 692 h 694"/>
                  <a:gd name="T50" fmla="*/ 660 w 1724"/>
                  <a:gd name="T51" fmla="*/ 692 h 694"/>
                  <a:gd name="T52" fmla="*/ 744 w 1724"/>
                  <a:gd name="T53" fmla="*/ 692 h 694"/>
                  <a:gd name="T54" fmla="*/ 822 w 1724"/>
                  <a:gd name="T55" fmla="*/ 688 h 694"/>
                  <a:gd name="T56" fmla="*/ 898 w 1724"/>
                  <a:gd name="T57" fmla="*/ 684 h 694"/>
                  <a:gd name="T58" fmla="*/ 966 w 1724"/>
                  <a:gd name="T59" fmla="*/ 678 h 694"/>
                  <a:gd name="T60" fmla="*/ 1032 w 1724"/>
                  <a:gd name="T61" fmla="*/ 672 h 694"/>
                  <a:gd name="T62" fmla="*/ 1092 w 1724"/>
                  <a:gd name="T63" fmla="*/ 664 h 694"/>
                  <a:gd name="T64" fmla="*/ 1146 w 1724"/>
                  <a:gd name="T65" fmla="*/ 656 h 694"/>
                  <a:gd name="T66" fmla="*/ 1196 w 1724"/>
                  <a:gd name="T67" fmla="*/ 646 h 694"/>
                  <a:gd name="T68" fmla="*/ 1284 w 1724"/>
                  <a:gd name="T69" fmla="*/ 628 h 694"/>
                  <a:gd name="T70" fmla="*/ 1350 w 1724"/>
                  <a:gd name="T71" fmla="*/ 610 h 694"/>
                  <a:gd name="T72" fmla="*/ 1400 w 1724"/>
                  <a:gd name="T73" fmla="*/ 596 h 694"/>
                  <a:gd name="T74" fmla="*/ 1430 w 1724"/>
                  <a:gd name="T75" fmla="*/ 586 h 694"/>
                  <a:gd name="T76" fmla="*/ 1504 w 1724"/>
                  <a:gd name="T77" fmla="*/ 694 h 694"/>
                  <a:gd name="T78" fmla="*/ 1724 w 1724"/>
                  <a:gd name="T79" fmla="*/ 694 h 694"/>
                  <a:gd name="T80" fmla="*/ 1434 w 1724"/>
                  <a:gd name="T81" fmla="*/ 262 h 694"/>
                  <a:gd name="T82" fmla="*/ 1212 w 1724"/>
                  <a:gd name="T83" fmla="*/ 262 h 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4" h="694">
                    <a:moveTo>
                      <a:pt x="1212" y="262"/>
                    </a:moveTo>
                    <a:lnTo>
                      <a:pt x="1328" y="436"/>
                    </a:lnTo>
                    <a:lnTo>
                      <a:pt x="1328" y="436"/>
                    </a:lnTo>
                    <a:lnTo>
                      <a:pt x="1300" y="446"/>
                    </a:lnTo>
                    <a:lnTo>
                      <a:pt x="1254" y="460"/>
                    </a:lnTo>
                    <a:lnTo>
                      <a:pt x="1194" y="476"/>
                    </a:lnTo>
                    <a:lnTo>
                      <a:pt x="1118" y="492"/>
                    </a:lnTo>
                    <a:lnTo>
                      <a:pt x="1026" y="506"/>
                    </a:lnTo>
                    <a:lnTo>
                      <a:pt x="976" y="514"/>
                    </a:lnTo>
                    <a:lnTo>
                      <a:pt x="920" y="520"/>
                    </a:lnTo>
                    <a:lnTo>
                      <a:pt x="860" y="524"/>
                    </a:lnTo>
                    <a:lnTo>
                      <a:pt x="798" y="528"/>
                    </a:lnTo>
                    <a:lnTo>
                      <a:pt x="730" y="530"/>
                    </a:lnTo>
                    <a:lnTo>
                      <a:pt x="660" y="530"/>
                    </a:lnTo>
                    <a:lnTo>
                      <a:pt x="482" y="530"/>
                    </a:lnTo>
                    <a:lnTo>
                      <a:pt x="786" y="162"/>
                    </a:lnTo>
                    <a:lnTo>
                      <a:pt x="1714" y="162"/>
                    </a:lnTo>
                    <a:lnTo>
                      <a:pt x="1714" y="0"/>
                    </a:lnTo>
                    <a:lnTo>
                      <a:pt x="0" y="0"/>
                    </a:lnTo>
                    <a:lnTo>
                      <a:pt x="0" y="162"/>
                    </a:lnTo>
                    <a:lnTo>
                      <a:pt x="536" y="162"/>
                    </a:lnTo>
                    <a:lnTo>
                      <a:pt x="234" y="530"/>
                    </a:lnTo>
                    <a:lnTo>
                      <a:pt x="50" y="530"/>
                    </a:lnTo>
                    <a:lnTo>
                      <a:pt x="50" y="692"/>
                    </a:lnTo>
                    <a:lnTo>
                      <a:pt x="660" y="692"/>
                    </a:lnTo>
                    <a:lnTo>
                      <a:pt x="660" y="692"/>
                    </a:lnTo>
                    <a:lnTo>
                      <a:pt x="744" y="692"/>
                    </a:lnTo>
                    <a:lnTo>
                      <a:pt x="822" y="688"/>
                    </a:lnTo>
                    <a:lnTo>
                      <a:pt x="898" y="684"/>
                    </a:lnTo>
                    <a:lnTo>
                      <a:pt x="966" y="678"/>
                    </a:lnTo>
                    <a:lnTo>
                      <a:pt x="1032" y="672"/>
                    </a:lnTo>
                    <a:lnTo>
                      <a:pt x="1092" y="664"/>
                    </a:lnTo>
                    <a:lnTo>
                      <a:pt x="1146" y="656"/>
                    </a:lnTo>
                    <a:lnTo>
                      <a:pt x="1196" y="646"/>
                    </a:lnTo>
                    <a:lnTo>
                      <a:pt x="1284" y="628"/>
                    </a:lnTo>
                    <a:lnTo>
                      <a:pt x="1350" y="610"/>
                    </a:lnTo>
                    <a:lnTo>
                      <a:pt x="1400" y="596"/>
                    </a:lnTo>
                    <a:lnTo>
                      <a:pt x="1430" y="586"/>
                    </a:lnTo>
                    <a:lnTo>
                      <a:pt x="1504" y="694"/>
                    </a:lnTo>
                    <a:lnTo>
                      <a:pt x="1724" y="694"/>
                    </a:lnTo>
                    <a:lnTo>
                      <a:pt x="1434" y="262"/>
                    </a:lnTo>
                    <a:lnTo>
                      <a:pt x="1212" y="2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sp>
            <p:nvSpPr>
              <p:cNvPr id="62" name="Freeform 89">
                <a:extLst>
                  <a:ext uri="{FF2B5EF4-FFF2-40B4-BE49-F238E27FC236}">
                    <a16:creationId xmlns:a16="http://schemas.microsoft.com/office/drawing/2014/main" id="{D7A1F431-CCF7-A727-366C-0BFFE74D6B29}"/>
                  </a:ext>
                </a:extLst>
              </p:cNvPr>
              <p:cNvSpPr>
                <a:spLocks/>
              </p:cNvSpPr>
              <p:nvPr/>
            </p:nvSpPr>
            <p:spPr bwMode="auto">
              <a:xfrm>
                <a:off x="18653125" y="2460625"/>
                <a:ext cx="2743200" cy="996950"/>
              </a:xfrm>
              <a:custGeom>
                <a:avLst/>
                <a:gdLst>
                  <a:gd name="T0" fmla="*/ 776 w 1728"/>
                  <a:gd name="T1" fmla="*/ 0 h 628"/>
                  <a:gd name="T2" fmla="*/ 752 w 1728"/>
                  <a:gd name="T3" fmla="*/ 32 h 628"/>
                  <a:gd name="T4" fmla="*/ 698 w 1728"/>
                  <a:gd name="T5" fmla="*/ 92 h 628"/>
                  <a:gd name="T6" fmla="*/ 638 w 1728"/>
                  <a:gd name="T7" fmla="*/ 148 h 628"/>
                  <a:gd name="T8" fmla="*/ 578 w 1728"/>
                  <a:gd name="T9" fmla="*/ 198 h 628"/>
                  <a:gd name="T10" fmla="*/ 482 w 1728"/>
                  <a:gd name="T11" fmla="*/ 264 h 628"/>
                  <a:gd name="T12" fmla="*/ 352 w 1728"/>
                  <a:gd name="T13" fmla="*/ 336 h 628"/>
                  <a:gd name="T14" fmla="*/ 232 w 1728"/>
                  <a:gd name="T15" fmla="*/ 390 h 628"/>
                  <a:gd name="T16" fmla="*/ 128 w 1728"/>
                  <a:gd name="T17" fmla="*/ 430 h 628"/>
                  <a:gd name="T18" fmla="*/ 22 w 1728"/>
                  <a:gd name="T19" fmla="*/ 462 h 628"/>
                  <a:gd name="T20" fmla="*/ 0 w 1728"/>
                  <a:gd name="T21" fmla="*/ 628 h 628"/>
                  <a:gd name="T22" fmla="*/ 22 w 1728"/>
                  <a:gd name="T23" fmla="*/ 624 h 628"/>
                  <a:gd name="T24" fmla="*/ 128 w 1728"/>
                  <a:gd name="T25" fmla="*/ 598 h 628"/>
                  <a:gd name="T26" fmla="*/ 236 w 1728"/>
                  <a:gd name="T27" fmla="*/ 564 h 628"/>
                  <a:gd name="T28" fmla="*/ 364 w 1728"/>
                  <a:gd name="T29" fmla="*/ 514 h 628"/>
                  <a:gd name="T30" fmla="*/ 504 w 1728"/>
                  <a:gd name="T31" fmla="*/ 446 h 628"/>
                  <a:gd name="T32" fmla="*/ 612 w 1728"/>
                  <a:gd name="T33" fmla="*/ 382 h 628"/>
                  <a:gd name="T34" fmla="*/ 684 w 1728"/>
                  <a:gd name="T35" fmla="*/ 332 h 628"/>
                  <a:gd name="T36" fmla="*/ 754 w 1728"/>
                  <a:gd name="T37" fmla="*/ 276 h 628"/>
                  <a:gd name="T38" fmla="*/ 822 w 1728"/>
                  <a:gd name="T39" fmla="*/ 214 h 628"/>
                  <a:gd name="T40" fmla="*/ 874 w 1728"/>
                  <a:gd name="T41" fmla="*/ 180 h 628"/>
                  <a:gd name="T42" fmla="*/ 906 w 1728"/>
                  <a:gd name="T43" fmla="*/ 214 h 628"/>
                  <a:gd name="T44" fmla="*/ 974 w 1728"/>
                  <a:gd name="T45" fmla="*/ 276 h 628"/>
                  <a:gd name="T46" fmla="*/ 1044 w 1728"/>
                  <a:gd name="T47" fmla="*/ 332 h 628"/>
                  <a:gd name="T48" fmla="*/ 1116 w 1728"/>
                  <a:gd name="T49" fmla="*/ 382 h 628"/>
                  <a:gd name="T50" fmla="*/ 1224 w 1728"/>
                  <a:gd name="T51" fmla="*/ 446 h 628"/>
                  <a:gd name="T52" fmla="*/ 1364 w 1728"/>
                  <a:gd name="T53" fmla="*/ 514 h 628"/>
                  <a:gd name="T54" fmla="*/ 1490 w 1728"/>
                  <a:gd name="T55" fmla="*/ 564 h 628"/>
                  <a:gd name="T56" fmla="*/ 1598 w 1728"/>
                  <a:gd name="T57" fmla="*/ 598 h 628"/>
                  <a:gd name="T58" fmla="*/ 1704 w 1728"/>
                  <a:gd name="T59" fmla="*/ 624 h 628"/>
                  <a:gd name="T60" fmla="*/ 1728 w 1728"/>
                  <a:gd name="T61" fmla="*/ 468 h 628"/>
                  <a:gd name="T62" fmla="*/ 1704 w 1728"/>
                  <a:gd name="T63" fmla="*/ 462 h 628"/>
                  <a:gd name="T64" fmla="*/ 1600 w 1728"/>
                  <a:gd name="T65" fmla="*/ 430 h 628"/>
                  <a:gd name="T66" fmla="*/ 1496 w 1728"/>
                  <a:gd name="T67" fmla="*/ 390 h 628"/>
                  <a:gd name="T68" fmla="*/ 1374 w 1728"/>
                  <a:gd name="T69" fmla="*/ 336 h 628"/>
                  <a:gd name="T70" fmla="*/ 1246 w 1728"/>
                  <a:gd name="T71" fmla="*/ 264 h 628"/>
                  <a:gd name="T72" fmla="*/ 1150 w 1728"/>
                  <a:gd name="T73" fmla="*/ 198 h 628"/>
                  <a:gd name="T74" fmla="*/ 1088 w 1728"/>
                  <a:gd name="T75" fmla="*/ 148 h 628"/>
                  <a:gd name="T76" fmla="*/ 1030 w 1728"/>
                  <a:gd name="T77" fmla="*/ 92 h 628"/>
                  <a:gd name="T78" fmla="*/ 976 w 1728"/>
                  <a:gd name="T79" fmla="*/ 32 h 628"/>
                  <a:gd name="T80" fmla="*/ 950 w 1728"/>
                  <a:gd name="T81" fmla="*/ 0 h 6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728" h="628">
                    <a:moveTo>
                      <a:pt x="950" y="0"/>
                    </a:moveTo>
                    <a:lnTo>
                      <a:pt x="776" y="0"/>
                    </a:lnTo>
                    <a:lnTo>
                      <a:pt x="776" y="0"/>
                    </a:lnTo>
                    <a:lnTo>
                      <a:pt x="752" y="32"/>
                    </a:lnTo>
                    <a:lnTo>
                      <a:pt x="726" y="62"/>
                    </a:lnTo>
                    <a:lnTo>
                      <a:pt x="698" y="92"/>
                    </a:lnTo>
                    <a:lnTo>
                      <a:pt x="668" y="120"/>
                    </a:lnTo>
                    <a:lnTo>
                      <a:pt x="638" y="148"/>
                    </a:lnTo>
                    <a:lnTo>
                      <a:pt x="608" y="174"/>
                    </a:lnTo>
                    <a:lnTo>
                      <a:pt x="578" y="198"/>
                    </a:lnTo>
                    <a:lnTo>
                      <a:pt x="546" y="220"/>
                    </a:lnTo>
                    <a:lnTo>
                      <a:pt x="482" y="264"/>
                    </a:lnTo>
                    <a:lnTo>
                      <a:pt x="416" y="302"/>
                    </a:lnTo>
                    <a:lnTo>
                      <a:pt x="352" y="336"/>
                    </a:lnTo>
                    <a:lnTo>
                      <a:pt x="290" y="366"/>
                    </a:lnTo>
                    <a:lnTo>
                      <a:pt x="232" y="390"/>
                    </a:lnTo>
                    <a:lnTo>
                      <a:pt x="176" y="412"/>
                    </a:lnTo>
                    <a:lnTo>
                      <a:pt x="128" y="430"/>
                    </a:lnTo>
                    <a:lnTo>
                      <a:pt x="84" y="444"/>
                    </a:lnTo>
                    <a:lnTo>
                      <a:pt x="22" y="462"/>
                    </a:lnTo>
                    <a:lnTo>
                      <a:pt x="0" y="468"/>
                    </a:lnTo>
                    <a:lnTo>
                      <a:pt x="0" y="628"/>
                    </a:lnTo>
                    <a:lnTo>
                      <a:pt x="0" y="628"/>
                    </a:lnTo>
                    <a:lnTo>
                      <a:pt x="22" y="624"/>
                    </a:lnTo>
                    <a:lnTo>
                      <a:pt x="84" y="610"/>
                    </a:lnTo>
                    <a:lnTo>
                      <a:pt x="128" y="598"/>
                    </a:lnTo>
                    <a:lnTo>
                      <a:pt x="180" y="584"/>
                    </a:lnTo>
                    <a:lnTo>
                      <a:pt x="236" y="564"/>
                    </a:lnTo>
                    <a:lnTo>
                      <a:pt x="298" y="542"/>
                    </a:lnTo>
                    <a:lnTo>
                      <a:pt x="364" y="514"/>
                    </a:lnTo>
                    <a:lnTo>
                      <a:pt x="432" y="482"/>
                    </a:lnTo>
                    <a:lnTo>
                      <a:pt x="504" y="446"/>
                    </a:lnTo>
                    <a:lnTo>
                      <a:pt x="576" y="404"/>
                    </a:lnTo>
                    <a:lnTo>
                      <a:pt x="612" y="382"/>
                    </a:lnTo>
                    <a:lnTo>
                      <a:pt x="648" y="358"/>
                    </a:lnTo>
                    <a:lnTo>
                      <a:pt x="684" y="332"/>
                    </a:lnTo>
                    <a:lnTo>
                      <a:pt x="718" y="304"/>
                    </a:lnTo>
                    <a:lnTo>
                      <a:pt x="754" y="276"/>
                    </a:lnTo>
                    <a:lnTo>
                      <a:pt x="788" y="246"/>
                    </a:lnTo>
                    <a:lnTo>
                      <a:pt x="822" y="214"/>
                    </a:lnTo>
                    <a:lnTo>
                      <a:pt x="854" y="180"/>
                    </a:lnTo>
                    <a:lnTo>
                      <a:pt x="874" y="180"/>
                    </a:lnTo>
                    <a:lnTo>
                      <a:pt x="874" y="180"/>
                    </a:lnTo>
                    <a:lnTo>
                      <a:pt x="906" y="214"/>
                    </a:lnTo>
                    <a:lnTo>
                      <a:pt x="940" y="246"/>
                    </a:lnTo>
                    <a:lnTo>
                      <a:pt x="974" y="276"/>
                    </a:lnTo>
                    <a:lnTo>
                      <a:pt x="1008" y="304"/>
                    </a:lnTo>
                    <a:lnTo>
                      <a:pt x="1044" y="332"/>
                    </a:lnTo>
                    <a:lnTo>
                      <a:pt x="1080" y="358"/>
                    </a:lnTo>
                    <a:lnTo>
                      <a:pt x="1116" y="382"/>
                    </a:lnTo>
                    <a:lnTo>
                      <a:pt x="1152" y="404"/>
                    </a:lnTo>
                    <a:lnTo>
                      <a:pt x="1224" y="446"/>
                    </a:lnTo>
                    <a:lnTo>
                      <a:pt x="1294" y="482"/>
                    </a:lnTo>
                    <a:lnTo>
                      <a:pt x="1364" y="514"/>
                    </a:lnTo>
                    <a:lnTo>
                      <a:pt x="1430" y="542"/>
                    </a:lnTo>
                    <a:lnTo>
                      <a:pt x="1490" y="564"/>
                    </a:lnTo>
                    <a:lnTo>
                      <a:pt x="1548" y="584"/>
                    </a:lnTo>
                    <a:lnTo>
                      <a:pt x="1598" y="598"/>
                    </a:lnTo>
                    <a:lnTo>
                      <a:pt x="1642" y="610"/>
                    </a:lnTo>
                    <a:lnTo>
                      <a:pt x="1704" y="624"/>
                    </a:lnTo>
                    <a:lnTo>
                      <a:pt x="1728" y="628"/>
                    </a:lnTo>
                    <a:lnTo>
                      <a:pt x="1728" y="468"/>
                    </a:lnTo>
                    <a:lnTo>
                      <a:pt x="1728" y="468"/>
                    </a:lnTo>
                    <a:lnTo>
                      <a:pt x="1704" y="462"/>
                    </a:lnTo>
                    <a:lnTo>
                      <a:pt x="1642" y="444"/>
                    </a:lnTo>
                    <a:lnTo>
                      <a:pt x="1600" y="430"/>
                    </a:lnTo>
                    <a:lnTo>
                      <a:pt x="1550" y="412"/>
                    </a:lnTo>
                    <a:lnTo>
                      <a:pt x="1496" y="390"/>
                    </a:lnTo>
                    <a:lnTo>
                      <a:pt x="1436" y="366"/>
                    </a:lnTo>
                    <a:lnTo>
                      <a:pt x="1374" y="336"/>
                    </a:lnTo>
                    <a:lnTo>
                      <a:pt x="1310" y="302"/>
                    </a:lnTo>
                    <a:lnTo>
                      <a:pt x="1246" y="264"/>
                    </a:lnTo>
                    <a:lnTo>
                      <a:pt x="1182" y="220"/>
                    </a:lnTo>
                    <a:lnTo>
                      <a:pt x="1150" y="198"/>
                    </a:lnTo>
                    <a:lnTo>
                      <a:pt x="1120" y="174"/>
                    </a:lnTo>
                    <a:lnTo>
                      <a:pt x="1088" y="148"/>
                    </a:lnTo>
                    <a:lnTo>
                      <a:pt x="1058" y="120"/>
                    </a:lnTo>
                    <a:lnTo>
                      <a:pt x="1030" y="92"/>
                    </a:lnTo>
                    <a:lnTo>
                      <a:pt x="1002" y="62"/>
                    </a:lnTo>
                    <a:lnTo>
                      <a:pt x="976" y="32"/>
                    </a:lnTo>
                    <a:lnTo>
                      <a:pt x="950" y="0"/>
                    </a:lnTo>
                    <a:lnTo>
                      <a:pt x="95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2935" tIns="41468" rIns="82935" bIns="41468" numCol="1" anchor="t" anchorCtr="0" compatLnSpc="1">
                <a:prstTxWarp prst="textNoShape">
                  <a:avLst/>
                </a:prstTxWarp>
              </a:bodyPr>
              <a:lstStyle/>
              <a:p>
                <a:endParaRPr lang="ja-JP" altLang="en-US" sz="1633"/>
              </a:p>
            </p:txBody>
          </p:sp>
        </p:grpSp>
      </p:grpSp>
      <p:sp>
        <p:nvSpPr>
          <p:cNvPr id="5" name="テキスト プレースホルダー 4">
            <a:extLst>
              <a:ext uri="{FF2B5EF4-FFF2-40B4-BE49-F238E27FC236}">
                <a16:creationId xmlns:a16="http://schemas.microsoft.com/office/drawing/2014/main" id="{B64B606B-2FA9-9B21-141C-32A6FCC50C80}"/>
              </a:ext>
            </a:extLst>
          </p:cNvPr>
          <p:cNvSpPr>
            <a:spLocks noGrp="1"/>
          </p:cNvSpPr>
          <p:nvPr>
            <p:ph type="body" sz="quarter" idx="10" hasCustomPrompt="1"/>
          </p:nvPr>
        </p:nvSpPr>
        <p:spPr>
          <a:xfrm>
            <a:off x="343407" y="365448"/>
            <a:ext cx="6883998" cy="375416"/>
          </a:xfrm>
          <a:prstGeom prst="rect">
            <a:avLst/>
          </a:prstGeom>
        </p:spPr>
        <p:txBody>
          <a:bodyPr anchor="ctr" anchorCtr="0"/>
          <a:lstStyle>
            <a:lvl1pPr marL="0" indent="0">
              <a:lnSpc>
                <a:spcPct val="130000"/>
              </a:lnSpc>
              <a:spcBef>
                <a:spcPts val="0"/>
              </a:spcBef>
              <a:buNone/>
              <a:defRPr sz="1600" b="1">
                <a:solidFill>
                  <a:schemeClr val="tx2"/>
                </a:solidFill>
              </a:defRPr>
            </a:lvl1pPr>
          </a:lstStyle>
          <a:p>
            <a:pPr lvl="0"/>
            <a:r>
              <a:rPr kumimoji="1" lang="ja-JP" altLang="en-US"/>
              <a:t>資料名など</a:t>
            </a:r>
          </a:p>
        </p:txBody>
      </p:sp>
      <p:sp>
        <p:nvSpPr>
          <p:cNvPr id="6" name="テキスト プレースホルダー 4">
            <a:extLst>
              <a:ext uri="{FF2B5EF4-FFF2-40B4-BE49-F238E27FC236}">
                <a16:creationId xmlns:a16="http://schemas.microsoft.com/office/drawing/2014/main" id="{F72D2ECE-7089-62D4-5864-EC06DA7EF0B0}"/>
              </a:ext>
            </a:extLst>
          </p:cNvPr>
          <p:cNvSpPr>
            <a:spLocks noGrp="1"/>
          </p:cNvSpPr>
          <p:nvPr>
            <p:ph type="body" sz="quarter" idx="11" hasCustomPrompt="1"/>
          </p:nvPr>
        </p:nvSpPr>
        <p:spPr>
          <a:xfrm>
            <a:off x="343407" y="2883243"/>
            <a:ext cx="6883998" cy="537520"/>
          </a:xfrm>
          <a:prstGeom prst="rect">
            <a:avLst/>
          </a:prstGeom>
        </p:spPr>
        <p:txBody>
          <a:bodyPr anchor="ctr" anchorCtr="0"/>
          <a:lstStyle>
            <a:lvl1pPr marL="0" indent="0">
              <a:lnSpc>
                <a:spcPct val="130000"/>
              </a:lnSpc>
              <a:spcBef>
                <a:spcPts val="0"/>
              </a:spcBef>
              <a:buNone/>
              <a:defRPr sz="2400" b="1">
                <a:solidFill>
                  <a:schemeClr val="accent1"/>
                </a:solidFill>
              </a:defRPr>
            </a:lvl1pPr>
          </a:lstStyle>
          <a:p>
            <a:pPr lvl="0"/>
            <a:r>
              <a:rPr kumimoji="1" lang="ja-JP" altLang="en-US"/>
              <a:t>タイトル</a:t>
            </a:r>
          </a:p>
        </p:txBody>
      </p:sp>
      <p:sp>
        <p:nvSpPr>
          <p:cNvPr id="7" name="テキスト プレースホルダー 4">
            <a:extLst>
              <a:ext uri="{FF2B5EF4-FFF2-40B4-BE49-F238E27FC236}">
                <a16:creationId xmlns:a16="http://schemas.microsoft.com/office/drawing/2014/main" id="{B2CF5C76-A2EF-69BC-A87F-B909B624BF33}"/>
              </a:ext>
            </a:extLst>
          </p:cNvPr>
          <p:cNvSpPr>
            <a:spLocks noGrp="1"/>
          </p:cNvSpPr>
          <p:nvPr>
            <p:ph type="body" sz="quarter" idx="12" hasCustomPrompt="1"/>
          </p:nvPr>
        </p:nvSpPr>
        <p:spPr>
          <a:xfrm>
            <a:off x="343407" y="4163552"/>
            <a:ext cx="6883998" cy="375416"/>
          </a:xfrm>
          <a:prstGeom prst="rect">
            <a:avLst/>
          </a:prstGeom>
        </p:spPr>
        <p:txBody>
          <a:bodyPr anchor="ctr" anchorCtr="0"/>
          <a:lstStyle>
            <a:lvl1pPr marL="0" indent="0">
              <a:lnSpc>
                <a:spcPct val="130000"/>
              </a:lnSpc>
              <a:spcBef>
                <a:spcPts val="0"/>
              </a:spcBef>
              <a:buNone/>
              <a:defRPr sz="1600" b="1">
                <a:solidFill>
                  <a:schemeClr val="tx2"/>
                </a:solidFill>
              </a:defRPr>
            </a:lvl1pPr>
          </a:lstStyle>
          <a:p>
            <a:pPr lvl="0"/>
            <a:r>
              <a:rPr kumimoji="1" lang="ja-JP" altLang="en-US"/>
              <a:t>役職○○○○　氏名○○○○</a:t>
            </a:r>
          </a:p>
        </p:txBody>
      </p:sp>
      <p:sp>
        <p:nvSpPr>
          <p:cNvPr id="63" name="テキスト プレースホルダー 4">
            <a:extLst>
              <a:ext uri="{FF2B5EF4-FFF2-40B4-BE49-F238E27FC236}">
                <a16:creationId xmlns:a16="http://schemas.microsoft.com/office/drawing/2014/main" id="{3D7B96EB-DA53-3011-F505-A04A9F5FF4F2}"/>
              </a:ext>
            </a:extLst>
          </p:cNvPr>
          <p:cNvSpPr>
            <a:spLocks noGrp="1"/>
          </p:cNvSpPr>
          <p:nvPr>
            <p:ph type="body" sz="quarter" idx="14" hasCustomPrompt="1"/>
          </p:nvPr>
        </p:nvSpPr>
        <p:spPr>
          <a:xfrm>
            <a:off x="343407" y="5566224"/>
            <a:ext cx="6883998" cy="272405"/>
          </a:xfrm>
          <a:prstGeom prst="rect">
            <a:avLst/>
          </a:prstGeom>
        </p:spPr>
        <p:txBody>
          <a:bodyPr anchor="ctr" anchorCtr="0"/>
          <a:lstStyle>
            <a:lvl1pPr marL="0" indent="0">
              <a:lnSpc>
                <a:spcPct val="130000"/>
              </a:lnSpc>
              <a:spcBef>
                <a:spcPts val="0"/>
              </a:spcBef>
              <a:buNone/>
              <a:defRPr sz="1200" b="1">
                <a:solidFill>
                  <a:schemeClr val="tx2"/>
                </a:solidFill>
              </a:defRPr>
            </a:lvl1pPr>
          </a:lstStyle>
          <a:p>
            <a:pPr lvl="0"/>
            <a:r>
              <a:rPr kumimoji="1" lang="en-US" altLang="ja-JP"/>
              <a:t>YYYY</a:t>
            </a:r>
            <a:r>
              <a:rPr kumimoji="1" lang="ja-JP" altLang="en-US"/>
              <a:t>年</a:t>
            </a:r>
            <a:r>
              <a:rPr kumimoji="1" lang="en-US" altLang="ja-JP"/>
              <a:t>MM</a:t>
            </a:r>
            <a:r>
              <a:rPr kumimoji="1" lang="ja-JP" altLang="en-US"/>
              <a:t>月</a:t>
            </a:r>
            <a:r>
              <a:rPr kumimoji="1" lang="en-US" altLang="ja-JP"/>
              <a:t>DD</a:t>
            </a:r>
            <a:r>
              <a:rPr kumimoji="1" lang="ja-JP" altLang="en-US"/>
              <a:t>日</a:t>
            </a:r>
          </a:p>
        </p:txBody>
      </p:sp>
      <p:sp>
        <p:nvSpPr>
          <p:cNvPr id="66" name="図プレースホルダー 65">
            <a:extLst>
              <a:ext uri="{FF2B5EF4-FFF2-40B4-BE49-F238E27FC236}">
                <a16:creationId xmlns:a16="http://schemas.microsoft.com/office/drawing/2014/main" id="{C4DE0948-8AF6-6784-DBF3-658DF5D01ABA}"/>
              </a:ext>
            </a:extLst>
          </p:cNvPr>
          <p:cNvSpPr>
            <a:spLocks noGrp="1"/>
          </p:cNvSpPr>
          <p:nvPr>
            <p:ph type="pic" sz="quarter" idx="15" hasCustomPrompt="1"/>
          </p:nvPr>
        </p:nvSpPr>
        <p:spPr>
          <a:xfrm>
            <a:off x="7559513" y="1"/>
            <a:ext cx="4632487" cy="6858000"/>
          </a:xfrm>
          <a:prstGeom prst="rect">
            <a:avLst/>
          </a:prstGeom>
        </p:spPr>
        <p:txBody>
          <a:bodyPr anchor="ctr" anchorCtr="0"/>
          <a:lstStyle>
            <a:lvl1pPr marL="0" indent="0">
              <a:lnSpc>
                <a:spcPct val="130000"/>
              </a:lnSpc>
              <a:spcBef>
                <a:spcPts val="0"/>
              </a:spcBef>
              <a:buNone/>
              <a:defRPr sz="1600" b="1">
                <a:solidFill>
                  <a:schemeClr val="tx2"/>
                </a:solidFill>
                <a:latin typeface="+mj-ea"/>
                <a:ea typeface="+mj-ea"/>
              </a:defRPr>
            </a:lvl1pPr>
          </a:lstStyle>
          <a:p>
            <a:r>
              <a:rPr kumimoji="1" lang="ja-JP" altLang="en-US"/>
              <a:t>キービジュアル</a:t>
            </a:r>
            <a:endParaRPr kumimoji="1" lang="en-US" altLang="ja-JP"/>
          </a:p>
        </p:txBody>
      </p:sp>
      <p:sp>
        <p:nvSpPr>
          <p:cNvPr id="12" name="テキスト プレースホルダー 4">
            <a:extLst>
              <a:ext uri="{FF2B5EF4-FFF2-40B4-BE49-F238E27FC236}">
                <a16:creationId xmlns:a16="http://schemas.microsoft.com/office/drawing/2014/main" id="{B5C5324C-2693-485B-2292-36C8AA18F8A4}"/>
              </a:ext>
            </a:extLst>
          </p:cNvPr>
          <p:cNvSpPr>
            <a:spLocks noGrp="1"/>
          </p:cNvSpPr>
          <p:nvPr>
            <p:ph type="body" sz="quarter" idx="13" hasCustomPrompt="1"/>
          </p:nvPr>
        </p:nvSpPr>
        <p:spPr>
          <a:xfrm>
            <a:off x="343407" y="4538968"/>
            <a:ext cx="6883998" cy="1023562"/>
          </a:xfrm>
          <a:prstGeom prst="rect">
            <a:avLst/>
          </a:prstGeom>
        </p:spPr>
        <p:txBody>
          <a:bodyPr wrap="none" anchor="ctr" anchorCtr="0"/>
          <a:lstStyle>
            <a:lvl1pPr marL="0" indent="0">
              <a:lnSpc>
                <a:spcPct val="130000"/>
              </a:lnSpc>
              <a:spcBef>
                <a:spcPts val="0"/>
              </a:spcBef>
              <a:buNone/>
              <a:defRPr sz="1200" b="1">
                <a:solidFill>
                  <a:schemeClr val="tx2"/>
                </a:solidFill>
              </a:defRPr>
            </a:lvl1pPr>
          </a:lstStyle>
          <a:p>
            <a:pPr lvl="0"/>
            <a:r>
              <a:rPr kumimoji="1" lang="ja-JP" altLang="en-US"/>
              <a:t>○○○○○○○○本部</a:t>
            </a:r>
            <a:endParaRPr kumimoji="1" lang="en-US" altLang="ja-JP"/>
          </a:p>
          <a:p>
            <a:pPr lvl="0"/>
            <a:r>
              <a:rPr kumimoji="1" lang="ja-JP" altLang="en-US"/>
              <a:t>○○○○○○○○部門</a:t>
            </a:r>
            <a:endParaRPr kumimoji="1" lang="en-US" altLang="ja-JP"/>
          </a:p>
          <a:p>
            <a:pPr lvl="0"/>
            <a:r>
              <a:rPr kumimoji="1" lang="ja-JP" altLang="en-US"/>
              <a:t>○○○○○○○○ユニット</a:t>
            </a:r>
          </a:p>
        </p:txBody>
      </p:sp>
    </p:spTree>
    <p:extLst>
      <p:ext uri="{BB962C8B-B14F-4D97-AF65-F5344CB8AC3E}">
        <p14:creationId xmlns:p14="http://schemas.microsoft.com/office/powerpoint/2010/main" val="21704683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中表紙1">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64E72459-2E48-AB6D-9E5A-B407EFD9A528}"/>
              </a:ext>
            </a:extLst>
          </p:cNvPr>
          <p:cNvSpPr/>
          <p:nvPr userDrawn="1"/>
        </p:nvSpPr>
        <p:spPr>
          <a:xfrm>
            <a:off x="2967037" y="2600324"/>
            <a:ext cx="6257926" cy="1781175"/>
          </a:xfrm>
          <a:prstGeom prst="rect">
            <a:avLst/>
          </a:prstGeom>
          <a:solidFill>
            <a:schemeClr val="bg1"/>
          </a:solidFill>
          <a:ln w="381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プレースホルダー 4">
            <a:extLst>
              <a:ext uri="{FF2B5EF4-FFF2-40B4-BE49-F238E27FC236}">
                <a16:creationId xmlns:a16="http://schemas.microsoft.com/office/drawing/2014/main" id="{C8D4EB05-C27F-61E0-7A22-C517093E4AE2}"/>
              </a:ext>
            </a:extLst>
          </p:cNvPr>
          <p:cNvSpPr>
            <a:spLocks noGrp="1"/>
          </p:cNvSpPr>
          <p:nvPr>
            <p:ph type="body" sz="quarter" idx="11" hasCustomPrompt="1"/>
          </p:nvPr>
        </p:nvSpPr>
        <p:spPr>
          <a:xfrm>
            <a:off x="2967037" y="2714625"/>
            <a:ext cx="6257926" cy="498112"/>
          </a:xfrm>
          <a:prstGeom prst="rect">
            <a:avLst/>
          </a:prstGeom>
        </p:spPr>
        <p:txBody>
          <a:bodyPr anchor="ctr" anchorCtr="0"/>
          <a:lstStyle>
            <a:lvl1pPr marL="0" indent="0" algn="ctr">
              <a:lnSpc>
                <a:spcPct val="130000"/>
              </a:lnSpc>
              <a:spcBef>
                <a:spcPts val="0"/>
              </a:spcBef>
              <a:buNone/>
              <a:defRPr sz="3200" b="1">
                <a:solidFill>
                  <a:schemeClr val="tx1"/>
                </a:solidFill>
              </a:defRPr>
            </a:lvl1pPr>
          </a:lstStyle>
          <a:p>
            <a:pPr lvl="0"/>
            <a:r>
              <a:rPr kumimoji="1" lang="ja-JP" altLang="en-US"/>
              <a:t>ここにタイトルをいれます</a:t>
            </a:r>
          </a:p>
        </p:txBody>
      </p:sp>
      <p:sp>
        <p:nvSpPr>
          <p:cNvPr id="5" name="テキスト プレースホルダー 4">
            <a:extLst>
              <a:ext uri="{FF2B5EF4-FFF2-40B4-BE49-F238E27FC236}">
                <a16:creationId xmlns:a16="http://schemas.microsoft.com/office/drawing/2014/main" id="{66EA78CE-3151-ADBE-E810-A0E2AE748F46}"/>
              </a:ext>
            </a:extLst>
          </p:cNvPr>
          <p:cNvSpPr>
            <a:spLocks noGrp="1"/>
          </p:cNvSpPr>
          <p:nvPr>
            <p:ph type="body" sz="quarter" idx="12" hasCustomPrompt="1"/>
          </p:nvPr>
        </p:nvSpPr>
        <p:spPr>
          <a:xfrm>
            <a:off x="2967037" y="3217499"/>
            <a:ext cx="6257926" cy="238125"/>
          </a:xfrm>
          <a:prstGeom prst="rect">
            <a:avLst/>
          </a:prstGeom>
        </p:spPr>
        <p:txBody>
          <a:bodyPr anchor="ctr" anchorCtr="0"/>
          <a:lstStyle>
            <a:lvl1pPr marL="0" indent="0" algn="ctr">
              <a:lnSpc>
                <a:spcPct val="130000"/>
              </a:lnSpc>
              <a:spcBef>
                <a:spcPts val="0"/>
              </a:spcBef>
              <a:buNone/>
              <a:defRPr sz="1600" b="1">
                <a:solidFill>
                  <a:schemeClr val="tx1"/>
                </a:solidFill>
              </a:defRPr>
            </a:lvl1pPr>
          </a:lstStyle>
          <a:p>
            <a:pPr lvl="0"/>
            <a:r>
              <a:rPr kumimoji="1" lang="ja-JP" altLang="en-US"/>
              <a:t>ここにサブタイトルをいれます</a:t>
            </a:r>
          </a:p>
        </p:txBody>
      </p:sp>
      <p:sp>
        <p:nvSpPr>
          <p:cNvPr id="6" name="矢印: 五方向 5">
            <a:extLst>
              <a:ext uri="{FF2B5EF4-FFF2-40B4-BE49-F238E27FC236}">
                <a16:creationId xmlns:a16="http://schemas.microsoft.com/office/drawing/2014/main" id="{2E2654BD-B506-CA16-6609-DE728396E19E}"/>
              </a:ext>
            </a:extLst>
          </p:cNvPr>
          <p:cNvSpPr/>
          <p:nvPr userDrawn="1"/>
        </p:nvSpPr>
        <p:spPr>
          <a:xfrm>
            <a:off x="2981325" y="3562349"/>
            <a:ext cx="6038850" cy="360000"/>
          </a:xfrm>
          <a:prstGeom prst="homePlate">
            <a:avLst>
              <a:gd name="adj" fmla="val 6587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プレースホルダー 4">
            <a:extLst>
              <a:ext uri="{FF2B5EF4-FFF2-40B4-BE49-F238E27FC236}">
                <a16:creationId xmlns:a16="http://schemas.microsoft.com/office/drawing/2014/main" id="{6E3FD17A-1BDE-2766-B07C-700E7EE3A881}"/>
              </a:ext>
            </a:extLst>
          </p:cNvPr>
          <p:cNvSpPr>
            <a:spLocks noGrp="1"/>
          </p:cNvSpPr>
          <p:nvPr>
            <p:ph type="body" sz="quarter" idx="13" hasCustomPrompt="1"/>
          </p:nvPr>
        </p:nvSpPr>
        <p:spPr>
          <a:xfrm>
            <a:off x="2981325" y="3618524"/>
            <a:ext cx="2934674" cy="238125"/>
          </a:xfrm>
          <a:prstGeom prst="rect">
            <a:avLst/>
          </a:prstGeom>
        </p:spPr>
        <p:txBody>
          <a:bodyPr anchor="ctr" anchorCtr="0"/>
          <a:lstStyle>
            <a:lvl1pPr marL="0" indent="0" algn="l">
              <a:lnSpc>
                <a:spcPct val="130000"/>
              </a:lnSpc>
              <a:spcBef>
                <a:spcPts val="0"/>
              </a:spcBef>
              <a:buNone/>
              <a:defRPr sz="1600" b="1">
                <a:solidFill>
                  <a:schemeClr val="bg1"/>
                </a:solidFill>
              </a:defRPr>
            </a:lvl1pPr>
          </a:lstStyle>
          <a:p>
            <a:pPr lvl="0"/>
            <a:r>
              <a:rPr kumimoji="1" lang="ja-JP" altLang="en-US"/>
              <a:t>前タイトル</a:t>
            </a:r>
          </a:p>
        </p:txBody>
      </p:sp>
      <p:sp>
        <p:nvSpPr>
          <p:cNvPr id="10" name="テキスト プレースホルダー 4">
            <a:extLst>
              <a:ext uri="{FF2B5EF4-FFF2-40B4-BE49-F238E27FC236}">
                <a16:creationId xmlns:a16="http://schemas.microsoft.com/office/drawing/2014/main" id="{1A671166-FC2E-3F82-5E80-9DA2EA932094}"/>
              </a:ext>
            </a:extLst>
          </p:cNvPr>
          <p:cNvSpPr>
            <a:spLocks noGrp="1"/>
          </p:cNvSpPr>
          <p:nvPr>
            <p:ph type="body" sz="quarter" idx="14" hasCustomPrompt="1"/>
          </p:nvPr>
        </p:nvSpPr>
        <p:spPr>
          <a:xfrm>
            <a:off x="6276001" y="3618524"/>
            <a:ext cx="2525099" cy="238125"/>
          </a:xfrm>
          <a:prstGeom prst="rect">
            <a:avLst/>
          </a:prstGeom>
        </p:spPr>
        <p:txBody>
          <a:bodyPr anchor="ctr" anchorCtr="0"/>
          <a:lstStyle>
            <a:lvl1pPr marL="0" indent="0" algn="r">
              <a:lnSpc>
                <a:spcPct val="130000"/>
              </a:lnSpc>
              <a:spcBef>
                <a:spcPts val="0"/>
              </a:spcBef>
              <a:buNone/>
              <a:defRPr sz="1600" b="1">
                <a:solidFill>
                  <a:schemeClr val="bg1"/>
                </a:solidFill>
              </a:defRPr>
            </a:lvl1pPr>
          </a:lstStyle>
          <a:p>
            <a:pPr lvl="0"/>
            <a:r>
              <a:rPr kumimoji="1" lang="ja-JP" altLang="en-US"/>
              <a:t>後タイトル</a:t>
            </a:r>
          </a:p>
        </p:txBody>
      </p:sp>
      <p:sp>
        <p:nvSpPr>
          <p:cNvPr id="11" name="テキスト プレースホルダー 4">
            <a:extLst>
              <a:ext uri="{FF2B5EF4-FFF2-40B4-BE49-F238E27FC236}">
                <a16:creationId xmlns:a16="http://schemas.microsoft.com/office/drawing/2014/main" id="{859D4B37-AAF8-CD53-A8D0-1E0BE0960F81}"/>
              </a:ext>
            </a:extLst>
          </p:cNvPr>
          <p:cNvSpPr>
            <a:spLocks noGrp="1"/>
          </p:cNvSpPr>
          <p:nvPr>
            <p:ph type="body" sz="quarter" idx="15" hasCustomPrompt="1"/>
          </p:nvPr>
        </p:nvSpPr>
        <p:spPr>
          <a:xfrm>
            <a:off x="2967037" y="4029074"/>
            <a:ext cx="6257926" cy="238125"/>
          </a:xfrm>
          <a:prstGeom prst="rect">
            <a:avLst/>
          </a:prstGeom>
        </p:spPr>
        <p:txBody>
          <a:bodyPr anchor="ctr" anchorCtr="0"/>
          <a:lstStyle>
            <a:lvl1pPr marL="0" indent="0" algn="ctr">
              <a:lnSpc>
                <a:spcPct val="130000"/>
              </a:lnSpc>
              <a:spcBef>
                <a:spcPts val="0"/>
              </a:spcBef>
              <a:buNone/>
              <a:defRPr sz="1600" b="1">
                <a:solidFill>
                  <a:schemeClr val="tx1"/>
                </a:solidFill>
              </a:defRPr>
            </a:lvl1pPr>
          </a:lstStyle>
          <a:p>
            <a:pPr lvl="0"/>
            <a:r>
              <a:rPr kumimoji="1" lang="ja-JP" altLang="en-US"/>
              <a:t>ここにサブタイトルをいれます</a:t>
            </a:r>
          </a:p>
        </p:txBody>
      </p:sp>
    </p:spTree>
    <p:extLst>
      <p:ext uri="{BB962C8B-B14F-4D97-AF65-F5344CB8AC3E}">
        <p14:creationId xmlns:p14="http://schemas.microsoft.com/office/powerpoint/2010/main" val="7039772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本紙（マスタータイトルあり_1行）">
    <p:spTree>
      <p:nvGrpSpPr>
        <p:cNvPr id="1" name=""/>
        <p:cNvGrpSpPr/>
        <p:nvPr/>
      </p:nvGrpSpPr>
      <p:grpSpPr>
        <a:xfrm>
          <a:off x="0" y="0"/>
          <a:ext cx="0" cy="0"/>
          <a:chOff x="0" y="0"/>
          <a:chExt cx="0" cy="0"/>
        </a:xfrm>
      </p:grpSpPr>
      <p:sp>
        <p:nvSpPr>
          <p:cNvPr id="3" name="テキスト プレースホルダー 4">
            <a:extLst>
              <a:ext uri="{FF2B5EF4-FFF2-40B4-BE49-F238E27FC236}">
                <a16:creationId xmlns:a16="http://schemas.microsoft.com/office/drawing/2014/main" id="{8FA767D9-207E-419E-60DA-003EF8BC5E8F}"/>
              </a:ext>
            </a:extLst>
          </p:cNvPr>
          <p:cNvSpPr>
            <a:spLocks noGrp="1"/>
          </p:cNvSpPr>
          <p:nvPr>
            <p:ph type="body" sz="quarter" idx="12" hasCustomPrompt="1"/>
          </p:nvPr>
        </p:nvSpPr>
        <p:spPr>
          <a:xfrm>
            <a:off x="343406" y="647700"/>
            <a:ext cx="11505187" cy="428625"/>
          </a:xfrm>
          <a:prstGeom prst="rect">
            <a:avLst/>
          </a:prstGeom>
        </p:spPr>
        <p:txBody>
          <a:bodyPr anchor="ctr" anchorCtr="0"/>
          <a:lstStyle>
            <a:lvl1pPr marL="0" indent="0">
              <a:lnSpc>
                <a:spcPct val="130000"/>
              </a:lnSpc>
              <a:spcBef>
                <a:spcPts val="0"/>
              </a:spcBef>
              <a:buNone/>
              <a:defRPr sz="2400" b="1">
                <a:solidFill>
                  <a:schemeClr val="accent1"/>
                </a:solidFill>
              </a:defRPr>
            </a:lvl1pPr>
          </a:lstStyle>
          <a:p>
            <a:pPr lvl="0"/>
            <a:r>
              <a:rPr kumimoji="1" lang="ja-JP" altLang="en-US"/>
              <a:t>スライドタイトル</a:t>
            </a:r>
          </a:p>
        </p:txBody>
      </p:sp>
      <p:sp>
        <p:nvSpPr>
          <p:cNvPr id="4" name="テキスト プレースホルダー 4">
            <a:extLst>
              <a:ext uri="{FF2B5EF4-FFF2-40B4-BE49-F238E27FC236}">
                <a16:creationId xmlns:a16="http://schemas.microsoft.com/office/drawing/2014/main" id="{C7F42276-57B3-B19D-C079-BE9560A0585C}"/>
              </a:ext>
            </a:extLst>
          </p:cNvPr>
          <p:cNvSpPr>
            <a:spLocks noGrp="1"/>
          </p:cNvSpPr>
          <p:nvPr>
            <p:ph type="body" sz="quarter" idx="10" hasCustomPrompt="1"/>
          </p:nvPr>
        </p:nvSpPr>
        <p:spPr>
          <a:xfrm>
            <a:off x="343406" y="365448"/>
            <a:ext cx="11505423" cy="282252"/>
          </a:xfrm>
          <a:prstGeom prst="rect">
            <a:avLst/>
          </a:prstGeom>
        </p:spPr>
        <p:txBody>
          <a:bodyPr anchor="ctr" anchorCtr="0"/>
          <a:lstStyle>
            <a:lvl1pPr marL="0" indent="0">
              <a:lnSpc>
                <a:spcPct val="130000"/>
              </a:lnSpc>
              <a:spcBef>
                <a:spcPts val="0"/>
              </a:spcBef>
              <a:buNone/>
              <a:defRPr sz="1600" b="1">
                <a:solidFill>
                  <a:schemeClr val="tx2"/>
                </a:solidFill>
              </a:defRPr>
            </a:lvl1pPr>
          </a:lstStyle>
          <a:p>
            <a:pPr lvl="0"/>
            <a:r>
              <a:rPr kumimoji="1" lang="ja-JP" altLang="en-US"/>
              <a:t>マスタータイトル</a:t>
            </a:r>
          </a:p>
        </p:txBody>
      </p:sp>
      <p:cxnSp>
        <p:nvCxnSpPr>
          <p:cNvPr id="6" name="直線コネクタ 5">
            <a:extLst>
              <a:ext uri="{FF2B5EF4-FFF2-40B4-BE49-F238E27FC236}">
                <a16:creationId xmlns:a16="http://schemas.microsoft.com/office/drawing/2014/main" id="{8BB40494-FD1D-27BD-66A9-ADEB8B60DAE4}"/>
              </a:ext>
            </a:extLst>
          </p:cNvPr>
          <p:cNvCxnSpPr>
            <a:cxnSpLocks/>
          </p:cNvCxnSpPr>
          <p:nvPr userDrawn="1"/>
        </p:nvCxnSpPr>
        <p:spPr>
          <a:xfrm>
            <a:off x="343406" y="1109663"/>
            <a:ext cx="11505187"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テキスト プレースホルダー 9">
            <a:extLst>
              <a:ext uri="{FF2B5EF4-FFF2-40B4-BE49-F238E27FC236}">
                <a16:creationId xmlns:a16="http://schemas.microsoft.com/office/drawing/2014/main" id="{D5F7F3D1-9B92-C190-A2F6-030AB337DF37}"/>
              </a:ext>
            </a:extLst>
          </p:cNvPr>
          <p:cNvSpPr>
            <a:spLocks noGrp="1"/>
          </p:cNvSpPr>
          <p:nvPr>
            <p:ph type="body" sz="quarter" idx="13"/>
          </p:nvPr>
        </p:nvSpPr>
        <p:spPr>
          <a:xfrm>
            <a:off x="342900" y="1295400"/>
            <a:ext cx="11506200" cy="4852849"/>
          </a:xfrm>
          <a:prstGeom prst="rect">
            <a:avLst/>
          </a:prstGeom>
        </p:spPr>
        <p:txBody>
          <a:bodyPr/>
          <a:lstStyle>
            <a:lvl1pPr marL="228600" indent="-228600">
              <a:buClr>
                <a:schemeClr val="accent1"/>
              </a:buClr>
              <a:buFont typeface="Wingdings" panose="05000000000000000000" pitchFamily="2" charset="2"/>
              <a:buChar char="n"/>
              <a:defRPr sz="2000"/>
            </a:lvl1pPr>
            <a:lvl2pPr marL="542925" indent="-228600">
              <a:buClr>
                <a:schemeClr val="accent1"/>
              </a:buClr>
              <a:buFont typeface="Wingdings" panose="05000000000000000000" pitchFamily="2" charset="2"/>
              <a:buChar char="n"/>
              <a:defRPr sz="1800"/>
            </a:lvl2pPr>
            <a:lvl3pPr marL="809625" indent="-228600">
              <a:buClr>
                <a:schemeClr val="accent1"/>
              </a:buClr>
              <a:buFont typeface="Wingdings" panose="05000000000000000000" pitchFamily="2" charset="2"/>
              <a:buChar char="n"/>
              <a:defRPr sz="1600"/>
            </a:lvl3pPr>
            <a:lvl4pPr marL="1076325" indent="-228600">
              <a:buClr>
                <a:schemeClr val="accent1"/>
              </a:buClr>
              <a:buFont typeface="Wingdings" panose="05000000000000000000" pitchFamily="2" charset="2"/>
              <a:buChar char="n"/>
              <a:defRPr sz="1400"/>
            </a:lvl4pPr>
            <a:lvl5pPr marL="1343025" indent="-228600">
              <a:buClr>
                <a:schemeClr val="accent1"/>
              </a:buClr>
              <a:buFont typeface="Wingdings" panose="05000000000000000000" pitchFamily="2" charset="2"/>
              <a:buChar char="n"/>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6226545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本紙（マスタータイトルあり_2行）">
    <p:spTree>
      <p:nvGrpSpPr>
        <p:cNvPr id="1" name=""/>
        <p:cNvGrpSpPr/>
        <p:nvPr/>
      </p:nvGrpSpPr>
      <p:grpSpPr>
        <a:xfrm>
          <a:off x="0" y="0"/>
          <a:ext cx="0" cy="0"/>
          <a:chOff x="0" y="0"/>
          <a:chExt cx="0" cy="0"/>
        </a:xfrm>
      </p:grpSpPr>
      <p:sp>
        <p:nvSpPr>
          <p:cNvPr id="7" name="テキスト プレースホルダー 9">
            <a:extLst>
              <a:ext uri="{FF2B5EF4-FFF2-40B4-BE49-F238E27FC236}">
                <a16:creationId xmlns:a16="http://schemas.microsoft.com/office/drawing/2014/main" id="{E757E01C-F854-173E-823D-DDDDA6DD92F1}"/>
              </a:ext>
            </a:extLst>
          </p:cNvPr>
          <p:cNvSpPr>
            <a:spLocks noGrp="1"/>
          </p:cNvSpPr>
          <p:nvPr>
            <p:ph type="body" sz="quarter" idx="14"/>
          </p:nvPr>
        </p:nvSpPr>
        <p:spPr>
          <a:xfrm>
            <a:off x="342900" y="1770700"/>
            <a:ext cx="11506200" cy="4377550"/>
          </a:xfrm>
          <a:prstGeom prst="rect">
            <a:avLst/>
          </a:prstGeom>
        </p:spPr>
        <p:txBody>
          <a:bodyPr/>
          <a:lstStyle>
            <a:lvl1pPr marL="228600" indent="-228600">
              <a:buClr>
                <a:schemeClr val="accent1"/>
              </a:buClr>
              <a:buFont typeface="Wingdings" panose="05000000000000000000" pitchFamily="2" charset="2"/>
              <a:buChar char="n"/>
              <a:defRPr sz="2000"/>
            </a:lvl1pPr>
            <a:lvl2pPr marL="542925" indent="-228600">
              <a:buClr>
                <a:schemeClr val="accent1"/>
              </a:buClr>
              <a:buFont typeface="Wingdings" panose="05000000000000000000" pitchFamily="2" charset="2"/>
              <a:buChar char="n"/>
              <a:defRPr sz="1800"/>
            </a:lvl2pPr>
            <a:lvl3pPr marL="809625" indent="-228600">
              <a:buClr>
                <a:schemeClr val="accent1"/>
              </a:buClr>
              <a:buFont typeface="Wingdings" panose="05000000000000000000" pitchFamily="2" charset="2"/>
              <a:buChar char="n"/>
              <a:defRPr sz="1600"/>
            </a:lvl3pPr>
            <a:lvl4pPr marL="1076325" indent="-228600">
              <a:buClr>
                <a:schemeClr val="accent1"/>
              </a:buClr>
              <a:buFont typeface="Wingdings" panose="05000000000000000000" pitchFamily="2" charset="2"/>
              <a:buChar char="n"/>
              <a:defRPr sz="1400"/>
            </a:lvl4pPr>
            <a:lvl5pPr marL="1343025" indent="-228600">
              <a:buClr>
                <a:schemeClr val="accent1"/>
              </a:buClr>
              <a:buFont typeface="Wingdings" panose="05000000000000000000" pitchFamily="2" charset="2"/>
              <a:buChar char="n"/>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テキスト プレースホルダー 4">
            <a:extLst>
              <a:ext uri="{FF2B5EF4-FFF2-40B4-BE49-F238E27FC236}">
                <a16:creationId xmlns:a16="http://schemas.microsoft.com/office/drawing/2014/main" id="{8FA767D9-207E-419E-60DA-003EF8BC5E8F}"/>
              </a:ext>
            </a:extLst>
          </p:cNvPr>
          <p:cNvSpPr>
            <a:spLocks noGrp="1"/>
          </p:cNvSpPr>
          <p:nvPr>
            <p:ph type="body" sz="quarter" idx="12" hasCustomPrompt="1"/>
          </p:nvPr>
        </p:nvSpPr>
        <p:spPr>
          <a:xfrm>
            <a:off x="343406" y="647700"/>
            <a:ext cx="11505187" cy="893717"/>
          </a:xfrm>
          <a:prstGeom prst="rect">
            <a:avLst/>
          </a:prstGeom>
        </p:spPr>
        <p:txBody>
          <a:bodyPr anchor="ctr" anchorCtr="0"/>
          <a:lstStyle>
            <a:lvl1pPr marL="0" indent="0">
              <a:lnSpc>
                <a:spcPct val="100000"/>
              </a:lnSpc>
              <a:spcBef>
                <a:spcPts val="0"/>
              </a:spcBef>
              <a:buNone/>
              <a:defRPr sz="2400" b="1">
                <a:solidFill>
                  <a:schemeClr val="accent1"/>
                </a:solidFill>
              </a:defRPr>
            </a:lvl1pPr>
          </a:lstStyle>
          <a:p>
            <a:pPr lvl="0"/>
            <a:r>
              <a:rPr kumimoji="1" lang="ja-JP" altLang="en-US"/>
              <a:t>スライドタイトル</a:t>
            </a:r>
            <a:endParaRPr kumimoji="1" lang="en-US" altLang="ja-JP"/>
          </a:p>
          <a:p>
            <a:pPr lvl="0"/>
            <a:r>
              <a:rPr kumimoji="1" lang="ja-JP" altLang="en-US"/>
              <a:t>スライドタイトル</a:t>
            </a:r>
          </a:p>
        </p:txBody>
      </p:sp>
      <p:sp>
        <p:nvSpPr>
          <p:cNvPr id="4" name="テキスト プレースホルダー 4">
            <a:extLst>
              <a:ext uri="{FF2B5EF4-FFF2-40B4-BE49-F238E27FC236}">
                <a16:creationId xmlns:a16="http://schemas.microsoft.com/office/drawing/2014/main" id="{C7F42276-57B3-B19D-C079-BE9560A0585C}"/>
              </a:ext>
            </a:extLst>
          </p:cNvPr>
          <p:cNvSpPr>
            <a:spLocks noGrp="1"/>
          </p:cNvSpPr>
          <p:nvPr>
            <p:ph type="body" sz="quarter" idx="10" hasCustomPrompt="1"/>
          </p:nvPr>
        </p:nvSpPr>
        <p:spPr>
          <a:xfrm>
            <a:off x="343406" y="365448"/>
            <a:ext cx="11505423" cy="282252"/>
          </a:xfrm>
          <a:prstGeom prst="rect">
            <a:avLst/>
          </a:prstGeom>
        </p:spPr>
        <p:txBody>
          <a:bodyPr anchor="ctr" anchorCtr="0"/>
          <a:lstStyle>
            <a:lvl1pPr marL="0" indent="0">
              <a:lnSpc>
                <a:spcPct val="130000"/>
              </a:lnSpc>
              <a:spcBef>
                <a:spcPts val="0"/>
              </a:spcBef>
              <a:buNone/>
              <a:defRPr sz="1600" b="1">
                <a:solidFill>
                  <a:schemeClr val="tx2"/>
                </a:solidFill>
              </a:defRPr>
            </a:lvl1pPr>
          </a:lstStyle>
          <a:p>
            <a:pPr lvl="0"/>
            <a:r>
              <a:rPr kumimoji="1" lang="ja-JP" altLang="en-US"/>
              <a:t>マスタータイトル</a:t>
            </a:r>
          </a:p>
        </p:txBody>
      </p:sp>
      <p:cxnSp>
        <p:nvCxnSpPr>
          <p:cNvPr id="6" name="直線コネクタ 5">
            <a:extLst>
              <a:ext uri="{FF2B5EF4-FFF2-40B4-BE49-F238E27FC236}">
                <a16:creationId xmlns:a16="http://schemas.microsoft.com/office/drawing/2014/main" id="{8BB40494-FD1D-27BD-66A9-ADEB8B60DAE4}"/>
              </a:ext>
            </a:extLst>
          </p:cNvPr>
          <p:cNvCxnSpPr>
            <a:cxnSpLocks/>
          </p:cNvCxnSpPr>
          <p:nvPr userDrawn="1"/>
        </p:nvCxnSpPr>
        <p:spPr>
          <a:xfrm>
            <a:off x="343406" y="1486108"/>
            <a:ext cx="11505187"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4575851"/>
      </p:ext>
    </p:extLst>
  </p:cSld>
  <p:clrMapOvr>
    <a:masterClrMapping/>
  </p:clrMapOvr>
  <p:extLst>
    <p:ext uri="{DCECCB84-F9BA-43D5-87BE-67443E8EF086}">
      <p15:sldGuideLst xmlns:p15="http://schemas.microsoft.com/office/powerpoint/2012/main">
        <p15:guide id="2" pos="3840">
          <p15:clr>
            <a:srgbClr val="FBAE40"/>
          </p15:clr>
        </p15:guide>
        <p15:guide id="3" orient="horz" pos="981" userDrawn="1">
          <p15:clr>
            <a:srgbClr val="FBAE40"/>
          </p15:clr>
        </p15:guide>
        <p15:guide id="4" orient="horz" pos="1117" userDrawn="1">
          <p15:clr>
            <a:srgbClr val="FBAE40"/>
          </p15:clr>
        </p15:guide>
        <p15:guide id="5" pos="211" userDrawn="1">
          <p15:clr>
            <a:srgbClr val="FBAE40"/>
          </p15:clr>
        </p15:guide>
        <p15:guide id="6" pos="7469" userDrawn="1">
          <p15:clr>
            <a:srgbClr val="FBAE40"/>
          </p15:clr>
        </p15:guide>
        <p15:guide id="7" orient="horz" pos="3884" userDrawn="1">
          <p15:clr>
            <a:srgbClr val="FBAE40"/>
          </p15:clr>
        </p15:guide>
        <p15:guide id="9" pos="2026" userDrawn="1">
          <p15:clr>
            <a:srgbClr val="FBAE40"/>
          </p15:clr>
        </p15:guide>
        <p15:guide id="10" pos="5654" userDrawn="1">
          <p15:clr>
            <a:srgbClr val="FBAE40"/>
          </p15:clr>
        </p15:guide>
        <p15:guide id="11" pos="3659" userDrawn="1">
          <p15:clr>
            <a:srgbClr val="FBAE40"/>
          </p15:clr>
        </p15:guide>
        <p15:guide id="12" pos="4021"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本紙（マスタータイトルなし_1行）">
    <p:spTree>
      <p:nvGrpSpPr>
        <p:cNvPr id="1" name=""/>
        <p:cNvGrpSpPr/>
        <p:nvPr/>
      </p:nvGrpSpPr>
      <p:grpSpPr>
        <a:xfrm>
          <a:off x="0" y="0"/>
          <a:ext cx="0" cy="0"/>
          <a:chOff x="0" y="0"/>
          <a:chExt cx="0" cy="0"/>
        </a:xfrm>
      </p:grpSpPr>
      <p:sp>
        <p:nvSpPr>
          <p:cNvPr id="3" name="テキスト プレースホルダー 4">
            <a:extLst>
              <a:ext uri="{FF2B5EF4-FFF2-40B4-BE49-F238E27FC236}">
                <a16:creationId xmlns:a16="http://schemas.microsoft.com/office/drawing/2014/main" id="{8FA767D9-207E-419E-60DA-003EF8BC5E8F}"/>
              </a:ext>
            </a:extLst>
          </p:cNvPr>
          <p:cNvSpPr>
            <a:spLocks noGrp="1"/>
          </p:cNvSpPr>
          <p:nvPr>
            <p:ph type="body" sz="quarter" idx="12" hasCustomPrompt="1"/>
          </p:nvPr>
        </p:nvSpPr>
        <p:spPr>
          <a:xfrm>
            <a:off x="343406" y="365448"/>
            <a:ext cx="11505187" cy="428625"/>
          </a:xfrm>
          <a:prstGeom prst="rect">
            <a:avLst/>
          </a:prstGeom>
        </p:spPr>
        <p:txBody>
          <a:bodyPr anchor="ctr" anchorCtr="0"/>
          <a:lstStyle>
            <a:lvl1pPr marL="0" indent="0">
              <a:lnSpc>
                <a:spcPct val="130000"/>
              </a:lnSpc>
              <a:spcBef>
                <a:spcPts val="0"/>
              </a:spcBef>
              <a:buNone/>
              <a:defRPr sz="2400" b="1">
                <a:solidFill>
                  <a:schemeClr val="accent1"/>
                </a:solidFill>
              </a:defRPr>
            </a:lvl1pPr>
          </a:lstStyle>
          <a:p>
            <a:pPr lvl="0"/>
            <a:r>
              <a:rPr kumimoji="1" lang="ja-JP" altLang="en-US"/>
              <a:t>スライドタイトル</a:t>
            </a:r>
          </a:p>
        </p:txBody>
      </p:sp>
      <p:cxnSp>
        <p:nvCxnSpPr>
          <p:cNvPr id="6" name="直線コネクタ 5">
            <a:extLst>
              <a:ext uri="{FF2B5EF4-FFF2-40B4-BE49-F238E27FC236}">
                <a16:creationId xmlns:a16="http://schemas.microsoft.com/office/drawing/2014/main" id="{8BB40494-FD1D-27BD-66A9-ADEB8B60DAE4}"/>
              </a:ext>
            </a:extLst>
          </p:cNvPr>
          <p:cNvCxnSpPr>
            <a:cxnSpLocks/>
          </p:cNvCxnSpPr>
          <p:nvPr userDrawn="1"/>
        </p:nvCxnSpPr>
        <p:spPr>
          <a:xfrm>
            <a:off x="343406" y="827411"/>
            <a:ext cx="11505187"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B96ADC3B-5670-8FE8-BB68-E7C53D6F9CDB}"/>
              </a:ext>
            </a:extLst>
          </p:cNvPr>
          <p:cNvSpPr>
            <a:spLocks noGrp="1"/>
          </p:cNvSpPr>
          <p:nvPr>
            <p:ph type="body" sz="quarter" idx="13"/>
          </p:nvPr>
        </p:nvSpPr>
        <p:spPr>
          <a:xfrm>
            <a:off x="342900" y="1000125"/>
            <a:ext cx="11506200" cy="5156834"/>
          </a:xfrm>
          <a:prstGeom prst="rect">
            <a:avLst/>
          </a:prstGeom>
        </p:spPr>
        <p:txBody>
          <a:bodyPr/>
          <a:lstStyle>
            <a:lvl1pPr marL="228600" indent="-228600">
              <a:buClr>
                <a:schemeClr val="accent1"/>
              </a:buClr>
              <a:buFont typeface="Wingdings" panose="05000000000000000000" pitchFamily="2" charset="2"/>
              <a:buChar char="n"/>
              <a:defRPr sz="2000"/>
            </a:lvl1pPr>
            <a:lvl2pPr marL="542925" indent="-228600">
              <a:buClr>
                <a:schemeClr val="accent1"/>
              </a:buClr>
              <a:buFont typeface="Wingdings" panose="05000000000000000000" pitchFamily="2" charset="2"/>
              <a:buChar char="n"/>
              <a:defRPr sz="1800"/>
            </a:lvl2pPr>
            <a:lvl3pPr marL="809625" indent="-228600">
              <a:buClr>
                <a:schemeClr val="accent1"/>
              </a:buClr>
              <a:buFont typeface="Wingdings" panose="05000000000000000000" pitchFamily="2" charset="2"/>
              <a:buChar char="n"/>
              <a:defRPr sz="1600"/>
            </a:lvl3pPr>
            <a:lvl4pPr marL="1076325" indent="-228600">
              <a:buClr>
                <a:schemeClr val="accent1"/>
              </a:buClr>
              <a:buFont typeface="Wingdings" panose="05000000000000000000" pitchFamily="2" charset="2"/>
              <a:buChar char="n"/>
              <a:defRPr sz="1400"/>
            </a:lvl4pPr>
            <a:lvl5pPr marL="1343025" indent="-228600">
              <a:buClr>
                <a:schemeClr val="accent1"/>
              </a:buClr>
              <a:buFont typeface="Wingdings" panose="05000000000000000000" pitchFamily="2" charset="2"/>
              <a:buChar char="n"/>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19572902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本紙（マスタータイトルなし_2行）">
    <p:spTree>
      <p:nvGrpSpPr>
        <p:cNvPr id="1" name=""/>
        <p:cNvGrpSpPr/>
        <p:nvPr/>
      </p:nvGrpSpPr>
      <p:grpSpPr>
        <a:xfrm>
          <a:off x="0" y="0"/>
          <a:ext cx="0" cy="0"/>
          <a:chOff x="0" y="0"/>
          <a:chExt cx="0" cy="0"/>
        </a:xfrm>
      </p:grpSpPr>
      <p:sp>
        <p:nvSpPr>
          <p:cNvPr id="3" name="テキスト プレースホルダー 4">
            <a:extLst>
              <a:ext uri="{FF2B5EF4-FFF2-40B4-BE49-F238E27FC236}">
                <a16:creationId xmlns:a16="http://schemas.microsoft.com/office/drawing/2014/main" id="{8FA767D9-207E-419E-60DA-003EF8BC5E8F}"/>
              </a:ext>
            </a:extLst>
          </p:cNvPr>
          <p:cNvSpPr>
            <a:spLocks noGrp="1"/>
          </p:cNvSpPr>
          <p:nvPr>
            <p:ph type="body" sz="quarter" idx="12" hasCustomPrompt="1"/>
          </p:nvPr>
        </p:nvSpPr>
        <p:spPr>
          <a:xfrm>
            <a:off x="343406" y="365448"/>
            <a:ext cx="11505187" cy="914712"/>
          </a:xfrm>
          <a:prstGeom prst="rect">
            <a:avLst/>
          </a:prstGeom>
        </p:spPr>
        <p:txBody>
          <a:bodyPr anchor="ctr" anchorCtr="0"/>
          <a:lstStyle>
            <a:lvl1pPr marL="0" indent="0">
              <a:lnSpc>
                <a:spcPct val="130000"/>
              </a:lnSpc>
              <a:spcBef>
                <a:spcPts val="0"/>
              </a:spcBef>
              <a:buNone/>
              <a:defRPr sz="2400" b="1">
                <a:solidFill>
                  <a:schemeClr val="accent1"/>
                </a:solidFill>
              </a:defRPr>
            </a:lvl1pPr>
          </a:lstStyle>
          <a:p>
            <a:pPr lvl="0"/>
            <a:r>
              <a:rPr kumimoji="1" lang="ja-JP" altLang="en-US"/>
              <a:t>スライドタイトル</a:t>
            </a:r>
            <a:endParaRPr kumimoji="1" lang="en-US" altLang="ja-JP"/>
          </a:p>
          <a:p>
            <a:pPr marL="0"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1" lang="ja-JP" altLang="en-US"/>
              <a:t>スライドタイトル</a:t>
            </a:r>
          </a:p>
        </p:txBody>
      </p:sp>
      <p:cxnSp>
        <p:nvCxnSpPr>
          <p:cNvPr id="2" name="直線コネクタ 1">
            <a:extLst>
              <a:ext uri="{FF2B5EF4-FFF2-40B4-BE49-F238E27FC236}">
                <a16:creationId xmlns:a16="http://schemas.microsoft.com/office/drawing/2014/main" id="{3F50E27B-4EF3-9831-34C4-0C4F565E1867}"/>
              </a:ext>
            </a:extLst>
          </p:cNvPr>
          <p:cNvCxnSpPr>
            <a:cxnSpLocks/>
          </p:cNvCxnSpPr>
          <p:nvPr userDrawn="1"/>
        </p:nvCxnSpPr>
        <p:spPr>
          <a:xfrm>
            <a:off x="343406" y="1289375"/>
            <a:ext cx="11505187"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テキスト プレースホルダー 9">
            <a:extLst>
              <a:ext uri="{FF2B5EF4-FFF2-40B4-BE49-F238E27FC236}">
                <a16:creationId xmlns:a16="http://schemas.microsoft.com/office/drawing/2014/main" id="{3754840C-68EB-A96F-E155-C49A644F5F8C}"/>
              </a:ext>
            </a:extLst>
          </p:cNvPr>
          <p:cNvSpPr>
            <a:spLocks noGrp="1"/>
          </p:cNvSpPr>
          <p:nvPr>
            <p:ph type="body" sz="quarter" idx="13"/>
          </p:nvPr>
        </p:nvSpPr>
        <p:spPr>
          <a:xfrm>
            <a:off x="342900" y="1462089"/>
            <a:ext cx="11506200" cy="4694868"/>
          </a:xfrm>
          <a:prstGeom prst="rect">
            <a:avLst/>
          </a:prstGeom>
        </p:spPr>
        <p:txBody>
          <a:bodyPr/>
          <a:lstStyle>
            <a:lvl1pPr marL="228600" indent="-228600">
              <a:buClr>
                <a:schemeClr val="accent1"/>
              </a:buClr>
              <a:buFont typeface="Wingdings" panose="05000000000000000000" pitchFamily="2" charset="2"/>
              <a:buChar char="n"/>
              <a:defRPr sz="2000"/>
            </a:lvl1pPr>
            <a:lvl2pPr marL="542925" indent="-228600">
              <a:buClr>
                <a:schemeClr val="accent1"/>
              </a:buClr>
              <a:buFont typeface="Wingdings" panose="05000000000000000000" pitchFamily="2" charset="2"/>
              <a:buChar char="n"/>
              <a:defRPr sz="1800"/>
            </a:lvl2pPr>
            <a:lvl3pPr marL="809625" indent="-228600">
              <a:buClr>
                <a:schemeClr val="accent1"/>
              </a:buClr>
              <a:buFont typeface="Wingdings" panose="05000000000000000000" pitchFamily="2" charset="2"/>
              <a:buChar char="n"/>
              <a:defRPr sz="1600"/>
            </a:lvl3pPr>
            <a:lvl4pPr marL="1076325" indent="-228600">
              <a:buClr>
                <a:schemeClr val="accent1"/>
              </a:buClr>
              <a:buFont typeface="Wingdings" panose="05000000000000000000" pitchFamily="2" charset="2"/>
              <a:buChar char="n"/>
              <a:defRPr sz="1400"/>
            </a:lvl4pPr>
            <a:lvl5pPr marL="1343025" indent="-228600">
              <a:buClr>
                <a:schemeClr val="accent1"/>
              </a:buClr>
              <a:buFont typeface="Wingdings" panose="05000000000000000000" pitchFamily="2" charset="2"/>
              <a:buChar char="n"/>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57480632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01210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背表紙">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5226A66-3B11-E670-DE62-E1E8E361AB2B}"/>
              </a:ext>
            </a:extLst>
          </p:cNvPr>
          <p:cNvGrpSpPr/>
          <p:nvPr userDrawn="1"/>
        </p:nvGrpSpPr>
        <p:grpSpPr>
          <a:xfrm>
            <a:off x="5182874" y="2766301"/>
            <a:ext cx="1826252" cy="1325397"/>
            <a:chOff x="728453" y="1526554"/>
            <a:chExt cx="1778804" cy="1294644"/>
          </a:xfrm>
        </p:grpSpPr>
        <p:grpSp>
          <p:nvGrpSpPr>
            <p:cNvPr id="3" name="グループ化 41">
              <a:extLst>
                <a:ext uri="{FF2B5EF4-FFF2-40B4-BE49-F238E27FC236}">
                  <a16:creationId xmlns:a16="http://schemas.microsoft.com/office/drawing/2014/main" id="{7262CE5C-9C36-2190-48FA-908E1AD04B78}"/>
                </a:ext>
              </a:extLst>
            </p:cNvPr>
            <p:cNvGrpSpPr/>
            <p:nvPr/>
          </p:nvGrpSpPr>
          <p:grpSpPr>
            <a:xfrm>
              <a:off x="948104" y="2559544"/>
              <a:ext cx="1320019" cy="261654"/>
              <a:chOff x="1266972" y="5922947"/>
              <a:chExt cx="2571874" cy="509797"/>
            </a:xfrm>
            <a:solidFill>
              <a:srgbClr val="378640"/>
            </a:solidFill>
          </p:grpSpPr>
          <p:sp>
            <p:nvSpPr>
              <p:cNvPr id="5" name="正方形/長方形 7">
                <a:extLst>
                  <a:ext uri="{FF2B5EF4-FFF2-40B4-BE49-F238E27FC236}">
                    <a16:creationId xmlns:a16="http://schemas.microsoft.com/office/drawing/2014/main" id="{100D7181-C61C-4535-3A3B-0F79F0C36EE5}"/>
                  </a:ext>
                </a:extLst>
              </p:cNvPr>
              <p:cNvSpPr/>
              <p:nvPr/>
            </p:nvSpPr>
            <p:spPr>
              <a:xfrm>
                <a:off x="1747510" y="5946015"/>
                <a:ext cx="441803" cy="481100"/>
              </a:xfrm>
              <a:custGeom>
                <a:avLst/>
                <a:gdLst/>
                <a:ahLst/>
                <a:cxnLst/>
                <a:rect l="l" t="t" r="r" b="b"/>
                <a:pathLst>
                  <a:path w="2991459" h="3257549">
                    <a:moveTo>
                      <a:pt x="1971679" y="561030"/>
                    </a:moveTo>
                    <a:lnTo>
                      <a:pt x="1971679" y="562384"/>
                    </a:lnTo>
                    <a:lnTo>
                      <a:pt x="604838" y="562384"/>
                    </a:lnTo>
                    <a:lnTo>
                      <a:pt x="604838" y="1443990"/>
                    </a:lnTo>
                    <a:lnTo>
                      <a:pt x="2033699" y="1443990"/>
                    </a:lnTo>
                    <a:cubicBezTo>
                      <a:pt x="2116966" y="1441245"/>
                      <a:pt x="2236766" y="1421407"/>
                      <a:pt x="2307432" y="1340644"/>
                    </a:cubicBezTo>
                    <a:cubicBezTo>
                      <a:pt x="2378777" y="1259105"/>
                      <a:pt x="2382044" y="1132681"/>
                      <a:pt x="2383631" y="1016794"/>
                    </a:cubicBezTo>
                    <a:lnTo>
                      <a:pt x="2383631" y="981009"/>
                    </a:lnTo>
                    <a:cubicBezTo>
                      <a:pt x="2378869" y="871282"/>
                      <a:pt x="2383448" y="733250"/>
                      <a:pt x="2300288" y="656782"/>
                    </a:cubicBezTo>
                    <a:cubicBezTo>
                      <a:pt x="2230917" y="592993"/>
                      <a:pt x="2110544" y="561154"/>
                      <a:pt x="1971679" y="561030"/>
                    </a:cubicBezTo>
                    <a:close/>
                    <a:moveTo>
                      <a:pt x="0" y="0"/>
                    </a:moveTo>
                    <a:lnTo>
                      <a:pt x="597084" y="0"/>
                    </a:lnTo>
                    <a:lnTo>
                      <a:pt x="597084" y="951"/>
                    </a:lnTo>
                    <a:lnTo>
                      <a:pt x="604838" y="951"/>
                    </a:lnTo>
                    <a:lnTo>
                      <a:pt x="604838" y="952"/>
                    </a:lnTo>
                    <a:lnTo>
                      <a:pt x="1947881" y="952"/>
                    </a:lnTo>
                    <a:lnTo>
                      <a:pt x="1947936" y="12"/>
                    </a:lnTo>
                    <a:cubicBezTo>
                      <a:pt x="2211854" y="-787"/>
                      <a:pt x="2566914" y="38783"/>
                      <a:pt x="2782778" y="234467"/>
                    </a:cubicBezTo>
                    <a:cubicBezTo>
                      <a:pt x="2992857" y="424908"/>
                      <a:pt x="2988610" y="717853"/>
                      <a:pt x="2990665" y="975370"/>
                    </a:cubicBezTo>
                    <a:lnTo>
                      <a:pt x="2990906" y="975370"/>
                    </a:lnTo>
                    <a:lnTo>
                      <a:pt x="2990906" y="1087934"/>
                    </a:lnTo>
                    <a:lnTo>
                      <a:pt x="2990860" y="1087934"/>
                    </a:lnTo>
                    <a:cubicBezTo>
                      <a:pt x="2989258" y="1286736"/>
                      <a:pt x="3022346" y="1569664"/>
                      <a:pt x="2647825" y="1701869"/>
                    </a:cubicBezTo>
                    <a:cubicBezTo>
                      <a:pt x="3021510" y="1826777"/>
                      <a:pt x="2990850" y="2127009"/>
                      <a:pt x="2990850" y="2381250"/>
                    </a:cubicBezTo>
                    <a:lnTo>
                      <a:pt x="2990850" y="3257549"/>
                    </a:lnTo>
                    <a:lnTo>
                      <a:pt x="2385059" y="3257549"/>
                    </a:lnTo>
                    <a:lnTo>
                      <a:pt x="2385059" y="2376647"/>
                    </a:lnTo>
                    <a:lnTo>
                      <a:pt x="2384425" y="2376647"/>
                    </a:lnTo>
                    <a:cubicBezTo>
                      <a:pt x="2380222" y="2282070"/>
                      <a:pt x="2413582" y="2002804"/>
                      <a:pt x="2083551" y="2005422"/>
                    </a:cubicBezTo>
                    <a:lnTo>
                      <a:pt x="597084" y="2005422"/>
                    </a:lnTo>
                    <a:lnTo>
                      <a:pt x="597084" y="3257549"/>
                    </a:lnTo>
                    <a:lnTo>
                      <a:pt x="0" y="3257549"/>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33"/>
              </a:p>
            </p:txBody>
          </p:sp>
          <p:sp>
            <p:nvSpPr>
              <p:cNvPr id="6" name="正方形/長方形 8">
                <a:extLst>
                  <a:ext uri="{FF2B5EF4-FFF2-40B4-BE49-F238E27FC236}">
                    <a16:creationId xmlns:a16="http://schemas.microsoft.com/office/drawing/2014/main" id="{E5AAAE84-779C-BB9D-4CB5-1EE6853A6527}"/>
                  </a:ext>
                </a:extLst>
              </p:cNvPr>
              <p:cNvSpPr/>
              <p:nvPr/>
            </p:nvSpPr>
            <p:spPr>
              <a:xfrm>
                <a:off x="1266972" y="5946016"/>
                <a:ext cx="415669" cy="481007"/>
              </a:xfrm>
              <a:custGeom>
                <a:avLst/>
                <a:gdLst/>
                <a:ahLst/>
                <a:cxnLst/>
                <a:rect l="l" t="t" r="r" b="b"/>
                <a:pathLst>
                  <a:path w="2814505" h="3256916">
                    <a:moveTo>
                      <a:pt x="0" y="1710689"/>
                    </a:moveTo>
                    <a:lnTo>
                      <a:pt x="622459" y="1710689"/>
                    </a:lnTo>
                    <a:lnTo>
                      <a:pt x="622459" y="2244088"/>
                    </a:lnTo>
                    <a:lnTo>
                      <a:pt x="0" y="2244088"/>
                    </a:lnTo>
                    <a:close/>
                    <a:moveTo>
                      <a:pt x="2194561" y="0"/>
                    </a:moveTo>
                    <a:lnTo>
                      <a:pt x="2814505" y="0"/>
                    </a:lnTo>
                    <a:lnTo>
                      <a:pt x="2814505" y="2245518"/>
                    </a:lnTo>
                    <a:lnTo>
                      <a:pt x="2814505" y="2269330"/>
                    </a:lnTo>
                    <a:lnTo>
                      <a:pt x="2813719" y="2269330"/>
                    </a:lnTo>
                    <a:cubicBezTo>
                      <a:pt x="2808752" y="2546811"/>
                      <a:pt x="2756751" y="2796150"/>
                      <a:pt x="2523040" y="3013418"/>
                    </a:cubicBezTo>
                    <a:cubicBezTo>
                      <a:pt x="2273495" y="3245408"/>
                      <a:pt x="1767072" y="3254182"/>
                      <a:pt x="1443321" y="3256759"/>
                    </a:cubicBezTo>
                    <a:lnTo>
                      <a:pt x="1443321" y="3256916"/>
                    </a:lnTo>
                    <a:lnTo>
                      <a:pt x="1430205" y="3256916"/>
                    </a:lnTo>
                    <a:lnTo>
                      <a:pt x="1389221" y="3256916"/>
                    </a:lnTo>
                    <a:lnTo>
                      <a:pt x="1373669" y="3256916"/>
                    </a:lnTo>
                    <a:lnTo>
                      <a:pt x="1373669" y="3256731"/>
                    </a:lnTo>
                    <a:cubicBezTo>
                      <a:pt x="1048670" y="3254134"/>
                      <a:pt x="542321" y="3244823"/>
                      <a:pt x="292501" y="3013074"/>
                    </a:cubicBezTo>
                    <a:cubicBezTo>
                      <a:pt x="51267" y="2789291"/>
                      <a:pt x="2943" y="2531533"/>
                      <a:pt x="0" y="2244090"/>
                    </a:cubicBezTo>
                    <a:lnTo>
                      <a:pt x="622148" y="2244090"/>
                    </a:lnTo>
                    <a:cubicBezTo>
                      <a:pt x="623209" y="2503382"/>
                      <a:pt x="710302" y="2664249"/>
                      <a:pt x="1361366" y="2669541"/>
                    </a:cubicBezTo>
                    <a:lnTo>
                      <a:pt x="1361367" y="2669554"/>
                    </a:lnTo>
                    <a:lnTo>
                      <a:pt x="1533885" y="2669554"/>
                    </a:lnTo>
                    <a:lnTo>
                      <a:pt x="1534161" y="2667992"/>
                    </a:lnTo>
                    <a:cubicBezTo>
                      <a:pt x="2074969" y="2659537"/>
                      <a:pt x="2187153" y="2447375"/>
                      <a:pt x="2194561" y="224551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33"/>
              </a:p>
            </p:txBody>
          </p:sp>
          <p:sp>
            <p:nvSpPr>
              <p:cNvPr id="8" name="正方形/長方形 30">
                <a:extLst>
                  <a:ext uri="{FF2B5EF4-FFF2-40B4-BE49-F238E27FC236}">
                    <a16:creationId xmlns:a16="http://schemas.microsoft.com/office/drawing/2014/main" id="{A76EA240-6117-53D7-2F5F-3B25A2F6C94E}"/>
                  </a:ext>
                </a:extLst>
              </p:cNvPr>
              <p:cNvSpPr/>
              <p:nvPr/>
            </p:nvSpPr>
            <p:spPr>
              <a:xfrm>
                <a:off x="2246994" y="5922947"/>
                <a:ext cx="522152" cy="504169"/>
              </a:xfrm>
              <a:custGeom>
                <a:avLst/>
                <a:gdLst/>
                <a:ahLst/>
                <a:cxnLst/>
                <a:rect l="l" t="t" r="r" b="b"/>
                <a:pathLst>
                  <a:path w="3535511" h="3413745">
                    <a:moveTo>
                      <a:pt x="2018419" y="1804022"/>
                    </a:moveTo>
                    <a:lnTo>
                      <a:pt x="2018419" y="2010399"/>
                    </a:lnTo>
                    <a:lnTo>
                      <a:pt x="2838449" y="2010399"/>
                    </a:lnTo>
                    <a:lnTo>
                      <a:pt x="2838449" y="1804022"/>
                    </a:lnTo>
                    <a:close/>
                    <a:moveTo>
                      <a:pt x="697061" y="1804022"/>
                    </a:moveTo>
                    <a:lnTo>
                      <a:pt x="697061" y="2010399"/>
                    </a:lnTo>
                    <a:lnTo>
                      <a:pt x="1517091" y="2010399"/>
                    </a:lnTo>
                    <a:lnTo>
                      <a:pt x="1517091" y="1804022"/>
                    </a:lnTo>
                    <a:close/>
                    <a:moveTo>
                      <a:pt x="2018419" y="1248397"/>
                    </a:moveTo>
                    <a:lnTo>
                      <a:pt x="2018419" y="1454774"/>
                    </a:lnTo>
                    <a:lnTo>
                      <a:pt x="2838449" y="1454774"/>
                    </a:lnTo>
                    <a:lnTo>
                      <a:pt x="2838449" y="1248397"/>
                    </a:lnTo>
                    <a:close/>
                    <a:moveTo>
                      <a:pt x="697061" y="1248397"/>
                    </a:moveTo>
                    <a:lnTo>
                      <a:pt x="697061" y="1454774"/>
                    </a:lnTo>
                    <a:lnTo>
                      <a:pt x="1517091" y="1454774"/>
                    </a:lnTo>
                    <a:lnTo>
                      <a:pt x="1517091" y="1248397"/>
                    </a:lnTo>
                    <a:close/>
                    <a:moveTo>
                      <a:pt x="1517091" y="0"/>
                    </a:moveTo>
                    <a:lnTo>
                      <a:pt x="2018419" y="0"/>
                    </a:lnTo>
                    <a:lnTo>
                      <a:pt x="2018419" y="238748"/>
                    </a:lnTo>
                    <a:lnTo>
                      <a:pt x="3535511" y="238748"/>
                    </a:lnTo>
                    <a:lnTo>
                      <a:pt x="3535511" y="695950"/>
                    </a:lnTo>
                    <a:lnTo>
                      <a:pt x="2018419" y="695950"/>
                    </a:lnTo>
                    <a:lnTo>
                      <a:pt x="2018419" y="848349"/>
                    </a:lnTo>
                    <a:lnTo>
                      <a:pt x="2838449" y="848349"/>
                    </a:lnTo>
                    <a:lnTo>
                      <a:pt x="3389461" y="848349"/>
                    </a:lnTo>
                    <a:lnTo>
                      <a:pt x="3389461" y="1248397"/>
                    </a:lnTo>
                    <a:lnTo>
                      <a:pt x="3389461" y="1454774"/>
                    </a:lnTo>
                    <a:lnTo>
                      <a:pt x="3389461" y="1804022"/>
                    </a:lnTo>
                    <a:lnTo>
                      <a:pt x="3389461" y="2010399"/>
                    </a:lnTo>
                    <a:lnTo>
                      <a:pt x="3389461" y="2410447"/>
                    </a:lnTo>
                    <a:lnTo>
                      <a:pt x="2838449" y="2410447"/>
                    </a:lnTo>
                    <a:lnTo>
                      <a:pt x="2714403" y="2410447"/>
                    </a:lnTo>
                    <a:cubicBezTo>
                      <a:pt x="2888978" y="2629080"/>
                      <a:pt x="3308671" y="2847860"/>
                      <a:pt x="3534643" y="2863639"/>
                    </a:cubicBezTo>
                    <a:lnTo>
                      <a:pt x="3534643" y="3358038"/>
                    </a:lnTo>
                    <a:cubicBezTo>
                      <a:pt x="3140361" y="3341190"/>
                      <a:pt x="2355758" y="2943305"/>
                      <a:pt x="2018419" y="2430467"/>
                    </a:cubicBezTo>
                    <a:lnTo>
                      <a:pt x="2018419" y="3413745"/>
                    </a:lnTo>
                    <a:lnTo>
                      <a:pt x="1517091" y="3413745"/>
                    </a:lnTo>
                    <a:lnTo>
                      <a:pt x="1517091" y="2430467"/>
                    </a:lnTo>
                    <a:cubicBezTo>
                      <a:pt x="1179752" y="2943305"/>
                      <a:pt x="395149" y="3341190"/>
                      <a:pt x="867" y="3358038"/>
                    </a:cubicBezTo>
                    <a:lnTo>
                      <a:pt x="867" y="2863639"/>
                    </a:lnTo>
                    <a:cubicBezTo>
                      <a:pt x="226839" y="2847860"/>
                      <a:pt x="646532" y="2629080"/>
                      <a:pt x="821106" y="2410447"/>
                    </a:cubicBezTo>
                    <a:lnTo>
                      <a:pt x="697061" y="2410447"/>
                    </a:lnTo>
                    <a:lnTo>
                      <a:pt x="146049" y="2410447"/>
                    </a:lnTo>
                    <a:lnTo>
                      <a:pt x="146049" y="2010399"/>
                    </a:lnTo>
                    <a:lnTo>
                      <a:pt x="146049" y="1804022"/>
                    </a:lnTo>
                    <a:lnTo>
                      <a:pt x="146049" y="1454774"/>
                    </a:lnTo>
                    <a:lnTo>
                      <a:pt x="146049" y="1248397"/>
                    </a:lnTo>
                    <a:lnTo>
                      <a:pt x="146049" y="848349"/>
                    </a:lnTo>
                    <a:lnTo>
                      <a:pt x="697061" y="848349"/>
                    </a:lnTo>
                    <a:lnTo>
                      <a:pt x="1517091" y="848349"/>
                    </a:lnTo>
                    <a:lnTo>
                      <a:pt x="1517091" y="695950"/>
                    </a:lnTo>
                    <a:lnTo>
                      <a:pt x="0" y="695950"/>
                    </a:lnTo>
                    <a:lnTo>
                      <a:pt x="0" y="238748"/>
                    </a:lnTo>
                    <a:lnTo>
                      <a:pt x="1517091" y="238748"/>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33"/>
              </a:p>
            </p:txBody>
          </p:sp>
          <p:sp>
            <p:nvSpPr>
              <p:cNvPr id="9" name="正方形/長方形 42">
                <a:extLst>
                  <a:ext uri="{FF2B5EF4-FFF2-40B4-BE49-F238E27FC236}">
                    <a16:creationId xmlns:a16="http://schemas.microsoft.com/office/drawing/2014/main" id="{9A6CD626-4B79-2DAC-919D-8813E1E0CA3A}"/>
                  </a:ext>
                </a:extLst>
              </p:cNvPr>
              <p:cNvSpPr/>
              <p:nvPr/>
            </p:nvSpPr>
            <p:spPr>
              <a:xfrm>
                <a:off x="2836413" y="5958207"/>
                <a:ext cx="427164" cy="468909"/>
              </a:xfrm>
              <a:custGeom>
                <a:avLst/>
                <a:gdLst/>
                <a:ahLst/>
                <a:cxnLst/>
                <a:rect l="l" t="t" r="r" b="b"/>
                <a:pathLst>
                  <a:path w="2892338" h="3175000">
                    <a:moveTo>
                      <a:pt x="542838" y="1783472"/>
                    </a:moveTo>
                    <a:lnTo>
                      <a:pt x="542838" y="2702009"/>
                    </a:lnTo>
                    <a:lnTo>
                      <a:pt x="2349500" y="2702009"/>
                    </a:lnTo>
                    <a:lnTo>
                      <a:pt x="2349500" y="1783472"/>
                    </a:lnTo>
                    <a:close/>
                    <a:moveTo>
                      <a:pt x="542838" y="472992"/>
                    </a:moveTo>
                    <a:lnTo>
                      <a:pt x="542838" y="1310481"/>
                    </a:lnTo>
                    <a:lnTo>
                      <a:pt x="2349500" y="1310481"/>
                    </a:lnTo>
                    <a:lnTo>
                      <a:pt x="2349500" y="472992"/>
                    </a:lnTo>
                    <a:close/>
                    <a:moveTo>
                      <a:pt x="0" y="0"/>
                    </a:moveTo>
                    <a:lnTo>
                      <a:pt x="542838" y="0"/>
                    </a:lnTo>
                    <a:lnTo>
                      <a:pt x="542838" y="1"/>
                    </a:lnTo>
                    <a:lnTo>
                      <a:pt x="2349500" y="1"/>
                    </a:lnTo>
                    <a:lnTo>
                      <a:pt x="2349500" y="0"/>
                    </a:lnTo>
                    <a:lnTo>
                      <a:pt x="2892338" y="0"/>
                    </a:lnTo>
                    <a:lnTo>
                      <a:pt x="2892338" y="3174998"/>
                    </a:lnTo>
                    <a:lnTo>
                      <a:pt x="2775198" y="3174998"/>
                    </a:lnTo>
                    <a:lnTo>
                      <a:pt x="2775198" y="3175000"/>
                    </a:lnTo>
                    <a:lnTo>
                      <a:pt x="68220" y="3175000"/>
                    </a:lnTo>
                    <a:lnTo>
                      <a:pt x="68220" y="3174998"/>
                    </a:lnTo>
                    <a:lnTo>
                      <a:pt x="0" y="3174998"/>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33"/>
              </a:p>
            </p:txBody>
          </p:sp>
          <p:sp>
            <p:nvSpPr>
              <p:cNvPr id="10" name="正方形/長方形 49">
                <a:extLst>
                  <a:ext uri="{FF2B5EF4-FFF2-40B4-BE49-F238E27FC236}">
                    <a16:creationId xmlns:a16="http://schemas.microsoft.com/office/drawing/2014/main" id="{887083CC-0BDC-42A8-C40D-F8F6200C08BB}"/>
                  </a:ext>
                </a:extLst>
              </p:cNvPr>
              <p:cNvSpPr/>
              <p:nvPr/>
            </p:nvSpPr>
            <p:spPr>
              <a:xfrm rot="5400000">
                <a:off x="3329565" y="5923462"/>
                <a:ext cx="509796" cy="508767"/>
              </a:xfrm>
              <a:custGeom>
                <a:avLst/>
                <a:gdLst/>
                <a:ahLst/>
                <a:cxnLst/>
                <a:rect l="l" t="t" r="r" b="b"/>
                <a:pathLst>
                  <a:path w="3451847" h="3444875">
                    <a:moveTo>
                      <a:pt x="0" y="1989587"/>
                    </a:moveTo>
                    <a:lnTo>
                      <a:pt x="0" y="1446749"/>
                    </a:lnTo>
                    <a:lnTo>
                      <a:pt x="564980" y="1446749"/>
                    </a:lnTo>
                    <a:lnTo>
                      <a:pt x="564980" y="0"/>
                    </a:lnTo>
                    <a:lnTo>
                      <a:pt x="1037971" y="0"/>
                    </a:lnTo>
                    <a:lnTo>
                      <a:pt x="1037971" y="954578"/>
                    </a:lnTo>
                    <a:cubicBezTo>
                      <a:pt x="1504719" y="833710"/>
                      <a:pt x="2104887" y="573298"/>
                      <a:pt x="2491275" y="0"/>
                    </a:cubicBezTo>
                    <a:lnTo>
                      <a:pt x="3098548" y="0"/>
                    </a:lnTo>
                    <a:cubicBezTo>
                      <a:pt x="2572412" y="837834"/>
                      <a:pt x="1857057" y="1323704"/>
                      <a:pt x="1114567" y="1446749"/>
                    </a:cubicBezTo>
                    <a:lnTo>
                      <a:pt x="2457283" y="1446749"/>
                    </a:lnTo>
                    <a:lnTo>
                      <a:pt x="2457283" y="882650"/>
                    </a:lnTo>
                    <a:lnTo>
                      <a:pt x="2930274" y="882650"/>
                    </a:lnTo>
                    <a:lnTo>
                      <a:pt x="2930274" y="1446749"/>
                    </a:lnTo>
                    <a:lnTo>
                      <a:pt x="3451847" y="1446749"/>
                    </a:lnTo>
                    <a:lnTo>
                      <a:pt x="3451847" y="1989587"/>
                    </a:lnTo>
                    <a:lnTo>
                      <a:pt x="2930274" y="1989587"/>
                    </a:lnTo>
                    <a:lnTo>
                      <a:pt x="2930274" y="2553684"/>
                    </a:lnTo>
                    <a:lnTo>
                      <a:pt x="2457283" y="2553684"/>
                    </a:lnTo>
                    <a:lnTo>
                      <a:pt x="2457283" y="1989587"/>
                    </a:lnTo>
                    <a:lnTo>
                      <a:pt x="1061690" y="1989587"/>
                    </a:lnTo>
                    <a:cubicBezTo>
                      <a:pt x="1822961" y="2098286"/>
                      <a:pt x="2559912" y="2587138"/>
                      <a:pt x="3098547" y="3444875"/>
                    </a:cubicBezTo>
                    <a:lnTo>
                      <a:pt x="2491274" y="3444875"/>
                    </a:lnTo>
                    <a:cubicBezTo>
                      <a:pt x="2104886" y="2871578"/>
                      <a:pt x="1504719" y="2611166"/>
                      <a:pt x="1037971" y="2490298"/>
                    </a:cubicBezTo>
                    <a:lnTo>
                      <a:pt x="1037971" y="3436334"/>
                    </a:lnTo>
                    <a:lnTo>
                      <a:pt x="564980" y="3436334"/>
                    </a:lnTo>
                    <a:lnTo>
                      <a:pt x="564980" y="1989587"/>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33"/>
              </a:p>
            </p:txBody>
          </p:sp>
        </p:grpSp>
        <p:sp>
          <p:nvSpPr>
            <p:cNvPr id="4" name="フリーフォーム 42">
              <a:extLst>
                <a:ext uri="{FF2B5EF4-FFF2-40B4-BE49-F238E27FC236}">
                  <a16:creationId xmlns:a16="http://schemas.microsoft.com/office/drawing/2014/main" id="{D4216BE5-1FF5-43E9-A221-A08F3C50EFCB}"/>
                </a:ext>
              </a:extLst>
            </p:cNvPr>
            <p:cNvSpPr/>
            <p:nvPr/>
          </p:nvSpPr>
          <p:spPr>
            <a:xfrm>
              <a:off x="728453" y="1526554"/>
              <a:ext cx="1778804" cy="955029"/>
            </a:xfrm>
            <a:custGeom>
              <a:avLst/>
              <a:gdLst>
                <a:gd name="connsiteX0" fmla="*/ 1814209 w 4747098"/>
                <a:gd name="connsiteY0" fmla="*/ 0 h 2548647"/>
                <a:gd name="connsiteX1" fmla="*/ 4143983 w 4747098"/>
                <a:gd name="connsiteY1" fmla="*/ 0 h 2548647"/>
                <a:gd name="connsiteX2" fmla="*/ 4717915 w 4747098"/>
                <a:gd name="connsiteY2" fmla="*/ 807396 h 2548647"/>
                <a:gd name="connsiteX3" fmla="*/ 4231532 w 4747098"/>
                <a:gd name="connsiteY3" fmla="*/ 1590473 h 2548647"/>
                <a:gd name="connsiteX4" fmla="*/ 3934839 w 4747098"/>
                <a:gd name="connsiteY4" fmla="*/ 1590473 h 2548647"/>
                <a:gd name="connsiteX5" fmla="*/ 4747098 w 4747098"/>
                <a:gd name="connsiteY5" fmla="*/ 2519464 h 2548647"/>
                <a:gd name="connsiteX6" fmla="*/ 3934839 w 4747098"/>
                <a:gd name="connsiteY6" fmla="*/ 2519464 h 2548647"/>
                <a:gd name="connsiteX7" fmla="*/ 2767519 w 4747098"/>
                <a:gd name="connsiteY7" fmla="*/ 1035996 h 2548647"/>
                <a:gd name="connsiteX8" fmla="*/ 3934839 w 4747098"/>
                <a:gd name="connsiteY8" fmla="*/ 1035996 h 2548647"/>
                <a:gd name="connsiteX9" fmla="*/ 4100209 w 4747098"/>
                <a:gd name="connsiteY9" fmla="*/ 807396 h 2548647"/>
                <a:gd name="connsiteX10" fmla="*/ 3929975 w 4747098"/>
                <a:gd name="connsiteY10" fmla="*/ 569068 h 2548647"/>
                <a:gd name="connsiteX11" fmla="*/ 2427051 w 4747098"/>
                <a:gd name="connsiteY11" fmla="*/ 569068 h 2548647"/>
                <a:gd name="connsiteX12" fmla="*/ 2427051 w 4747098"/>
                <a:gd name="connsiteY12" fmla="*/ 1857983 h 2548647"/>
                <a:gd name="connsiteX13" fmla="*/ 1177047 w 4747098"/>
                <a:gd name="connsiteY13" fmla="*/ 2548647 h 2548647"/>
                <a:gd name="connsiteX14" fmla="*/ 0 w 4747098"/>
                <a:gd name="connsiteY14" fmla="*/ 1857983 h 2548647"/>
                <a:gd name="connsiteX15" fmla="*/ 0 w 4747098"/>
                <a:gd name="connsiteY15" fmla="*/ 1035996 h 2548647"/>
                <a:gd name="connsiteX16" fmla="*/ 612843 w 4747098"/>
                <a:gd name="connsiteY16" fmla="*/ 1035996 h 2548647"/>
                <a:gd name="connsiteX17" fmla="*/ 612843 w 4747098"/>
                <a:gd name="connsiteY17" fmla="*/ 1726660 h 2548647"/>
                <a:gd name="connsiteX18" fmla="*/ 1167319 w 4747098"/>
                <a:gd name="connsiteY18" fmla="*/ 1979579 h 2548647"/>
                <a:gd name="connsiteX19" fmla="*/ 1814209 w 4747098"/>
                <a:gd name="connsiteY19" fmla="*/ 1731524 h 2548647"/>
                <a:gd name="connsiteX20" fmla="*/ 1814209 w 4747098"/>
                <a:gd name="connsiteY20" fmla="*/ 0 h 2548647"/>
                <a:gd name="connsiteX0" fmla="*/ 1814209 w 4747098"/>
                <a:gd name="connsiteY0" fmla="*/ 0 h 2548647"/>
                <a:gd name="connsiteX1" fmla="*/ 4143983 w 4747098"/>
                <a:gd name="connsiteY1" fmla="*/ 0 h 2548647"/>
                <a:gd name="connsiteX2" fmla="*/ 4717915 w 4747098"/>
                <a:gd name="connsiteY2" fmla="*/ 807396 h 2548647"/>
                <a:gd name="connsiteX3" fmla="*/ 4231532 w 4747098"/>
                <a:gd name="connsiteY3" fmla="*/ 1590473 h 2548647"/>
                <a:gd name="connsiteX4" fmla="*/ 3934839 w 4747098"/>
                <a:gd name="connsiteY4" fmla="*/ 1590473 h 2548647"/>
                <a:gd name="connsiteX5" fmla="*/ 4747098 w 4747098"/>
                <a:gd name="connsiteY5" fmla="*/ 2519464 h 2548647"/>
                <a:gd name="connsiteX6" fmla="*/ 3934839 w 4747098"/>
                <a:gd name="connsiteY6" fmla="*/ 2519464 h 2548647"/>
                <a:gd name="connsiteX7" fmla="*/ 2767519 w 4747098"/>
                <a:gd name="connsiteY7" fmla="*/ 1035996 h 2548647"/>
                <a:gd name="connsiteX8" fmla="*/ 3934839 w 4747098"/>
                <a:gd name="connsiteY8" fmla="*/ 1035996 h 2548647"/>
                <a:gd name="connsiteX9" fmla="*/ 4100209 w 4747098"/>
                <a:gd name="connsiteY9" fmla="*/ 807396 h 2548647"/>
                <a:gd name="connsiteX10" fmla="*/ 3929975 w 4747098"/>
                <a:gd name="connsiteY10" fmla="*/ 569068 h 2548647"/>
                <a:gd name="connsiteX11" fmla="*/ 2427051 w 4747098"/>
                <a:gd name="connsiteY11" fmla="*/ 569068 h 2548647"/>
                <a:gd name="connsiteX12" fmla="*/ 2427051 w 4747098"/>
                <a:gd name="connsiteY12" fmla="*/ 1857983 h 2548647"/>
                <a:gd name="connsiteX13" fmla="*/ 1177047 w 4747098"/>
                <a:gd name="connsiteY13" fmla="*/ 2548647 h 2548647"/>
                <a:gd name="connsiteX14" fmla="*/ 0 w 4747098"/>
                <a:gd name="connsiteY14" fmla="*/ 1857983 h 2548647"/>
                <a:gd name="connsiteX15" fmla="*/ 0 w 4747098"/>
                <a:gd name="connsiteY15" fmla="*/ 1035996 h 2548647"/>
                <a:gd name="connsiteX16" fmla="*/ 612843 w 4747098"/>
                <a:gd name="connsiteY16" fmla="*/ 1035996 h 2548647"/>
                <a:gd name="connsiteX17" fmla="*/ 612843 w 4747098"/>
                <a:gd name="connsiteY17" fmla="*/ 1726660 h 2548647"/>
                <a:gd name="connsiteX18" fmla="*/ 1167319 w 4747098"/>
                <a:gd name="connsiteY18" fmla="*/ 1979579 h 2548647"/>
                <a:gd name="connsiteX19" fmla="*/ 1814209 w 4747098"/>
                <a:gd name="connsiteY19" fmla="*/ 1731524 h 2548647"/>
                <a:gd name="connsiteX20" fmla="*/ 1814209 w 4747098"/>
                <a:gd name="connsiteY20" fmla="*/ 0 h 2548647"/>
                <a:gd name="connsiteX0" fmla="*/ 1814209 w 4747098"/>
                <a:gd name="connsiteY0" fmla="*/ 0 h 2548663"/>
                <a:gd name="connsiteX1" fmla="*/ 4143983 w 4747098"/>
                <a:gd name="connsiteY1" fmla="*/ 0 h 2548663"/>
                <a:gd name="connsiteX2" fmla="*/ 4717915 w 4747098"/>
                <a:gd name="connsiteY2" fmla="*/ 807396 h 2548663"/>
                <a:gd name="connsiteX3" fmla="*/ 4231532 w 4747098"/>
                <a:gd name="connsiteY3" fmla="*/ 1590473 h 2548663"/>
                <a:gd name="connsiteX4" fmla="*/ 3934839 w 4747098"/>
                <a:gd name="connsiteY4" fmla="*/ 1590473 h 2548663"/>
                <a:gd name="connsiteX5" fmla="*/ 4747098 w 4747098"/>
                <a:gd name="connsiteY5" fmla="*/ 2519464 h 2548663"/>
                <a:gd name="connsiteX6" fmla="*/ 3934839 w 4747098"/>
                <a:gd name="connsiteY6" fmla="*/ 2519464 h 2548663"/>
                <a:gd name="connsiteX7" fmla="*/ 2767519 w 4747098"/>
                <a:gd name="connsiteY7" fmla="*/ 1035996 h 2548663"/>
                <a:gd name="connsiteX8" fmla="*/ 3934839 w 4747098"/>
                <a:gd name="connsiteY8" fmla="*/ 1035996 h 2548663"/>
                <a:gd name="connsiteX9" fmla="*/ 4100209 w 4747098"/>
                <a:gd name="connsiteY9" fmla="*/ 807396 h 2548663"/>
                <a:gd name="connsiteX10" fmla="*/ 3929975 w 4747098"/>
                <a:gd name="connsiteY10" fmla="*/ 569068 h 2548663"/>
                <a:gd name="connsiteX11" fmla="*/ 2427051 w 4747098"/>
                <a:gd name="connsiteY11" fmla="*/ 569068 h 2548663"/>
                <a:gd name="connsiteX12" fmla="*/ 2427051 w 4747098"/>
                <a:gd name="connsiteY12" fmla="*/ 1857983 h 2548663"/>
                <a:gd name="connsiteX13" fmla="*/ 1177047 w 4747098"/>
                <a:gd name="connsiteY13" fmla="*/ 2548647 h 2548663"/>
                <a:gd name="connsiteX14" fmla="*/ 0 w 4747098"/>
                <a:gd name="connsiteY14" fmla="*/ 1857983 h 2548663"/>
                <a:gd name="connsiteX15" fmla="*/ 0 w 4747098"/>
                <a:gd name="connsiteY15" fmla="*/ 1035996 h 2548663"/>
                <a:gd name="connsiteX16" fmla="*/ 612843 w 4747098"/>
                <a:gd name="connsiteY16" fmla="*/ 1035996 h 2548663"/>
                <a:gd name="connsiteX17" fmla="*/ 612843 w 4747098"/>
                <a:gd name="connsiteY17" fmla="*/ 1726660 h 2548663"/>
                <a:gd name="connsiteX18" fmla="*/ 1167319 w 4747098"/>
                <a:gd name="connsiteY18" fmla="*/ 1979579 h 2548663"/>
                <a:gd name="connsiteX19" fmla="*/ 1814209 w 4747098"/>
                <a:gd name="connsiteY19" fmla="*/ 1731524 h 2548663"/>
                <a:gd name="connsiteX20" fmla="*/ 1814209 w 4747098"/>
                <a:gd name="connsiteY20" fmla="*/ 0 h 2548663"/>
                <a:gd name="connsiteX0" fmla="*/ 1814209 w 4747098"/>
                <a:gd name="connsiteY0" fmla="*/ 0 h 2548663"/>
                <a:gd name="connsiteX1" fmla="*/ 4143983 w 4747098"/>
                <a:gd name="connsiteY1" fmla="*/ 0 h 2548663"/>
                <a:gd name="connsiteX2" fmla="*/ 4717915 w 4747098"/>
                <a:gd name="connsiteY2" fmla="*/ 807396 h 2548663"/>
                <a:gd name="connsiteX3" fmla="*/ 4231532 w 4747098"/>
                <a:gd name="connsiteY3" fmla="*/ 1590473 h 2548663"/>
                <a:gd name="connsiteX4" fmla="*/ 3934839 w 4747098"/>
                <a:gd name="connsiteY4" fmla="*/ 1590473 h 2548663"/>
                <a:gd name="connsiteX5" fmla="*/ 4747098 w 4747098"/>
                <a:gd name="connsiteY5" fmla="*/ 2519464 h 2548663"/>
                <a:gd name="connsiteX6" fmla="*/ 3934839 w 4747098"/>
                <a:gd name="connsiteY6" fmla="*/ 2519464 h 2548663"/>
                <a:gd name="connsiteX7" fmla="*/ 2767519 w 4747098"/>
                <a:gd name="connsiteY7" fmla="*/ 1035996 h 2548663"/>
                <a:gd name="connsiteX8" fmla="*/ 3934839 w 4747098"/>
                <a:gd name="connsiteY8" fmla="*/ 1035996 h 2548663"/>
                <a:gd name="connsiteX9" fmla="*/ 4100209 w 4747098"/>
                <a:gd name="connsiteY9" fmla="*/ 807396 h 2548663"/>
                <a:gd name="connsiteX10" fmla="*/ 3929975 w 4747098"/>
                <a:gd name="connsiteY10" fmla="*/ 569068 h 2548663"/>
                <a:gd name="connsiteX11" fmla="*/ 2427051 w 4747098"/>
                <a:gd name="connsiteY11" fmla="*/ 569068 h 2548663"/>
                <a:gd name="connsiteX12" fmla="*/ 2427051 w 4747098"/>
                <a:gd name="connsiteY12" fmla="*/ 1857983 h 2548663"/>
                <a:gd name="connsiteX13" fmla="*/ 1177047 w 4747098"/>
                <a:gd name="connsiteY13" fmla="*/ 2548647 h 2548663"/>
                <a:gd name="connsiteX14" fmla="*/ 0 w 4747098"/>
                <a:gd name="connsiteY14" fmla="*/ 1857983 h 2548663"/>
                <a:gd name="connsiteX15" fmla="*/ 0 w 4747098"/>
                <a:gd name="connsiteY15" fmla="*/ 1035996 h 2548663"/>
                <a:gd name="connsiteX16" fmla="*/ 612843 w 4747098"/>
                <a:gd name="connsiteY16" fmla="*/ 1035996 h 2548663"/>
                <a:gd name="connsiteX17" fmla="*/ 612843 w 4747098"/>
                <a:gd name="connsiteY17" fmla="*/ 1726660 h 2548663"/>
                <a:gd name="connsiteX18" fmla="*/ 1167319 w 4747098"/>
                <a:gd name="connsiteY18" fmla="*/ 1979579 h 2548663"/>
                <a:gd name="connsiteX19" fmla="*/ 1814209 w 4747098"/>
                <a:gd name="connsiteY19" fmla="*/ 1731524 h 2548663"/>
                <a:gd name="connsiteX20" fmla="*/ 1814209 w 4747098"/>
                <a:gd name="connsiteY20" fmla="*/ 0 h 2548663"/>
                <a:gd name="connsiteX0" fmla="*/ 1814209 w 4747098"/>
                <a:gd name="connsiteY0" fmla="*/ 0 h 2548687"/>
                <a:gd name="connsiteX1" fmla="*/ 4143983 w 4747098"/>
                <a:gd name="connsiteY1" fmla="*/ 0 h 2548687"/>
                <a:gd name="connsiteX2" fmla="*/ 4717915 w 4747098"/>
                <a:gd name="connsiteY2" fmla="*/ 807396 h 2548687"/>
                <a:gd name="connsiteX3" fmla="*/ 4231532 w 4747098"/>
                <a:gd name="connsiteY3" fmla="*/ 1590473 h 2548687"/>
                <a:gd name="connsiteX4" fmla="*/ 3934839 w 4747098"/>
                <a:gd name="connsiteY4" fmla="*/ 1590473 h 2548687"/>
                <a:gd name="connsiteX5" fmla="*/ 4747098 w 4747098"/>
                <a:gd name="connsiteY5" fmla="*/ 2519464 h 2548687"/>
                <a:gd name="connsiteX6" fmla="*/ 3934839 w 4747098"/>
                <a:gd name="connsiteY6" fmla="*/ 2519464 h 2548687"/>
                <a:gd name="connsiteX7" fmla="*/ 2767519 w 4747098"/>
                <a:gd name="connsiteY7" fmla="*/ 1035996 h 2548687"/>
                <a:gd name="connsiteX8" fmla="*/ 3934839 w 4747098"/>
                <a:gd name="connsiteY8" fmla="*/ 1035996 h 2548687"/>
                <a:gd name="connsiteX9" fmla="*/ 4100209 w 4747098"/>
                <a:gd name="connsiteY9" fmla="*/ 807396 h 2548687"/>
                <a:gd name="connsiteX10" fmla="*/ 3929975 w 4747098"/>
                <a:gd name="connsiteY10" fmla="*/ 569068 h 2548687"/>
                <a:gd name="connsiteX11" fmla="*/ 2427051 w 4747098"/>
                <a:gd name="connsiteY11" fmla="*/ 569068 h 2548687"/>
                <a:gd name="connsiteX12" fmla="*/ 2427051 w 4747098"/>
                <a:gd name="connsiteY12" fmla="*/ 1857983 h 2548687"/>
                <a:gd name="connsiteX13" fmla="*/ 1177047 w 4747098"/>
                <a:gd name="connsiteY13" fmla="*/ 2548647 h 2548687"/>
                <a:gd name="connsiteX14" fmla="*/ 0 w 4747098"/>
                <a:gd name="connsiteY14" fmla="*/ 1857983 h 2548687"/>
                <a:gd name="connsiteX15" fmla="*/ 0 w 4747098"/>
                <a:gd name="connsiteY15" fmla="*/ 1035996 h 2548687"/>
                <a:gd name="connsiteX16" fmla="*/ 612843 w 4747098"/>
                <a:gd name="connsiteY16" fmla="*/ 1035996 h 2548687"/>
                <a:gd name="connsiteX17" fmla="*/ 612843 w 4747098"/>
                <a:gd name="connsiteY17" fmla="*/ 1726660 h 2548687"/>
                <a:gd name="connsiteX18" fmla="*/ 1167319 w 4747098"/>
                <a:gd name="connsiteY18" fmla="*/ 1979579 h 2548687"/>
                <a:gd name="connsiteX19" fmla="*/ 1814209 w 4747098"/>
                <a:gd name="connsiteY19" fmla="*/ 1731524 h 2548687"/>
                <a:gd name="connsiteX20" fmla="*/ 1814209 w 4747098"/>
                <a:gd name="connsiteY20" fmla="*/ 0 h 2548687"/>
                <a:gd name="connsiteX0" fmla="*/ 1814209 w 4747098"/>
                <a:gd name="connsiteY0" fmla="*/ 0 h 2548687"/>
                <a:gd name="connsiteX1" fmla="*/ 4143983 w 4747098"/>
                <a:gd name="connsiteY1" fmla="*/ 0 h 2548687"/>
                <a:gd name="connsiteX2" fmla="*/ 4717915 w 4747098"/>
                <a:gd name="connsiteY2" fmla="*/ 807396 h 2548687"/>
                <a:gd name="connsiteX3" fmla="*/ 4231532 w 4747098"/>
                <a:gd name="connsiteY3" fmla="*/ 1590473 h 2548687"/>
                <a:gd name="connsiteX4" fmla="*/ 3934839 w 4747098"/>
                <a:gd name="connsiteY4" fmla="*/ 1590473 h 2548687"/>
                <a:gd name="connsiteX5" fmla="*/ 4747098 w 4747098"/>
                <a:gd name="connsiteY5" fmla="*/ 2519464 h 2548687"/>
                <a:gd name="connsiteX6" fmla="*/ 3934839 w 4747098"/>
                <a:gd name="connsiteY6" fmla="*/ 2519464 h 2548687"/>
                <a:gd name="connsiteX7" fmla="*/ 2767519 w 4747098"/>
                <a:gd name="connsiteY7" fmla="*/ 1035996 h 2548687"/>
                <a:gd name="connsiteX8" fmla="*/ 3934839 w 4747098"/>
                <a:gd name="connsiteY8" fmla="*/ 1035996 h 2548687"/>
                <a:gd name="connsiteX9" fmla="*/ 4100209 w 4747098"/>
                <a:gd name="connsiteY9" fmla="*/ 807396 h 2548687"/>
                <a:gd name="connsiteX10" fmla="*/ 3929975 w 4747098"/>
                <a:gd name="connsiteY10" fmla="*/ 569068 h 2548687"/>
                <a:gd name="connsiteX11" fmla="*/ 2427051 w 4747098"/>
                <a:gd name="connsiteY11" fmla="*/ 569068 h 2548687"/>
                <a:gd name="connsiteX12" fmla="*/ 2427051 w 4747098"/>
                <a:gd name="connsiteY12" fmla="*/ 1857983 h 2548687"/>
                <a:gd name="connsiteX13" fmla="*/ 1177047 w 4747098"/>
                <a:gd name="connsiteY13" fmla="*/ 2548647 h 2548687"/>
                <a:gd name="connsiteX14" fmla="*/ 0 w 4747098"/>
                <a:gd name="connsiteY14" fmla="*/ 1857983 h 2548687"/>
                <a:gd name="connsiteX15" fmla="*/ 0 w 4747098"/>
                <a:gd name="connsiteY15" fmla="*/ 1035996 h 2548687"/>
                <a:gd name="connsiteX16" fmla="*/ 612843 w 4747098"/>
                <a:gd name="connsiteY16" fmla="*/ 1035996 h 2548687"/>
                <a:gd name="connsiteX17" fmla="*/ 612843 w 4747098"/>
                <a:gd name="connsiteY17" fmla="*/ 1726660 h 2548687"/>
                <a:gd name="connsiteX18" fmla="*/ 1167319 w 4747098"/>
                <a:gd name="connsiteY18" fmla="*/ 1979579 h 2548687"/>
                <a:gd name="connsiteX19" fmla="*/ 1814209 w 4747098"/>
                <a:gd name="connsiteY19" fmla="*/ 1731524 h 2548687"/>
                <a:gd name="connsiteX20" fmla="*/ 1814209 w 4747098"/>
                <a:gd name="connsiteY20" fmla="*/ 0 h 2548687"/>
                <a:gd name="connsiteX0" fmla="*/ 1814209 w 4747098"/>
                <a:gd name="connsiteY0" fmla="*/ 0 h 2548687"/>
                <a:gd name="connsiteX1" fmla="*/ 4143983 w 4747098"/>
                <a:gd name="connsiteY1" fmla="*/ 0 h 2548687"/>
                <a:gd name="connsiteX2" fmla="*/ 4717915 w 4747098"/>
                <a:gd name="connsiteY2" fmla="*/ 807396 h 2548687"/>
                <a:gd name="connsiteX3" fmla="*/ 4231532 w 4747098"/>
                <a:gd name="connsiteY3" fmla="*/ 1590473 h 2548687"/>
                <a:gd name="connsiteX4" fmla="*/ 3934839 w 4747098"/>
                <a:gd name="connsiteY4" fmla="*/ 1590473 h 2548687"/>
                <a:gd name="connsiteX5" fmla="*/ 4747098 w 4747098"/>
                <a:gd name="connsiteY5" fmla="*/ 2519464 h 2548687"/>
                <a:gd name="connsiteX6" fmla="*/ 3934839 w 4747098"/>
                <a:gd name="connsiteY6" fmla="*/ 2519464 h 2548687"/>
                <a:gd name="connsiteX7" fmla="*/ 2767519 w 4747098"/>
                <a:gd name="connsiteY7" fmla="*/ 1035996 h 2548687"/>
                <a:gd name="connsiteX8" fmla="*/ 3934839 w 4747098"/>
                <a:gd name="connsiteY8" fmla="*/ 1035996 h 2548687"/>
                <a:gd name="connsiteX9" fmla="*/ 4100209 w 4747098"/>
                <a:gd name="connsiteY9" fmla="*/ 807396 h 2548687"/>
                <a:gd name="connsiteX10" fmla="*/ 3929975 w 4747098"/>
                <a:gd name="connsiteY10" fmla="*/ 569068 h 2548687"/>
                <a:gd name="connsiteX11" fmla="*/ 2427051 w 4747098"/>
                <a:gd name="connsiteY11" fmla="*/ 569068 h 2548687"/>
                <a:gd name="connsiteX12" fmla="*/ 2427051 w 4747098"/>
                <a:gd name="connsiteY12" fmla="*/ 1857983 h 2548687"/>
                <a:gd name="connsiteX13" fmla="*/ 1177047 w 4747098"/>
                <a:gd name="connsiteY13" fmla="*/ 2548647 h 2548687"/>
                <a:gd name="connsiteX14" fmla="*/ 0 w 4747098"/>
                <a:gd name="connsiteY14" fmla="*/ 1857983 h 2548687"/>
                <a:gd name="connsiteX15" fmla="*/ 0 w 4747098"/>
                <a:gd name="connsiteY15" fmla="*/ 1035996 h 2548687"/>
                <a:gd name="connsiteX16" fmla="*/ 612843 w 4747098"/>
                <a:gd name="connsiteY16" fmla="*/ 1035996 h 2548687"/>
                <a:gd name="connsiteX17" fmla="*/ 612843 w 4747098"/>
                <a:gd name="connsiteY17" fmla="*/ 1726660 h 2548687"/>
                <a:gd name="connsiteX18" fmla="*/ 1167319 w 4747098"/>
                <a:gd name="connsiteY18" fmla="*/ 1979579 h 2548687"/>
                <a:gd name="connsiteX19" fmla="*/ 1814209 w 4747098"/>
                <a:gd name="connsiteY19" fmla="*/ 1731524 h 2548687"/>
                <a:gd name="connsiteX20" fmla="*/ 1814209 w 4747098"/>
                <a:gd name="connsiteY20" fmla="*/ 0 h 2548687"/>
                <a:gd name="connsiteX0" fmla="*/ 1814209 w 4747098"/>
                <a:gd name="connsiteY0" fmla="*/ 0 h 2548687"/>
                <a:gd name="connsiteX1" fmla="*/ 4143983 w 4747098"/>
                <a:gd name="connsiteY1" fmla="*/ 0 h 2548687"/>
                <a:gd name="connsiteX2" fmla="*/ 4717915 w 4747098"/>
                <a:gd name="connsiteY2" fmla="*/ 807396 h 2548687"/>
                <a:gd name="connsiteX3" fmla="*/ 4231532 w 4747098"/>
                <a:gd name="connsiteY3" fmla="*/ 1590473 h 2548687"/>
                <a:gd name="connsiteX4" fmla="*/ 3934839 w 4747098"/>
                <a:gd name="connsiteY4" fmla="*/ 1590473 h 2548687"/>
                <a:gd name="connsiteX5" fmla="*/ 4747098 w 4747098"/>
                <a:gd name="connsiteY5" fmla="*/ 2519464 h 2548687"/>
                <a:gd name="connsiteX6" fmla="*/ 3934839 w 4747098"/>
                <a:gd name="connsiteY6" fmla="*/ 2519464 h 2548687"/>
                <a:gd name="connsiteX7" fmla="*/ 2767519 w 4747098"/>
                <a:gd name="connsiteY7" fmla="*/ 1035996 h 2548687"/>
                <a:gd name="connsiteX8" fmla="*/ 3934839 w 4747098"/>
                <a:gd name="connsiteY8" fmla="*/ 1035996 h 2548687"/>
                <a:gd name="connsiteX9" fmla="*/ 4100209 w 4747098"/>
                <a:gd name="connsiteY9" fmla="*/ 807396 h 2548687"/>
                <a:gd name="connsiteX10" fmla="*/ 3929975 w 4747098"/>
                <a:gd name="connsiteY10" fmla="*/ 569068 h 2548687"/>
                <a:gd name="connsiteX11" fmla="*/ 2427051 w 4747098"/>
                <a:gd name="connsiteY11" fmla="*/ 569068 h 2548687"/>
                <a:gd name="connsiteX12" fmla="*/ 2427051 w 4747098"/>
                <a:gd name="connsiteY12" fmla="*/ 1857983 h 2548687"/>
                <a:gd name="connsiteX13" fmla="*/ 1177047 w 4747098"/>
                <a:gd name="connsiteY13" fmla="*/ 2548647 h 2548687"/>
                <a:gd name="connsiteX14" fmla="*/ 0 w 4747098"/>
                <a:gd name="connsiteY14" fmla="*/ 1857983 h 2548687"/>
                <a:gd name="connsiteX15" fmla="*/ 0 w 4747098"/>
                <a:gd name="connsiteY15" fmla="*/ 1035996 h 2548687"/>
                <a:gd name="connsiteX16" fmla="*/ 612843 w 4747098"/>
                <a:gd name="connsiteY16" fmla="*/ 1035996 h 2548687"/>
                <a:gd name="connsiteX17" fmla="*/ 612843 w 4747098"/>
                <a:gd name="connsiteY17" fmla="*/ 1726660 h 2548687"/>
                <a:gd name="connsiteX18" fmla="*/ 1167319 w 4747098"/>
                <a:gd name="connsiteY18" fmla="*/ 1979579 h 2548687"/>
                <a:gd name="connsiteX19" fmla="*/ 1814209 w 4747098"/>
                <a:gd name="connsiteY19" fmla="*/ 1731524 h 2548687"/>
                <a:gd name="connsiteX20" fmla="*/ 1814209 w 4747098"/>
                <a:gd name="connsiteY20" fmla="*/ 0 h 2548687"/>
                <a:gd name="connsiteX0" fmla="*/ 1814209 w 4747098"/>
                <a:gd name="connsiteY0" fmla="*/ 0 h 2548687"/>
                <a:gd name="connsiteX1" fmla="*/ 4143983 w 4747098"/>
                <a:gd name="connsiteY1" fmla="*/ 0 h 2548687"/>
                <a:gd name="connsiteX2" fmla="*/ 4717915 w 4747098"/>
                <a:gd name="connsiteY2" fmla="*/ 807396 h 2548687"/>
                <a:gd name="connsiteX3" fmla="*/ 4231532 w 4747098"/>
                <a:gd name="connsiteY3" fmla="*/ 1590473 h 2548687"/>
                <a:gd name="connsiteX4" fmla="*/ 3934839 w 4747098"/>
                <a:gd name="connsiteY4" fmla="*/ 1590473 h 2548687"/>
                <a:gd name="connsiteX5" fmla="*/ 4747098 w 4747098"/>
                <a:gd name="connsiteY5" fmla="*/ 2519464 h 2548687"/>
                <a:gd name="connsiteX6" fmla="*/ 3934839 w 4747098"/>
                <a:gd name="connsiteY6" fmla="*/ 2519464 h 2548687"/>
                <a:gd name="connsiteX7" fmla="*/ 2767519 w 4747098"/>
                <a:gd name="connsiteY7" fmla="*/ 1035996 h 2548687"/>
                <a:gd name="connsiteX8" fmla="*/ 3934839 w 4747098"/>
                <a:gd name="connsiteY8" fmla="*/ 1035996 h 2548687"/>
                <a:gd name="connsiteX9" fmla="*/ 4100209 w 4747098"/>
                <a:gd name="connsiteY9" fmla="*/ 807396 h 2548687"/>
                <a:gd name="connsiteX10" fmla="*/ 3929975 w 4747098"/>
                <a:gd name="connsiteY10" fmla="*/ 569068 h 2548687"/>
                <a:gd name="connsiteX11" fmla="*/ 2427051 w 4747098"/>
                <a:gd name="connsiteY11" fmla="*/ 569068 h 2548687"/>
                <a:gd name="connsiteX12" fmla="*/ 2427051 w 4747098"/>
                <a:gd name="connsiteY12" fmla="*/ 1857983 h 2548687"/>
                <a:gd name="connsiteX13" fmla="*/ 1177047 w 4747098"/>
                <a:gd name="connsiteY13" fmla="*/ 2548647 h 2548687"/>
                <a:gd name="connsiteX14" fmla="*/ 0 w 4747098"/>
                <a:gd name="connsiteY14" fmla="*/ 1857983 h 2548687"/>
                <a:gd name="connsiteX15" fmla="*/ 0 w 4747098"/>
                <a:gd name="connsiteY15" fmla="*/ 1035996 h 2548687"/>
                <a:gd name="connsiteX16" fmla="*/ 612843 w 4747098"/>
                <a:gd name="connsiteY16" fmla="*/ 1035996 h 2548687"/>
                <a:gd name="connsiteX17" fmla="*/ 612843 w 4747098"/>
                <a:gd name="connsiteY17" fmla="*/ 1726660 h 2548687"/>
                <a:gd name="connsiteX18" fmla="*/ 1167319 w 4747098"/>
                <a:gd name="connsiteY18" fmla="*/ 1979579 h 2548687"/>
                <a:gd name="connsiteX19" fmla="*/ 1814209 w 4747098"/>
                <a:gd name="connsiteY19" fmla="*/ 1731524 h 2548687"/>
                <a:gd name="connsiteX20" fmla="*/ 1814209 w 4747098"/>
                <a:gd name="connsiteY20" fmla="*/ 0 h 2548687"/>
                <a:gd name="connsiteX0" fmla="*/ 1814209 w 4747098"/>
                <a:gd name="connsiteY0" fmla="*/ 0 h 2548687"/>
                <a:gd name="connsiteX1" fmla="*/ 4143983 w 4747098"/>
                <a:gd name="connsiteY1" fmla="*/ 0 h 2548687"/>
                <a:gd name="connsiteX2" fmla="*/ 4717915 w 4747098"/>
                <a:gd name="connsiteY2" fmla="*/ 807396 h 2548687"/>
                <a:gd name="connsiteX3" fmla="*/ 4231532 w 4747098"/>
                <a:gd name="connsiteY3" fmla="*/ 1590473 h 2548687"/>
                <a:gd name="connsiteX4" fmla="*/ 3934839 w 4747098"/>
                <a:gd name="connsiteY4" fmla="*/ 1590473 h 2548687"/>
                <a:gd name="connsiteX5" fmla="*/ 4747098 w 4747098"/>
                <a:gd name="connsiteY5" fmla="*/ 2519464 h 2548687"/>
                <a:gd name="connsiteX6" fmla="*/ 3934839 w 4747098"/>
                <a:gd name="connsiteY6" fmla="*/ 2519464 h 2548687"/>
                <a:gd name="connsiteX7" fmla="*/ 2767519 w 4747098"/>
                <a:gd name="connsiteY7" fmla="*/ 1035996 h 2548687"/>
                <a:gd name="connsiteX8" fmla="*/ 3934839 w 4747098"/>
                <a:gd name="connsiteY8" fmla="*/ 1035996 h 2548687"/>
                <a:gd name="connsiteX9" fmla="*/ 4100209 w 4747098"/>
                <a:gd name="connsiteY9" fmla="*/ 807396 h 2548687"/>
                <a:gd name="connsiteX10" fmla="*/ 3929975 w 4747098"/>
                <a:gd name="connsiteY10" fmla="*/ 569068 h 2548687"/>
                <a:gd name="connsiteX11" fmla="*/ 2427051 w 4747098"/>
                <a:gd name="connsiteY11" fmla="*/ 569068 h 2548687"/>
                <a:gd name="connsiteX12" fmla="*/ 2427051 w 4747098"/>
                <a:gd name="connsiteY12" fmla="*/ 1857983 h 2548687"/>
                <a:gd name="connsiteX13" fmla="*/ 1177047 w 4747098"/>
                <a:gd name="connsiteY13" fmla="*/ 2548647 h 2548687"/>
                <a:gd name="connsiteX14" fmla="*/ 0 w 4747098"/>
                <a:gd name="connsiteY14" fmla="*/ 1857983 h 2548687"/>
                <a:gd name="connsiteX15" fmla="*/ 0 w 4747098"/>
                <a:gd name="connsiteY15" fmla="*/ 1035996 h 2548687"/>
                <a:gd name="connsiteX16" fmla="*/ 612843 w 4747098"/>
                <a:gd name="connsiteY16" fmla="*/ 1035996 h 2548687"/>
                <a:gd name="connsiteX17" fmla="*/ 612843 w 4747098"/>
                <a:gd name="connsiteY17" fmla="*/ 1726660 h 2548687"/>
                <a:gd name="connsiteX18" fmla="*/ 1167319 w 4747098"/>
                <a:gd name="connsiteY18" fmla="*/ 1979579 h 2548687"/>
                <a:gd name="connsiteX19" fmla="*/ 1814209 w 4747098"/>
                <a:gd name="connsiteY19" fmla="*/ 1731524 h 2548687"/>
                <a:gd name="connsiteX20" fmla="*/ 1814209 w 4747098"/>
                <a:gd name="connsiteY20" fmla="*/ 0 h 2548687"/>
                <a:gd name="connsiteX0" fmla="*/ 1814209 w 4747098"/>
                <a:gd name="connsiteY0" fmla="*/ 0 h 2548687"/>
                <a:gd name="connsiteX1" fmla="*/ 4143983 w 4747098"/>
                <a:gd name="connsiteY1" fmla="*/ 0 h 2548687"/>
                <a:gd name="connsiteX2" fmla="*/ 4717915 w 4747098"/>
                <a:gd name="connsiteY2" fmla="*/ 807396 h 2548687"/>
                <a:gd name="connsiteX3" fmla="*/ 4231532 w 4747098"/>
                <a:gd name="connsiteY3" fmla="*/ 1590473 h 2548687"/>
                <a:gd name="connsiteX4" fmla="*/ 3934839 w 4747098"/>
                <a:gd name="connsiteY4" fmla="*/ 1590473 h 2548687"/>
                <a:gd name="connsiteX5" fmla="*/ 4747098 w 4747098"/>
                <a:gd name="connsiteY5" fmla="*/ 2519464 h 2548687"/>
                <a:gd name="connsiteX6" fmla="*/ 3934839 w 4747098"/>
                <a:gd name="connsiteY6" fmla="*/ 2519464 h 2548687"/>
                <a:gd name="connsiteX7" fmla="*/ 2767519 w 4747098"/>
                <a:gd name="connsiteY7" fmla="*/ 1035996 h 2548687"/>
                <a:gd name="connsiteX8" fmla="*/ 3934839 w 4747098"/>
                <a:gd name="connsiteY8" fmla="*/ 1035996 h 2548687"/>
                <a:gd name="connsiteX9" fmla="*/ 4100209 w 4747098"/>
                <a:gd name="connsiteY9" fmla="*/ 807396 h 2548687"/>
                <a:gd name="connsiteX10" fmla="*/ 3929975 w 4747098"/>
                <a:gd name="connsiteY10" fmla="*/ 569068 h 2548687"/>
                <a:gd name="connsiteX11" fmla="*/ 2427051 w 4747098"/>
                <a:gd name="connsiteY11" fmla="*/ 569068 h 2548687"/>
                <a:gd name="connsiteX12" fmla="*/ 2427051 w 4747098"/>
                <a:gd name="connsiteY12" fmla="*/ 1857983 h 2548687"/>
                <a:gd name="connsiteX13" fmla="*/ 1177047 w 4747098"/>
                <a:gd name="connsiteY13" fmla="*/ 2548647 h 2548687"/>
                <a:gd name="connsiteX14" fmla="*/ 0 w 4747098"/>
                <a:gd name="connsiteY14" fmla="*/ 1857983 h 2548687"/>
                <a:gd name="connsiteX15" fmla="*/ 0 w 4747098"/>
                <a:gd name="connsiteY15" fmla="*/ 1035996 h 2548687"/>
                <a:gd name="connsiteX16" fmla="*/ 612843 w 4747098"/>
                <a:gd name="connsiteY16" fmla="*/ 1035996 h 2548687"/>
                <a:gd name="connsiteX17" fmla="*/ 612843 w 4747098"/>
                <a:gd name="connsiteY17" fmla="*/ 1726660 h 2548687"/>
                <a:gd name="connsiteX18" fmla="*/ 1167319 w 4747098"/>
                <a:gd name="connsiteY18" fmla="*/ 1979579 h 2548687"/>
                <a:gd name="connsiteX19" fmla="*/ 1814209 w 4747098"/>
                <a:gd name="connsiteY19" fmla="*/ 1731524 h 2548687"/>
                <a:gd name="connsiteX20" fmla="*/ 1814209 w 4747098"/>
                <a:gd name="connsiteY20" fmla="*/ 0 h 2548687"/>
                <a:gd name="connsiteX0" fmla="*/ 1814209 w 4747098"/>
                <a:gd name="connsiteY0" fmla="*/ 0 h 2548687"/>
                <a:gd name="connsiteX1" fmla="*/ 4143983 w 4747098"/>
                <a:gd name="connsiteY1" fmla="*/ 0 h 2548687"/>
                <a:gd name="connsiteX2" fmla="*/ 4717915 w 4747098"/>
                <a:gd name="connsiteY2" fmla="*/ 807396 h 2548687"/>
                <a:gd name="connsiteX3" fmla="*/ 4231532 w 4747098"/>
                <a:gd name="connsiteY3" fmla="*/ 1590473 h 2548687"/>
                <a:gd name="connsiteX4" fmla="*/ 3934839 w 4747098"/>
                <a:gd name="connsiteY4" fmla="*/ 1590473 h 2548687"/>
                <a:gd name="connsiteX5" fmla="*/ 4747098 w 4747098"/>
                <a:gd name="connsiteY5" fmla="*/ 2519464 h 2548687"/>
                <a:gd name="connsiteX6" fmla="*/ 3934839 w 4747098"/>
                <a:gd name="connsiteY6" fmla="*/ 2519464 h 2548687"/>
                <a:gd name="connsiteX7" fmla="*/ 2767519 w 4747098"/>
                <a:gd name="connsiteY7" fmla="*/ 1035996 h 2548687"/>
                <a:gd name="connsiteX8" fmla="*/ 3934839 w 4747098"/>
                <a:gd name="connsiteY8" fmla="*/ 1035996 h 2548687"/>
                <a:gd name="connsiteX9" fmla="*/ 4100209 w 4747098"/>
                <a:gd name="connsiteY9" fmla="*/ 807396 h 2548687"/>
                <a:gd name="connsiteX10" fmla="*/ 3929975 w 4747098"/>
                <a:gd name="connsiteY10" fmla="*/ 569068 h 2548687"/>
                <a:gd name="connsiteX11" fmla="*/ 2427051 w 4747098"/>
                <a:gd name="connsiteY11" fmla="*/ 569068 h 2548687"/>
                <a:gd name="connsiteX12" fmla="*/ 2427051 w 4747098"/>
                <a:gd name="connsiteY12" fmla="*/ 1857983 h 2548687"/>
                <a:gd name="connsiteX13" fmla="*/ 1177047 w 4747098"/>
                <a:gd name="connsiteY13" fmla="*/ 2548647 h 2548687"/>
                <a:gd name="connsiteX14" fmla="*/ 0 w 4747098"/>
                <a:gd name="connsiteY14" fmla="*/ 1857983 h 2548687"/>
                <a:gd name="connsiteX15" fmla="*/ 0 w 4747098"/>
                <a:gd name="connsiteY15" fmla="*/ 1035996 h 2548687"/>
                <a:gd name="connsiteX16" fmla="*/ 612843 w 4747098"/>
                <a:gd name="connsiteY16" fmla="*/ 1035996 h 2548687"/>
                <a:gd name="connsiteX17" fmla="*/ 612843 w 4747098"/>
                <a:gd name="connsiteY17" fmla="*/ 1726660 h 2548687"/>
                <a:gd name="connsiteX18" fmla="*/ 1167319 w 4747098"/>
                <a:gd name="connsiteY18" fmla="*/ 1979579 h 2548687"/>
                <a:gd name="connsiteX19" fmla="*/ 1814209 w 4747098"/>
                <a:gd name="connsiteY19" fmla="*/ 1731524 h 2548687"/>
                <a:gd name="connsiteX20" fmla="*/ 1814209 w 4747098"/>
                <a:gd name="connsiteY20" fmla="*/ 0 h 2548687"/>
                <a:gd name="connsiteX0" fmla="*/ 1814209 w 4747098"/>
                <a:gd name="connsiteY0" fmla="*/ 0 h 2548687"/>
                <a:gd name="connsiteX1" fmla="*/ 4143983 w 4747098"/>
                <a:gd name="connsiteY1" fmla="*/ 0 h 2548687"/>
                <a:gd name="connsiteX2" fmla="*/ 4717915 w 4747098"/>
                <a:gd name="connsiteY2" fmla="*/ 807396 h 2548687"/>
                <a:gd name="connsiteX3" fmla="*/ 4231532 w 4747098"/>
                <a:gd name="connsiteY3" fmla="*/ 1590473 h 2548687"/>
                <a:gd name="connsiteX4" fmla="*/ 3934839 w 4747098"/>
                <a:gd name="connsiteY4" fmla="*/ 1590473 h 2548687"/>
                <a:gd name="connsiteX5" fmla="*/ 4747098 w 4747098"/>
                <a:gd name="connsiteY5" fmla="*/ 2519464 h 2548687"/>
                <a:gd name="connsiteX6" fmla="*/ 3934839 w 4747098"/>
                <a:gd name="connsiteY6" fmla="*/ 2519464 h 2548687"/>
                <a:gd name="connsiteX7" fmla="*/ 2767519 w 4747098"/>
                <a:gd name="connsiteY7" fmla="*/ 1035996 h 2548687"/>
                <a:gd name="connsiteX8" fmla="*/ 3934839 w 4747098"/>
                <a:gd name="connsiteY8" fmla="*/ 1035996 h 2548687"/>
                <a:gd name="connsiteX9" fmla="*/ 4100209 w 4747098"/>
                <a:gd name="connsiteY9" fmla="*/ 807396 h 2548687"/>
                <a:gd name="connsiteX10" fmla="*/ 3929975 w 4747098"/>
                <a:gd name="connsiteY10" fmla="*/ 569068 h 2548687"/>
                <a:gd name="connsiteX11" fmla="*/ 2427051 w 4747098"/>
                <a:gd name="connsiteY11" fmla="*/ 569068 h 2548687"/>
                <a:gd name="connsiteX12" fmla="*/ 2427051 w 4747098"/>
                <a:gd name="connsiteY12" fmla="*/ 1857983 h 2548687"/>
                <a:gd name="connsiteX13" fmla="*/ 1177047 w 4747098"/>
                <a:gd name="connsiteY13" fmla="*/ 2548647 h 2548687"/>
                <a:gd name="connsiteX14" fmla="*/ 0 w 4747098"/>
                <a:gd name="connsiteY14" fmla="*/ 1857983 h 2548687"/>
                <a:gd name="connsiteX15" fmla="*/ 0 w 4747098"/>
                <a:gd name="connsiteY15" fmla="*/ 1035996 h 2548687"/>
                <a:gd name="connsiteX16" fmla="*/ 612843 w 4747098"/>
                <a:gd name="connsiteY16" fmla="*/ 1035996 h 2548687"/>
                <a:gd name="connsiteX17" fmla="*/ 612843 w 4747098"/>
                <a:gd name="connsiteY17" fmla="*/ 1726660 h 2548687"/>
                <a:gd name="connsiteX18" fmla="*/ 1167319 w 4747098"/>
                <a:gd name="connsiteY18" fmla="*/ 1979579 h 2548687"/>
                <a:gd name="connsiteX19" fmla="*/ 1814209 w 4747098"/>
                <a:gd name="connsiteY19" fmla="*/ 1731524 h 2548687"/>
                <a:gd name="connsiteX20" fmla="*/ 1814209 w 4747098"/>
                <a:gd name="connsiteY20" fmla="*/ 0 h 2548687"/>
                <a:gd name="connsiteX0" fmla="*/ 1814209 w 4747098"/>
                <a:gd name="connsiteY0" fmla="*/ 0 h 2548687"/>
                <a:gd name="connsiteX1" fmla="*/ 4143983 w 4747098"/>
                <a:gd name="connsiteY1" fmla="*/ 0 h 2548687"/>
                <a:gd name="connsiteX2" fmla="*/ 4717915 w 4747098"/>
                <a:gd name="connsiteY2" fmla="*/ 807396 h 2548687"/>
                <a:gd name="connsiteX3" fmla="*/ 4231532 w 4747098"/>
                <a:gd name="connsiteY3" fmla="*/ 1590473 h 2548687"/>
                <a:gd name="connsiteX4" fmla="*/ 3934839 w 4747098"/>
                <a:gd name="connsiteY4" fmla="*/ 1590473 h 2548687"/>
                <a:gd name="connsiteX5" fmla="*/ 4747098 w 4747098"/>
                <a:gd name="connsiteY5" fmla="*/ 2519464 h 2548687"/>
                <a:gd name="connsiteX6" fmla="*/ 3934839 w 4747098"/>
                <a:gd name="connsiteY6" fmla="*/ 2519464 h 2548687"/>
                <a:gd name="connsiteX7" fmla="*/ 2767519 w 4747098"/>
                <a:gd name="connsiteY7" fmla="*/ 1035996 h 2548687"/>
                <a:gd name="connsiteX8" fmla="*/ 3934839 w 4747098"/>
                <a:gd name="connsiteY8" fmla="*/ 1035996 h 2548687"/>
                <a:gd name="connsiteX9" fmla="*/ 4100209 w 4747098"/>
                <a:gd name="connsiteY9" fmla="*/ 807396 h 2548687"/>
                <a:gd name="connsiteX10" fmla="*/ 3929975 w 4747098"/>
                <a:gd name="connsiteY10" fmla="*/ 569068 h 2548687"/>
                <a:gd name="connsiteX11" fmla="*/ 2427051 w 4747098"/>
                <a:gd name="connsiteY11" fmla="*/ 569068 h 2548687"/>
                <a:gd name="connsiteX12" fmla="*/ 2427051 w 4747098"/>
                <a:gd name="connsiteY12" fmla="*/ 1857983 h 2548687"/>
                <a:gd name="connsiteX13" fmla="*/ 1177047 w 4747098"/>
                <a:gd name="connsiteY13" fmla="*/ 2548647 h 2548687"/>
                <a:gd name="connsiteX14" fmla="*/ 0 w 4747098"/>
                <a:gd name="connsiteY14" fmla="*/ 1857983 h 2548687"/>
                <a:gd name="connsiteX15" fmla="*/ 0 w 4747098"/>
                <a:gd name="connsiteY15" fmla="*/ 1035996 h 2548687"/>
                <a:gd name="connsiteX16" fmla="*/ 612843 w 4747098"/>
                <a:gd name="connsiteY16" fmla="*/ 1035996 h 2548687"/>
                <a:gd name="connsiteX17" fmla="*/ 612843 w 4747098"/>
                <a:gd name="connsiteY17" fmla="*/ 1726660 h 2548687"/>
                <a:gd name="connsiteX18" fmla="*/ 1167319 w 4747098"/>
                <a:gd name="connsiteY18" fmla="*/ 1979579 h 2548687"/>
                <a:gd name="connsiteX19" fmla="*/ 1814209 w 4747098"/>
                <a:gd name="connsiteY19" fmla="*/ 1731524 h 2548687"/>
                <a:gd name="connsiteX20" fmla="*/ 1814209 w 4747098"/>
                <a:gd name="connsiteY20" fmla="*/ 0 h 2548687"/>
                <a:gd name="connsiteX0" fmla="*/ 1814209 w 4747098"/>
                <a:gd name="connsiteY0" fmla="*/ 0 h 2548687"/>
                <a:gd name="connsiteX1" fmla="*/ 4143983 w 4747098"/>
                <a:gd name="connsiteY1" fmla="*/ 0 h 2548687"/>
                <a:gd name="connsiteX2" fmla="*/ 4717915 w 4747098"/>
                <a:gd name="connsiteY2" fmla="*/ 807396 h 2548687"/>
                <a:gd name="connsiteX3" fmla="*/ 4231532 w 4747098"/>
                <a:gd name="connsiteY3" fmla="*/ 1590473 h 2548687"/>
                <a:gd name="connsiteX4" fmla="*/ 3934839 w 4747098"/>
                <a:gd name="connsiteY4" fmla="*/ 1590473 h 2548687"/>
                <a:gd name="connsiteX5" fmla="*/ 4747098 w 4747098"/>
                <a:gd name="connsiteY5" fmla="*/ 2519464 h 2548687"/>
                <a:gd name="connsiteX6" fmla="*/ 3934839 w 4747098"/>
                <a:gd name="connsiteY6" fmla="*/ 2519464 h 2548687"/>
                <a:gd name="connsiteX7" fmla="*/ 2767519 w 4747098"/>
                <a:gd name="connsiteY7" fmla="*/ 1035996 h 2548687"/>
                <a:gd name="connsiteX8" fmla="*/ 3934839 w 4747098"/>
                <a:gd name="connsiteY8" fmla="*/ 1035996 h 2548687"/>
                <a:gd name="connsiteX9" fmla="*/ 4100209 w 4747098"/>
                <a:gd name="connsiteY9" fmla="*/ 807396 h 2548687"/>
                <a:gd name="connsiteX10" fmla="*/ 3929975 w 4747098"/>
                <a:gd name="connsiteY10" fmla="*/ 569068 h 2548687"/>
                <a:gd name="connsiteX11" fmla="*/ 2427051 w 4747098"/>
                <a:gd name="connsiteY11" fmla="*/ 569068 h 2548687"/>
                <a:gd name="connsiteX12" fmla="*/ 2427051 w 4747098"/>
                <a:gd name="connsiteY12" fmla="*/ 1857983 h 2548687"/>
                <a:gd name="connsiteX13" fmla="*/ 1177047 w 4747098"/>
                <a:gd name="connsiteY13" fmla="*/ 2548647 h 2548687"/>
                <a:gd name="connsiteX14" fmla="*/ 0 w 4747098"/>
                <a:gd name="connsiteY14" fmla="*/ 1857983 h 2548687"/>
                <a:gd name="connsiteX15" fmla="*/ 0 w 4747098"/>
                <a:gd name="connsiteY15" fmla="*/ 1035996 h 2548687"/>
                <a:gd name="connsiteX16" fmla="*/ 612843 w 4747098"/>
                <a:gd name="connsiteY16" fmla="*/ 1035996 h 2548687"/>
                <a:gd name="connsiteX17" fmla="*/ 612843 w 4747098"/>
                <a:gd name="connsiteY17" fmla="*/ 1726660 h 2548687"/>
                <a:gd name="connsiteX18" fmla="*/ 1167319 w 4747098"/>
                <a:gd name="connsiteY18" fmla="*/ 1979579 h 2548687"/>
                <a:gd name="connsiteX19" fmla="*/ 1814209 w 4747098"/>
                <a:gd name="connsiteY19" fmla="*/ 1731524 h 2548687"/>
                <a:gd name="connsiteX20" fmla="*/ 1814209 w 4747098"/>
                <a:gd name="connsiteY20" fmla="*/ 0 h 2548687"/>
                <a:gd name="connsiteX0" fmla="*/ 1814209 w 4747098"/>
                <a:gd name="connsiteY0" fmla="*/ 0 h 2548687"/>
                <a:gd name="connsiteX1" fmla="*/ 4143983 w 4747098"/>
                <a:gd name="connsiteY1" fmla="*/ 0 h 2548687"/>
                <a:gd name="connsiteX2" fmla="*/ 4717915 w 4747098"/>
                <a:gd name="connsiteY2" fmla="*/ 807396 h 2548687"/>
                <a:gd name="connsiteX3" fmla="*/ 4231532 w 4747098"/>
                <a:gd name="connsiteY3" fmla="*/ 1590473 h 2548687"/>
                <a:gd name="connsiteX4" fmla="*/ 3934839 w 4747098"/>
                <a:gd name="connsiteY4" fmla="*/ 1590473 h 2548687"/>
                <a:gd name="connsiteX5" fmla="*/ 4747098 w 4747098"/>
                <a:gd name="connsiteY5" fmla="*/ 2519464 h 2548687"/>
                <a:gd name="connsiteX6" fmla="*/ 3934839 w 4747098"/>
                <a:gd name="connsiteY6" fmla="*/ 2519464 h 2548687"/>
                <a:gd name="connsiteX7" fmla="*/ 2767519 w 4747098"/>
                <a:gd name="connsiteY7" fmla="*/ 1035996 h 2548687"/>
                <a:gd name="connsiteX8" fmla="*/ 3934839 w 4747098"/>
                <a:gd name="connsiteY8" fmla="*/ 1035996 h 2548687"/>
                <a:gd name="connsiteX9" fmla="*/ 4100209 w 4747098"/>
                <a:gd name="connsiteY9" fmla="*/ 807396 h 2548687"/>
                <a:gd name="connsiteX10" fmla="*/ 3929975 w 4747098"/>
                <a:gd name="connsiteY10" fmla="*/ 569068 h 2548687"/>
                <a:gd name="connsiteX11" fmla="*/ 2427051 w 4747098"/>
                <a:gd name="connsiteY11" fmla="*/ 569068 h 2548687"/>
                <a:gd name="connsiteX12" fmla="*/ 2427051 w 4747098"/>
                <a:gd name="connsiteY12" fmla="*/ 1857983 h 2548687"/>
                <a:gd name="connsiteX13" fmla="*/ 1177047 w 4747098"/>
                <a:gd name="connsiteY13" fmla="*/ 2548647 h 2548687"/>
                <a:gd name="connsiteX14" fmla="*/ 0 w 4747098"/>
                <a:gd name="connsiteY14" fmla="*/ 1857983 h 2548687"/>
                <a:gd name="connsiteX15" fmla="*/ 0 w 4747098"/>
                <a:gd name="connsiteY15" fmla="*/ 1035996 h 2548687"/>
                <a:gd name="connsiteX16" fmla="*/ 612843 w 4747098"/>
                <a:gd name="connsiteY16" fmla="*/ 1035996 h 2548687"/>
                <a:gd name="connsiteX17" fmla="*/ 612843 w 4747098"/>
                <a:gd name="connsiteY17" fmla="*/ 1726660 h 2548687"/>
                <a:gd name="connsiteX18" fmla="*/ 1167319 w 4747098"/>
                <a:gd name="connsiteY18" fmla="*/ 1979579 h 2548687"/>
                <a:gd name="connsiteX19" fmla="*/ 1814209 w 4747098"/>
                <a:gd name="connsiteY19" fmla="*/ 1731524 h 2548687"/>
                <a:gd name="connsiteX20" fmla="*/ 1814209 w 4747098"/>
                <a:gd name="connsiteY20" fmla="*/ 0 h 2548687"/>
                <a:gd name="connsiteX0" fmla="*/ 1814209 w 4747098"/>
                <a:gd name="connsiteY0" fmla="*/ 0 h 2548687"/>
                <a:gd name="connsiteX1" fmla="*/ 4143983 w 4747098"/>
                <a:gd name="connsiteY1" fmla="*/ 0 h 2548687"/>
                <a:gd name="connsiteX2" fmla="*/ 4717915 w 4747098"/>
                <a:gd name="connsiteY2" fmla="*/ 807396 h 2548687"/>
                <a:gd name="connsiteX3" fmla="*/ 4231532 w 4747098"/>
                <a:gd name="connsiteY3" fmla="*/ 1590473 h 2548687"/>
                <a:gd name="connsiteX4" fmla="*/ 3934839 w 4747098"/>
                <a:gd name="connsiteY4" fmla="*/ 1590473 h 2548687"/>
                <a:gd name="connsiteX5" fmla="*/ 4747098 w 4747098"/>
                <a:gd name="connsiteY5" fmla="*/ 2519464 h 2548687"/>
                <a:gd name="connsiteX6" fmla="*/ 3934839 w 4747098"/>
                <a:gd name="connsiteY6" fmla="*/ 2519464 h 2548687"/>
                <a:gd name="connsiteX7" fmla="*/ 2767519 w 4747098"/>
                <a:gd name="connsiteY7" fmla="*/ 1035996 h 2548687"/>
                <a:gd name="connsiteX8" fmla="*/ 3934839 w 4747098"/>
                <a:gd name="connsiteY8" fmla="*/ 1035996 h 2548687"/>
                <a:gd name="connsiteX9" fmla="*/ 4100209 w 4747098"/>
                <a:gd name="connsiteY9" fmla="*/ 807396 h 2548687"/>
                <a:gd name="connsiteX10" fmla="*/ 3929975 w 4747098"/>
                <a:gd name="connsiteY10" fmla="*/ 569068 h 2548687"/>
                <a:gd name="connsiteX11" fmla="*/ 2427051 w 4747098"/>
                <a:gd name="connsiteY11" fmla="*/ 569068 h 2548687"/>
                <a:gd name="connsiteX12" fmla="*/ 2427051 w 4747098"/>
                <a:gd name="connsiteY12" fmla="*/ 1857983 h 2548687"/>
                <a:gd name="connsiteX13" fmla="*/ 1177047 w 4747098"/>
                <a:gd name="connsiteY13" fmla="*/ 2548647 h 2548687"/>
                <a:gd name="connsiteX14" fmla="*/ 0 w 4747098"/>
                <a:gd name="connsiteY14" fmla="*/ 1857983 h 2548687"/>
                <a:gd name="connsiteX15" fmla="*/ 0 w 4747098"/>
                <a:gd name="connsiteY15" fmla="*/ 1035996 h 2548687"/>
                <a:gd name="connsiteX16" fmla="*/ 612843 w 4747098"/>
                <a:gd name="connsiteY16" fmla="*/ 1035996 h 2548687"/>
                <a:gd name="connsiteX17" fmla="*/ 612843 w 4747098"/>
                <a:gd name="connsiteY17" fmla="*/ 1726660 h 2548687"/>
                <a:gd name="connsiteX18" fmla="*/ 1167319 w 4747098"/>
                <a:gd name="connsiteY18" fmla="*/ 1979579 h 2548687"/>
                <a:gd name="connsiteX19" fmla="*/ 1814209 w 4747098"/>
                <a:gd name="connsiteY19" fmla="*/ 1731524 h 2548687"/>
                <a:gd name="connsiteX20" fmla="*/ 1814209 w 4747098"/>
                <a:gd name="connsiteY20" fmla="*/ 0 h 2548687"/>
                <a:gd name="connsiteX0" fmla="*/ 1814209 w 4747098"/>
                <a:gd name="connsiteY0" fmla="*/ 0 h 2548687"/>
                <a:gd name="connsiteX1" fmla="*/ 4143983 w 4747098"/>
                <a:gd name="connsiteY1" fmla="*/ 0 h 2548687"/>
                <a:gd name="connsiteX2" fmla="*/ 4717915 w 4747098"/>
                <a:gd name="connsiteY2" fmla="*/ 807396 h 2548687"/>
                <a:gd name="connsiteX3" fmla="*/ 4231532 w 4747098"/>
                <a:gd name="connsiteY3" fmla="*/ 1590473 h 2548687"/>
                <a:gd name="connsiteX4" fmla="*/ 3934839 w 4747098"/>
                <a:gd name="connsiteY4" fmla="*/ 1590473 h 2548687"/>
                <a:gd name="connsiteX5" fmla="*/ 4747098 w 4747098"/>
                <a:gd name="connsiteY5" fmla="*/ 2519464 h 2548687"/>
                <a:gd name="connsiteX6" fmla="*/ 3934839 w 4747098"/>
                <a:gd name="connsiteY6" fmla="*/ 2519464 h 2548687"/>
                <a:gd name="connsiteX7" fmla="*/ 2767519 w 4747098"/>
                <a:gd name="connsiteY7" fmla="*/ 1035996 h 2548687"/>
                <a:gd name="connsiteX8" fmla="*/ 3934839 w 4747098"/>
                <a:gd name="connsiteY8" fmla="*/ 1035996 h 2548687"/>
                <a:gd name="connsiteX9" fmla="*/ 4100209 w 4747098"/>
                <a:gd name="connsiteY9" fmla="*/ 807396 h 2548687"/>
                <a:gd name="connsiteX10" fmla="*/ 3929975 w 4747098"/>
                <a:gd name="connsiteY10" fmla="*/ 569068 h 2548687"/>
                <a:gd name="connsiteX11" fmla="*/ 2427051 w 4747098"/>
                <a:gd name="connsiteY11" fmla="*/ 569068 h 2548687"/>
                <a:gd name="connsiteX12" fmla="*/ 2427051 w 4747098"/>
                <a:gd name="connsiteY12" fmla="*/ 1857983 h 2548687"/>
                <a:gd name="connsiteX13" fmla="*/ 1177047 w 4747098"/>
                <a:gd name="connsiteY13" fmla="*/ 2548647 h 2548687"/>
                <a:gd name="connsiteX14" fmla="*/ 0 w 4747098"/>
                <a:gd name="connsiteY14" fmla="*/ 1857983 h 2548687"/>
                <a:gd name="connsiteX15" fmla="*/ 0 w 4747098"/>
                <a:gd name="connsiteY15" fmla="*/ 1035996 h 2548687"/>
                <a:gd name="connsiteX16" fmla="*/ 612843 w 4747098"/>
                <a:gd name="connsiteY16" fmla="*/ 1035996 h 2548687"/>
                <a:gd name="connsiteX17" fmla="*/ 612843 w 4747098"/>
                <a:gd name="connsiteY17" fmla="*/ 1726660 h 2548687"/>
                <a:gd name="connsiteX18" fmla="*/ 1167319 w 4747098"/>
                <a:gd name="connsiteY18" fmla="*/ 1979579 h 2548687"/>
                <a:gd name="connsiteX19" fmla="*/ 1814209 w 4747098"/>
                <a:gd name="connsiteY19" fmla="*/ 1731524 h 2548687"/>
                <a:gd name="connsiteX20" fmla="*/ 1814209 w 4747098"/>
                <a:gd name="connsiteY20" fmla="*/ 0 h 2548687"/>
                <a:gd name="connsiteX0" fmla="*/ 1814209 w 4747098"/>
                <a:gd name="connsiteY0" fmla="*/ 0 h 2548687"/>
                <a:gd name="connsiteX1" fmla="*/ 4143983 w 4747098"/>
                <a:gd name="connsiteY1" fmla="*/ 0 h 2548687"/>
                <a:gd name="connsiteX2" fmla="*/ 4717915 w 4747098"/>
                <a:gd name="connsiteY2" fmla="*/ 807396 h 2548687"/>
                <a:gd name="connsiteX3" fmla="*/ 4231532 w 4747098"/>
                <a:gd name="connsiteY3" fmla="*/ 1590473 h 2548687"/>
                <a:gd name="connsiteX4" fmla="*/ 3934839 w 4747098"/>
                <a:gd name="connsiteY4" fmla="*/ 1590473 h 2548687"/>
                <a:gd name="connsiteX5" fmla="*/ 4747098 w 4747098"/>
                <a:gd name="connsiteY5" fmla="*/ 2519464 h 2548687"/>
                <a:gd name="connsiteX6" fmla="*/ 3934839 w 4747098"/>
                <a:gd name="connsiteY6" fmla="*/ 2519464 h 2548687"/>
                <a:gd name="connsiteX7" fmla="*/ 2767519 w 4747098"/>
                <a:gd name="connsiteY7" fmla="*/ 1035996 h 2548687"/>
                <a:gd name="connsiteX8" fmla="*/ 3934839 w 4747098"/>
                <a:gd name="connsiteY8" fmla="*/ 1035996 h 2548687"/>
                <a:gd name="connsiteX9" fmla="*/ 4100209 w 4747098"/>
                <a:gd name="connsiteY9" fmla="*/ 807396 h 2548687"/>
                <a:gd name="connsiteX10" fmla="*/ 3929975 w 4747098"/>
                <a:gd name="connsiteY10" fmla="*/ 569068 h 2548687"/>
                <a:gd name="connsiteX11" fmla="*/ 2427051 w 4747098"/>
                <a:gd name="connsiteY11" fmla="*/ 569068 h 2548687"/>
                <a:gd name="connsiteX12" fmla="*/ 2427051 w 4747098"/>
                <a:gd name="connsiteY12" fmla="*/ 1857983 h 2548687"/>
                <a:gd name="connsiteX13" fmla="*/ 1177047 w 4747098"/>
                <a:gd name="connsiteY13" fmla="*/ 2548647 h 2548687"/>
                <a:gd name="connsiteX14" fmla="*/ 0 w 4747098"/>
                <a:gd name="connsiteY14" fmla="*/ 1857983 h 2548687"/>
                <a:gd name="connsiteX15" fmla="*/ 0 w 4747098"/>
                <a:gd name="connsiteY15" fmla="*/ 1035996 h 2548687"/>
                <a:gd name="connsiteX16" fmla="*/ 612843 w 4747098"/>
                <a:gd name="connsiteY16" fmla="*/ 1035996 h 2548687"/>
                <a:gd name="connsiteX17" fmla="*/ 612843 w 4747098"/>
                <a:gd name="connsiteY17" fmla="*/ 1726660 h 2548687"/>
                <a:gd name="connsiteX18" fmla="*/ 1167319 w 4747098"/>
                <a:gd name="connsiteY18" fmla="*/ 1979579 h 2548687"/>
                <a:gd name="connsiteX19" fmla="*/ 1814209 w 4747098"/>
                <a:gd name="connsiteY19" fmla="*/ 1731524 h 2548687"/>
                <a:gd name="connsiteX20" fmla="*/ 1814209 w 4747098"/>
                <a:gd name="connsiteY20" fmla="*/ 0 h 2548687"/>
                <a:gd name="connsiteX0" fmla="*/ 1814209 w 4747098"/>
                <a:gd name="connsiteY0" fmla="*/ 0 h 2548687"/>
                <a:gd name="connsiteX1" fmla="*/ 4143983 w 4747098"/>
                <a:gd name="connsiteY1" fmla="*/ 0 h 2548687"/>
                <a:gd name="connsiteX2" fmla="*/ 4717915 w 4747098"/>
                <a:gd name="connsiteY2" fmla="*/ 807396 h 2548687"/>
                <a:gd name="connsiteX3" fmla="*/ 4231532 w 4747098"/>
                <a:gd name="connsiteY3" fmla="*/ 1590473 h 2548687"/>
                <a:gd name="connsiteX4" fmla="*/ 3934839 w 4747098"/>
                <a:gd name="connsiteY4" fmla="*/ 1590473 h 2548687"/>
                <a:gd name="connsiteX5" fmla="*/ 4747098 w 4747098"/>
                <a:gd name="connsiteY5" fmla="*/ 2519464 h 2548687"/>
                <a:gd name="connsiteX6" fmla="*/ 3934839 w 4747098"/>
                <a:gd name="connsiteY6" fmla="*/ 2519464 h 2548687"/>
                <a:gd name="connsiteX7" fmla="*/ 2767519 w 4747098"/>
                <a:gd name="connsiteY7" fmla="*/ 1035996 h 2548687"/>
                <a:gd name="connsiteX8" fmla="*/ 3934839 w 4747098"/>
                <a:gd name="connsiteY8" fmla="*/ 1035996 h 2548687"/>
                <a:gd name="connsiteX9" fmla="*/ 4100209 w 4747098"/>
                <a:gd name="connsiteY9" fmla="*/ 807396 h 2548687"/>
                <a:gd name="connsiteX10" fmla="*/ 3929975 w 4747098"/>
                <a:gd name="connsiteY10" fmla="*/ 569068 h 2548687"/>
                <a:gd name="connsiteX11" fmla="*/ 2427051 w 4747098"/>
                <a:gd name="connsiteY11" fmla="*/ 569068 h 2548687"/>
                <a:gd name="connsiteX12" fmla="*/ 2427051 w 4747098"/>
                <a:gd name="connsiteY12" fmla="*/ 1857983 h 2548687"/>
                <a:gd name="connsiteX13" fmla="*/ 1177047 w 4747098"/>
                <a:gd name="connsiteY13" fmla="*/ 2548647 h 2548687"/>
                <a:gd name="connsiteX14" fmla="*/ 0 w 4747098"/>
                <a:gd name="connsiteY14" fmla="*/ 1857983 h 2548687"/>
                <a:gd name="connsiteX15" fmla="*/ 0 w 4747098"/>
                <a:gd name="connsiteY15" fmla="*/ 1035996 h 2548687"/>
                <a:gd name="connsiteX16" fmla="*/ 612843 w 4747098"/>
                <a:gd name="connsiteY16" fmla="*/ 1035996 h 2548687"/>
                <a:gd name="connsiteX17" fmla="*/ 612843 w 4747098"/>
                <a:gd name="connsiteY17" fmla="*/ 1726660 h 2548687"/>
                <a:gd name="connsiteX18" fmla="*/ 1167319 w 4747098"/>
                <a:gd name="connsiteY18" fmla="*/ 1979579 h 2548687"/>
                <a:gd name="connsiteX19" fmla="*/ 1814209 w 4747098"/>
                <a:gd name="connsiteY19" fmla="*/ 1731524 h 2548687"/>
                <a:gd name="connsiteX20" fmla="*/ 1814209 w 4747098"/>
                <a:gd name="connsiteY20" fmla="*/ 0 h 2548687"/>
                <a:gd name="connsiteX0" fmla="*/ 1814209 w 4747098"/>
                <a:gd name="connsiteY0" fmla="*/ 0 h 2548687"/>
                <a:gd name="connsiteX1" fmla="*/ 4143983 w 4747098"/>
                <a:gd name="connsiteY1" fmla="*/ 0 h 2548687"/>
                <a:gd name="connsiteX2" fmla="*/ 4717915 w 4747098"/>
                <a:gd name="connsiteY2" fmla="*/ 807396 h 2548687"/>
                <a:gd name="connsiteX3" fmla="*/ 4231532 w 4747098"/>
                <a:gd name="connsiteY3" fmla="*/ 1590473 h 2548687"/>
                <a:gd name="connsiteX4" fmla="*/ 3934839 w 4747098"/>
                <a:gd name="connsiteY4" fmla="*/ 1590473 h 2548687"/>
                <a:gd name="connsiteX5" fmla="*/ 4747098 w 4747098"/>
                <a:gd name="connsiteY5" fmla="*/ 2519464 h 2548687"/>
                <a:gd name="connsiteX6" fmla="*/ 3934839 w 4747098"/>
                <a:gd name="connsiteY6" fmla="*/ 2519464 h 2548687"/>
                <a:gd name="connsiteX7" fmla="*/ 2767519 w 4747098"/>
                <a:gd name="connsiteY7" fmla="*/ 1035996 h 2548687"/>
                <a:gd name="connsiteX8" fmla="*/ 3934839 w 4747098"/>
                <a:gd name="connsiteY8" fmla="*/ 1035996 h 2548687"/>
                <a:gd name="connsiteX9" fmla="*/ 4100209 w 4747098"/>
                <a:gd name="connsiteY9" fmla="*/ 807396 h 2548687"/>
                <a:gd name="connsiteX10" fmla="*/ 3929975 w 4747098"/>
                <a:gd name="connsiteY10" fmla="*/ 569068 h 2548687"/>
                <a:gd name="connsiteX11" fmla="*/ 2427051 w 4747098"/>
                <a:gd name="connsiteY11" fmla="*/ 569068 h 2548687"/>
                <a:gd name="connsiteX12" fmla="*/ 2427051 w 4747098"/>
                <a:gd name="connsiteY12" fmla="*/ 1857983 h 2548687"/>
                <a:gd name="connsiteX13" fmla="*/ 1177047 w 4747098"/>
                <a:gd name="connsiteY13" fmla="*/ 2548647 h 2548687"/>
                <a:gd name="connsiteX14" fmla="*/ 0 w 4747098"/>
                <a:gd name="connsiteY14" fmla="*/ 1857983 h 2548687"/>
                <a:gd name="connsiteX15" fmla="*/ 0 w 4747098"/>
                <a:gd name="connsiteY15" fmla="*/ 1035996 h 2548687"/>
                <a:gd name="connsiteX16" fmla="*/ 612843 w 4747098"/>
                <a:gd name="connsiteY16" fmla="*/ 1035996 h 2548687"/>
                <a:gd name="connsiteX17" fmla="*/ 612843 w 4747098"/>
                <a:gd name="connsiteY17" fmla="*/ 1726660 h 2548687"/>
                <a:gd name="connsiteX18" fmla="*/ 1167319 w 4747098"/>
                <a:gd name="connsiteY18" fmla="*/ 1979579 h 2548687"/>
                <a:gd name="connsiteX19" fmla="*/ 1814209 w 4747098"/>
                <a:gd name="connsiteY19" fmla="*/ 1731524 h 2548687"/>
                <a:gd name="connsiteX20" fmla="*/ 1814209 w 4747098"/>
                <a:gd name="connsiteY20" fmla="*/ 0 h 2548687"/>
                <a:gd name="connsiteX0" fmla="*/ 1814209 w 4747098"/>
                <a:gd name="connsiteY0" fmla="*/ 0 h 2548687"/>
                <a:gd name="connsiteX1" fmla="*/ 4143983 w 4747098"/>
                <a:gd name="connsiteY1" fmla="*/ 0 h 2548687"/>
                <a:gd name="connsiteX2" fmla="*/ 4717915 w 4747098"/>
                <a:gd name="connsiteY2" fmla="*/ 807396 h 2548687"/>
                <a:gd name="connsiteX3" fmla="*/ 4231532 w 4747098"/>
                <a:gd name="connsiteY3" fmla="*/ 1590473 h 2548687"/>
                <a:gd name="connsiteX4" fmla="*/ 3934839 w 4747098"/>
                <a:gd name="connsiteY4" fmla="*/ 1590473 h 2548687"/>
                <a:gd name="connsiteX5" fmla="*/ 4747098 w 4747098"/>
                <a:gd name="connsiteY5" fmla="*/ 2519464 h 2548687"/>
                <a:gd name="connsiteX6" fmla="*/ 3934839 w 4747098"/>
                <a:gd name="connsiteY6" fmla="*/ 2519464 h 2548687"/>
                <a:gd name="connsiteX7" fmla="*/ 2767519 w 4747098"/>
                <a:gd name="connsiteY7" fmla="*/ 1035996 h 2548687"/>
                <a:gd name="connsiteX8" fmla="*/ 3934839 w 4747098"/>
                <a:gd name="connsiteY8" fmla="*/ 1035996 h 2548687"/>
                <a:gd name="connsiteX9" fmla="*/ 4100209 w 4747098"/>
                <a:gd name="connsiteY9" fmla="*/ 807396 h 2548687"/>
                <a:gd name="connsiteX10" fmla="*/ 3929975 w 4747098"/>
                <a:gd name="connsiteY10" fmla="*/ 569068 h 2548687"/>
                <a:gd name="connsiteX11" fmla="*/ 2427051 w 4747098"/>
                <a:gd name="connsiteY11" fmla="*/ 569068 h 2548687"/>
                <a:gd name="connsiteX12" fmla="*/ 2427051 w 4747098"/>
                <a:gd name="connsiteY12" fmla="*/ 1857983 h 2548687"/>
                <a:gd name="connsiteX13" fmla="*/ 1177047 w 4747098"/>
                <a:gd name="connsiteY13" fmla="*/ 2548647 h 2548687"/>
                <a:gd name="connsiteX14" fmla="*/ 0 w 4747098"/>
                <a:gd name="connsiteY14" fmla="*/ 1857983 h 2548687"/>
                <a:gd name="connsiteX15" fmla="*/ 0 w 4747098"/>
                <a:gd name="connsiteY15" fmla="*/ 1035996 h 2548687"/>
                <a:gd name="connsiteX16" fmla="*/ 612843 w 4747098"/>
                <a:gd name="connsiteY16" fmla="*/ 1035996 h 2548687"/>
                <a:gd name="connsiteX17" fmla="*/ 612843 w 4747098"/>
                <a:gd name="connsiteY17" fmla="*/ 1726660 h 2548687"/>
                <a:gd name="connsiteX18" fmla="*/ 1167319 w 4747098"/>
                <a:gd name="connsiteY18" fmla="*/ 1979579 h 2548687"/>
                <a:gd name="connsiteX19" fmla="*/ 1814209 w 4747098"/>
                <a:gd name="connsiteY19" fmla="*/ 1731524 h 2548687"/>
                <a:gd name="connsiteX20" fmla="*/ 1814209 w 4747098"/>
                <a:gd name="connsiteY20" fmla="*/ 0 h 2548687"/>
                <a:gd name="connsiteX0" fmla="*/ 1814209 w 4747098"/>
                <a:gd name="connsiteY0" fmla="*/ 0 h 2548687"/>
                <a:gd name="connsiteX1" fmla="*/ 4143983 w 4747098"/>
                <a:gd name="connsiteY1" fmla="*/ 0 h 2548687"/>
                <a:gd name="connsiteX2" fmla="*/ 4717915 w 4747098"/>
                <a:gd name="connsiteY2" fmla="*/ 807396 h 2548687"/>
                <a:gd name="connsiteX3" fmla="*/ 4231532 w 4747098"/>
                <a:gd name="connsiteY3" fmla="*/ 1590473 h 2548687"/>
                <a:gd name="connsiteX4" fmla="*/ 3934839 w 4747098"/>
                <a:gd name="connsiteY4" fmla="*/ 1590473 h 2548687"/>
                <a:gd name="connsiteX5" fmla="*/ 4747098 w 4747098"/>
                <a:gd name="connsiteY5" fmla="*/ 2519464 h 2548687"/>
                <a:gd name="connsiteX6" fmla="*/ 3934839 w 4747098"/>
                <a:gd name="connsiteY6" fmla="*/ 2519464 h 2548687"/>
                <a:gd name="connsiteX7" fmla="*/ 2767519 w 4747098"/>
                <a:gd name="connsiteY7" fmla="*/ 1035996 h 2548687"/>
                <a:gd name="connsiteX8" fmla="*/ 3934839 w 4747098"/>
                <a:gd name="connsiteY8" fmla="*/ 1035996 h 2548687"/>
                <a:gd name="connsiteX9" fmla="*/ 4100209 w 4747098"/>
                <a:gd name="connsiteY9" fmla="*/ 807396 h 2548687"/>
                <a:gd name="connsiteX10" fmla="*/ 3929975 w 4747098"/>
                <a:gd name="connsiteY10" fmla="*/ 569068 h 2548687"/>
                <a:gd name="connsiteX11" fmla="*/ 2427051 w 4747098"/>
                <a:gd name="connsiteY11" fmla="*/ 569068 h 2548687"/>
                <a:gd name="connsiteX12" fmla="*/ 2427051 w 4747098"/>
                <a:gd name="connsiteY12" fmla="*/ 1857983 h 2548687"/>
                <a:gd name="connsiteX13" fmla="*/ 1177047 w 4747098"/>
                <a:gd name="connsiteY13" fmla="*/ 2548647 h 2548687"/>
                <a:gd name="connsiteX14" fmla="*/ 0 w 4747098"/>
                <a:gd name="connsiteY14" fmla="*/ 1857983 h 2548687"/>
                <a:gd name="connsiteX15" fmla="*/ 0 w 4747098"/>
                <a:gd name="connsiteY15" fmla="*/ 1035996 h 2548687"/>
                <a:gd name="connsiteX16" fmla="*/ 612843 w 4747098"/>
                <a:gd name="connsiteY16" fmla="*/ 1035996 h 2548687"/>
                <a:gd name="connsiteX17" fmla="*/ 612843 w 4747098"/>
                <a:gd name="connsiteY17" fmla="*/ 1726660 h 2548687"/>
                <a:gd name="connsiteX18" fmla="*/ 1167319 w 4747098"/>
                <a:gd name="connsiteY18" fmla="*/ 1979579 h 2548687"/>
                <a:gd name="connsiteX19" fmla="*/ 1814209 w 4747098"/>
                <a:gd name="connsiteY19" fmla="*/ 1731524 h 2548687"/>
                <a:gd name="connsiteX20" fmla="*/ 1814209 w 4747098"/>
                <a:gd name="connsiteY20" fmla="*/ 0 h 2548687"/>
                <a:gd name="connsiteX0" fmla="*/ 1814209 w 4747098"/>
                <a:gd name="connsiteY0" fmla="*/ 0 h 2548687"/>
                <a:gd name="connsiteX1" fmla="*/ 4143983 w 4747098"/>
                <a:gd name="connsiteY1" fmla="*/ 0 h 2548687"/>
                <a:gd name="connsiteX2" fmla="*/ 4717915 w 4747098"/>
                <a:gd name="connsiteY2" fmla="*/ 807396 h 2548687"/>
                <a:gd name="connsiteX3" fmla="*/ 4231532 w 4747098"/>
                <a:gd name="connsiteY3" fmla="*/ 1590473 h 2548687"/>
                <a:gd name="connsiteX4" fmla="*/ 3934839 w 4747098"/>
                <a:gd name="connsiteY4" fmla="*/ 1590473 h 2548687"/>
                <a:gd name="connsiteX5" fmla="*/ 4747098 w 4747098"/>
                <a:gd name="connsiteY5" fmla="*/ 2519464 h 2548687"/>
                <a:gd name="connsiteX6" fmla="*/ 3934839 w 4747098"/>
                <a:gd name="connsiteY6" fmla="*/ 2519464 h 2548687"/>
                <a:gd name="connsiteX7" fmla="*/ 2767519 w 4747098"/>
                <a:gd name="connsiteY7" fmla="*/ 1035996 h 2548687"/>
                <a:gd name="connsiteX8" fmla="*/ 3934839 w 4747098"/>
                <a:gd name="connsiteY8" fmla="*/ 1035996 h 2548687"/>
                <a:gd name="connsiteX9" fmla="*/ 4100209 w 4747098"/>
                <a:gd name="connsiteY9" fmla="*/ 807396 h 2548687"/>
                <a:gd name="connsiteX10" fmla="*/ 3929975 w 4747098"/>
                <a:gd name="connsiteY10" fmla="*/ 569068 h 2548687"/>
                <a:gd name="connsiteX11" fmla="*/ 2427051 w 4747098"/>
                <a:gd name="connsiteY11" fmla="*/ 569068 h 2548687"/>
                <a:gd name="connsiteX12" fmla="*/ 2427051 w 4747098"/>
                <a:gd name="connsiteY12" fmla="*/ 1857983 h 2548687"/>
                <a:gd name="connsiteX13" fmla="*/ 1177047 w 4747098"/>
                <a:gd name="connsiteY13" fmla="*/ 2548647 h 2548687"/>
                <a:gd name="connsiteX14" fmla="*/ 0 w 4747098"/>
                <a:gd name="connsiteY14" fmla="*/ 1857983 h 2548687"/>
                <a:gd name="connsiteX15" fmla="*/ 0 w 4747098"/>
                <a:gd name="connsiteY15" fmla="*/ 1035996 h 2548687"/>
                <a:gd name="connsiteX16" fmla="*/ 612843 w 4747098"/>
                <a:gd name="connsiteY16" fmla="*/ 1035996 h 2548687"/>
                <a:gd name="connsiteX17" fmla="*/ 612843 w 4747098"/>
                <a:gd name="connsiteY17" fmla="*/ 1726660 h 2548687"/>
                <a:gd name="connsiteX18" fmla="*/ 1167319 w 4747098"/>
                <a:gd name="connsiteY18" fmla="*/ 1979579 h 2548687"/>
                <a:gd name="connsiteX19" fmla="*/ 1814209 w 4747098"/>
                <a:gd name="connsiteY19" fmla="*/ 1731524 h 2548687"/>
                <a:gd name="connsiteX20" fmla="*/ 1814209 w 4747098"/>
                <a:gd name="connsiteY20" fmla="*/ 0 h 2548687"/>
                <a:gd name="connsiteX0" fmla="*/ 1814209 w 4747098"/>
                <a:gd name="connsiteY0" fmla="*/ 0 h 2548687"/>
                <a:gd name="connsiteX1" fmla="*/ 4143983 w 4747098"/>
                <a:gd name="connsiteY1" fmla="*/ 0 h 2548687"/>
                <a:gd name="connsiteX2" fmla="*/ 4717915 w 4747098"/>
                <a:gd name="connsiteY2" fmla="*/ 807396 h 2548687"/>
                <a:gd name="connsiteX3" fmla="*/ 4231532 w 4747098"/>
                <a:gd name="connsiteY3" fmla="*/ 1590473 h 2548687"/>
                <a:gd name="connsiteX4" fmla="*/ 3934839 w 4747098"/>
                <a:gd name="connsiteY4" fmla="*/ 1590473 h 2548687"/>
                <a:gd name="connsiteX5" fmla="*/ 4747098 w 4747098"/>
                <a:gd name="connsiteY5" fmla="*/ 2519464 h 2548687"/>
                <a:gd name="connsiteX6" fmla="*/ 3934839 w 4747098"/>
                <a:gd name="connsiteY6" fmla="*/ 2519464 h 2548687"/>
                <a:gd name="connsiteX7" fmla="*/ 2767519 w 4747098"/>
                <a:gd name="connsiteY7" fmla="*/ 1035996 h 2548687"/>
                <a:gd name="connsiteX8" fmla="*/ 3934839 w 4747098"/>
                <a:gd name="connsiteY8" fmla="*/ 1035996 h 2548687"/>
                <a:gd name="connsiteX9" fmla="*/ 4100209 w 4747098"/>
                <a:gd name="connsiteY9" fmla="*/ 807396 h 2548687"/>
                <a:gd name="connsiteX10" fmla="*/ 3929975 w 4747098"/>
                <a:gd name="connsiteY10" fmla="*/ 569068 h 2548687"/>
                <a:gd name="connsiteX11" fmla="*/ 2427051 w 4747098"/>
                <a:gd name="connsiteY11" fmla="*/ 569068 h 2548687"/>
                <a:gd name="connsiteX12" fmla="*/ 2427051 w 4747098"/>
                <a:gd name="connsiteY12" fmla="*/ 1857983 h 2548687"/>
                <a:gd name="connsiteX13" fmla="*/ 1177047 w 4747098"/>
                <a:gd name="connsiteY13" fmla="*/ 2548647 h 2548687"/>
                <a:gd name="connsiteX14" fmla="*/ 0 w 4747098"/>
                <a:gd name="connsiteY14" fmla="*/ 1857983 h 2548687"/>
                <a:gd name="connsiteX15" fmla="*/ 0 w 4747098"/>
                <a:gd name="connsiteY15" fmla="*/ 1035996 h 2548687"/>
                <a:gd name="connsiteX16" fmla="*/ 612843 w 4747098"/>
                <a:gd name="connsiteY16" fmla="*/ 1035996 h 2548687"/>
                <a:gd name="connsiteX17" fmla="*/ 612843 w 4747098"/>
                <a:gd name="connsiteY17" fmla="*/ 1726660 h 2548687"/>
                <a:gd name="connsiteX18" fmla="*/ 1167319 w 4747098"/>
                <a:gd name="connsiteY18" fmla="*/ 1979579 h 2548687"/>
                <a:gd name="connsiteX19" fmla="*/ 1814209 w 4747098"/>
                <a:gd name="connsiteY19" fmla="*/ 1731524 h 2548687"/>
                <a:gd name="connsiteX20" fmla="*/ 1814209 w 4747098"/>
                <a:gd name="connsiteY20" fmla="*/ 0 h 2548687"/>
                <a:gd name="connsiteX0" fmla="*/ 1814209 w 4747098"/>
                <a:gd name="connsiteY0" fmla="*/ 0 h 2548687"/>
                <a:gd name="connsiteX1" fmla="*/ 4143983 w 4747098"/>
                <a:gd name="connsiteY1" fmla="*/ 0 h 2548687"/>
                <a:gd name="connsiteX2" fmla="*/ 4717915 w 4747098"/>
                <a:gd name="connsiteY2" fmla="*/ 807396 h 2548687"/>
                <a:gd name="connsiteX3" fmla="*/ 4231532 w 4747098"/>
                <a:gd name="connsiteY3" fmla="*/ 1590473 h 2548687"/>
                <a:gd name="connsiteX4" fmla="*/ 3934839 w 4747098"/>
                <a:gd name="connsiteY4" fmla="*/ 1590473 h 2548687"/>
                <a:gd name="connsiteX5" fmla="*/ 4747098 w 4747098"/>
                <a:gd name="connsiteY5" fmla="*/ 2519464 h 2548687"/>
                <a:gd name="connsiteX6" fmla="*/ 3934839 w 4747098"/>
                <a:gd name="connsiteY6" fmla="*/ 2519464 h 2548687"/>
                <a:gd name="connsiteX7" fmla="*/ 2767519 w 4747098"/>
                <a:gd name="connsiteY7" fmla="*/ 1035996 h 2548687"/>
                <a:gd name="connsiteX8" fmla="*/ 3934839 w 4747098"/>
                <a:gd name="connsiteY8" fmla="*/ 1035996 h 2548687"/>
                <a:gd name="connsiteX9" fmla="*/ 4100209 w 4747098"/>
                <a:gd name="connsiteY9" fmla="*/ 807396 h 2548687"/>
                <a:gd name="connsiteX10" fmla="*/ 3929975 w 4747098"/>
                <a:gd name="connsiteY10" fmla="*/ 569068 h 2548687"/>
                <a:gd name="connsiteX11" fmla="*/ 2427051 w 4747098"/>
                <a:gd name="connsiteY11" fmla="*/ 569068 h 2548687"/>
                <a:gd name="connsiteX12" fmla="*/ 2427051 w 4747098"/>
                <a:gd name="connsiteY12" fmla="*/ 1857983 h 2548687"/>
                <a:gd name="connsiteX13" fmla="*/ 1177047 w 4747098"/>
                <a:gd name="connsiteY13" fmla="*/ 2548647 h 2548687"/>
                <a:gd name="connsiteX14" fmla="*/ 0 w 4747098"/>
                <a:gd name="connsiteY14" fmla="*/ 1857983 h 2548687"/>
                <a:gd name="connsiteX15" fmla="*/ 0 w 4747098"/>
                <a:gd name="connsiteY15" fmla="*/ 1035996 h 2548687"/>
                <a:gd name="connsiteX16" fmla="*/ 612843 w 4747098"/>
                <a:gd name="connsiteY16" fmla="*/ 1035996 h 2548687"/>
                <a:gd name="connsiteX17" fmla="*/ 612843 w 4747098"/>
                <a:gd name="connsiteY17" fmla="*/ 1726660 h 2548687"/>
                <a:gd name="connsiteX18" fmla="*/ 1167319 w 4747098"/>
                <a:gd name="connsiteY18" fmla="*/ 1979579 h 2548687"/>
                <a:gd name="connsiteX19" fmla="*/ 1814209 w 4747098"/>
                <a:gd name="connsiteY19" fmla="*/ 1731524 h 2548687"/>
                <a:gd name="connsiteX20" fmla="*/ 1814209 w 4747098"/>
                <a:gd name="connsiteY20" fmla="*/ 0 h 2548687"/>
                <a:gd name="connsiteX0" fmla="*/ 1814209 w 4747098"/>
                <a:gd name="connsiteY0" fmla="*/ 0 h 2548687"/>
                <a:gd name="connsiteX1" fmla="*/ 4143983 w 4747098"/>
                <a:gd name="connsiteY1" fmla="*/ 0 h 2548687"/>
                <a:gd name="connsiteX2" fmla="*/ 4717915 w 4747098"/>
                <a:gd name="connsiteY2" fmla="*/ 807396 h 2548687"/>
                <a:gd name="connsiteX3" fmla="*/ 4231532 w 4747098"/>
                <a:gd name="connsiteY3" fmla="*/ 1590473 h 2548687"/>
                <a:gd name="connsiteX4" fmla="*/ 3934839 w 4747098"/>
                <a:gd name="connsiteY4" fmla="*/ 1590473 h 2548687"/>
                <a:gd name="connsiteX5" fmla="*/ 4747098 w 4747098"/>
                <a:gd name="connsiteY5" fmla="*/ 2519464 h 2548687"/>
                <a:gd name="connsiteX6" fmla="*/ 3934839 w 4747098"/>
                <a:gd name="connsiteY6" fmla="*/ 2519464 h 2548687"/>
                <a:gd name="connsiteX7" fmla="*/ 2767519 w 4747098"/>
                <a:gd name="connsiteY7" fmla="*/ 1035996 h 2548687"/>
                <a:gd name="connsiteX8" fmla="*/ 3934839 w 4747098"/>
                <a:gd name="connsiteY8" fmla="*/ 1035996 h 2548687"/>
                <a:gd name="connsiteX9" fmla="*/ 4100209 w 4747098"/>
                <a:gd name="connsiteY9" fmla="*/ 807396 h 2548687"/>
                <a:gd name="connsiteX10" fmla="*/ 3929975 w 4747098"/>
                <a:gd name="connsiteY10" fmla="*/ 569068 h 2548687"/>
                <a:gd name="connsiteX11" fmla="*/ 2427051 w 4747098"/>
                <a:gd name="connsiteY11" fmla="*/ 569068 h 2548687"/>
                <a:gd name="connsiteX12" fmla="*/ 2427051 w 4747098"/>
                <a:gd name="connsiteY12" fmla="*/ 1857983 h 2548687"/>
                <a:gd name="connsiteX13" fmla="*/ 1177047 w 4747098"/>
                <a:gd name="connsiteY13" fmla="*/ 2548647 h 2548687"/>
                <a:gd name="connsiteX14" fmla="*/ 0 w 4747098"/>
                <a:gd name="connsiteY14" fmla="*/ 1857983 h 2548687"/>
                <a:gd name="connsiteX15" fmla="*/ 0 w 4747098"/>
                <a:gd name="connsiteY15" fmla="*/ 1035996 h 2548687"/>
                <a:gd name="connsiteX16" fmla="*/ 612843 w 4747098"/>
                <a:gd name="connsiteY16" fmla="*/ 1035996 h 2548687"/>
                <a:gd name="connsiteX17" fmla="*/ 612843 w 4747098"/>
                <a:gd name="connsiteY17" fmla="*/ 1726660 h 2548687"/>
                <a:gd name="connsiteX18" fmla="*/ 1167319 w 4747098"/>
                <a:gd name="connsiteY18" fmla="*/ 1979579 h 2548687"/>
                <a:gd name="connsiteX19" fmla="*/ 1814209 w 4747098"/>
                <a:gd name="connsiteY19" fmla="*/ 1731524 h 2548687"/>
                <a:gd name="connsiteX20" fmla="*/ 1814209 w 4747098"/>
                <a:gd name="connsiteY20" fmla="*/ 0 h 2548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747098" h="2548687">
                  <a:moveTo>
                    <a:pt x="1814209" y="0"/>
                  </a:moveTo>
                  <a:lnTo>
                    <a:pt x="4143983" y="0"/>
                  </a:lnTo>
                  <a:cubicBezTo>
                    <a:pt x="4324080" y="6486"/>
                    <a:pt x="4721157" y="221304"/>
                    <a:pt x="4717915" y="807396"/>
                  </a:cubicBezTo>
                  <a:cubicBezTo>
                    <a:pt x="4714673" y="1393488"/>
                    <a:pt x="4381163" y="1587230"/>
                    <a:pt x="4231532" y="1590473"/>
                  </a:cubicBezTo>
                  <a:cubicBezTo>
                    <a:pt x="4081901" y="1593716"/>
                    <a:pt x="4033737" y="1590473"/>
                    <a:pt x="3934839" y="1590473"/>
                  </a:cubicBezTo>
                  <a:lnTo>
                    <a:pt x="4747098" y="2519464"/>
                  </a:lnTo>
                  <a:lnTo>
                    <a:pt x="3934839" y="2519464"/>
                  </a:lnTo>
                  <a:lnTo>
                    <a:pt x="2767519" y="1035996"/>
                  </a:lnTo>
                  <a:lnTo>
                    <a:pt x="3934839" y="1035996"/>
                  </a:lnTo>
                  <a:cubicBezTo>
                    <a:pt x="3999995" y="1042582"/>
                    <a:pt x="4108316" y="980872"/>
                    <a:pt x="4100209" y="807396"/>
                  </a:cubicBezTo>
                  <a:cubicBezTo>
                    <a:pt x="4106694" y="616085"/>
                    <a:pt x="3984644" y="570689"/>
                    <a:pt x="3929975" y="569068"/>
                  </a:cubicBezTo>
                  <a:cubicBezTo>
                    <a:pt x="3875306" y="567447"/>
                    <a:pt x="2928026" y="569068"/>
                    <a:pt x="2427051" y="569068"/>
                  </a:cubicBezTo>
                  <a:lnTo>
                    <a:pt x="2427051" y="1857983"/>
                  </a:lnTo>
                  <a:cubicBezTo>
                    <a:pt x="2423808" y="2375170"/>
                    <a:pt x="1817451" y="2547026"/>
                    <a:pt x="1177047" y="2548647"/>
                  </a:cubicBezTo>
                  <a:cubicBezTo>
                    <a:pt x="599873" y="2551890"/>
                    <a:pt x="8106" y="2360578"/>
                    <a:pt x="0" y="1857983"/>
                  </a:cubicBezTo>
                  <a:lnTo>
                    <a:pt x="0" y="1035996"/>
                  </a:lnTo>
                  <a:lnTo>
                    <a:pt x="612843" y="1035996"/>
                  </a:lnTo>
                  <a:lnTo>
                    <a:pt x="612843" y="1726660"/>
                  </a:lnTo>
                  <a:cubicBezTo>
                    <a:pt x="612843" y="1952017"/>
                    <a:pt x="924128" y="1987686"/>
                    <a:pt x="1167319" y="1979579"/>
                  </a:cubicBezTo>
                  <a:cubicBezTo>
                    <a:pt x="1431588" y="1984443"/>
                    <a:pt x="1822316" y="1955260"/>
                    <a:pt x="1814209" y="1731524"/>
                  </a:cubicBezTo>
                  <a:lnTo>
                    <a:pt x="1814209" y="0"/>
                  </a:lnTo>
                  <a:close/>
                </a:path>
              </a:pathLst>
            </a:custGeom>
            <a:solidFill>
              <a:srgbClr val="37864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33">
                <a:solidFill>
                  <a:srgbClr val="FF0000"/>
                </a:solidFill>
              </a:endParaRPr>
            </a:p>
          </p:txBody>
        </p:sp>
      </p:grpSp>
    </p:spTree>
    <p:extLst>
      <p:ext uri="{BB962C8B-B14F-4D97-AF65-F5344CB8AC3E}">
        <p14:creationId xmlns:p14="http://schemas.microsoft.com/office/powerpoint/2010/main" val="13860679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目次">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5A3DFFD8-4A20-1DDC-4682-098E9C1F1AA0}"/>
              </a:ext>
            </a:extLst>
          </p:cNvPr>
          <p:cNvSpPr/>
          <p:nvPr userDrawn="1"/>
        </p:nvSpPr>
        <p:spPr>
          <a:xfrm>
            <a:off x="0" y="0"/>
            <a:ext cx="2686050" cy="6858000"/>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sp>
        <p:nvSpPr>
          <p:cNvPr id="4" name="テキスト プレースホルダー 4">
            <a:extLst>
              <a:ext uri="{FF2B5EF4-FFF2-40B4-BE49-F238E27FC236}">
                <a16:creationId xmlns:a16="http://schemas.microsoft.com/office/drawing/2014/main" id="{8CE85A16-39F5-27A2-667B-7F65FEE27A7E}"/>
              </a:ext>
            </a:extLst>
          </p:cNvPr>
          <p:cNvSpPr>
            <a:spLocks noGrp="1"/>
          </p:cNvSpPr>
          <p:nvPr>
            <p:ph type="body" sz="quarter" idx="10" hasCustomPrompt="1"/>
          </p:nvPr>
        </p:nvSpPr>
        <p:spPr>
          <a:xfrm>
            <a:off x="117599" y="3350829"/>
            <a:ext cx="2452502" cy="342900"/>
          </a:xfrm>
          <a:prstGeom prst="rect">
            <a:avLst/>
          </a:prstGeom>
        </p:spPr>
        <p:txBody>
          <a:bodyPr anchor="ctr" anchorCtr="0"/>
          <a:lstStyle>
            <a:lvl1pPr marL="0" indent="0" algn="l">
              <a:lnSpc>
                <a:spcPct val="100000"/>
              </a:lnSpc>
              <a:spcBef>
                <a:spcPts val="0"/>
              </a:spcBef>
              <a:buNone/>
              <a:defRPr sz="1600" b="0">
                <a:solidFill>
                  <a:schemeClr val="bg1"/>
                </a:solidFill>
              </a:defRPr>
            </a:lvl1pPr>
          </a:lstStyle>
          <a:p>
            <a:pPr lvl="0"/>
            <a:r>
              <a:rPr kumimoji="1" lang="en-US" altLang="ja-JP"/>
              <a:t>Index</a:t>
            </a:r>
            <a:endParaRPr kumimoji="1" lang="ja-JP" altLang="en-US"/>
          </a:p>
        </p:txBody>
      </p:sp>
      <p:sp>
        <p:nvSpPr>
          <p:cNvPr id="8" name="テキスト プレースホルダー 4">
            <a:extLst>
              <a:ext uri="{FF2B5EF4-FFF2-40B4-BE49-F238E27FC236}">
                <a16:creationId xmlns:a16="http://schemas.microsoft.com/office/drawing/2014/main" id="{BFFAC5A5-87A8-6EDF-7A01-B5B05C43A113}"/>
              </a:ext>
            </a:extLst>
          </p:cNvPr>
          <p:cNvSpPr>
            <a:spLocks noGrp="1"/>
          </p:cNvSpPr>
          <p:nvPr>
            <p:ph type="body" sz="quarter" idx="11" hasCustomPrompt="1"/>
          </p:nvPr>
        </p:nvSpPr>
        <p:spPr>
          <a:xfrm>
            <a:off x="115950" y="2979604"/>
            <a:ext cx="2454151" cy="529459"/>
          </a:xfrm>
          <a:prstGeom prst="rect">
            <a:avLst/>
          </a:prstGeom>
        </p:spPr>
        <p:txBody>
          <a:bodyPr anchor="ctr" anchorCtr="0"/>
          <a:lstStyle>
            <a:lvl1pPr marL="0" indent="0" algn="l">
              <a:lnSpc>
                <a:spcPct val="130000"/>
              </a:lnSpc>
              <a:spcBef>
                <a:spcPts val="0"/>
              </a:spcBef>
              <a:buNone/>
              <a:defRPr sz="2400" b="1">
                <a:solidFill>
                  <a:schemeClr val="bg1"/>
                </a:solidFill>
              </a:defRPr>
            </a:lvl1pPr>
          </a:lstStyle>
          <a:p>
            <a:pPr lvl="0"/>
            <a:r>
              <a:rPr kumimoji="1" lang="ja-JP" altLang="en-US"/>
              <a:t>目次</a:t>
            </a:r>
          </a:p>
        </p:txBody>
      </p:sp>
    </p:spTree>
    <p:extLst>
      <p:ext uri="{BB962C8B-B14F-4D97-AF65-F5344CB8AC3E}">
        <p14:creationId xmlns:p14="http://schemas.microsoft.com/office/powerpoint/2010/main" val="7124361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5A3DFFD8-4A20-1DDC-4682-098E9C1F1AA0}"/>
              </a:ext>
            </a:extLst>
          </p:cNvPr>
          <p:cNvSpPr/>
          <p:nvPr userDrawn="1"/>
        </p:nvSpPr>
        <p:spPr>
          <a:xfrm>
            <a:off x="0" y="0"/>
            <a:ext cx="2686050" cy="6858000"/>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sp>
        <p:nvSpPr>
          <p:cNvPr id="4" name="テキスト プレースホルダー 4">
            <a:extLst>
              <a:ext uri="{FF2B5EF4-FFF2-40B4-BE49-F238E27FC236}">
                <a16:creationId xmlns:a16="http://schemas.microsoft.com/office/drawing/2014/main" id="{8CE85A16-39F5-27A2-667B-7F65FEE27A7E}"/>
              </a:ext>
            </a:extLst>
          </p:cNvPr>
          <p:cNvSpPr>
            <a:spLocks noGrp="1"/>
          </p:cNvSpPr>
          <p:nvPr>
            <p:ph type="body" sz="quarter" idx="10" hasCustomPrompt="1"/>
          </p:nvPr>
        </p:nvSpPr>
        <p:spPr>
          <a:xfrm>
            <a:off x="117599" y="3350829"/>
            <a:ext cx="2452502" cy="342900"/>
          </a:xfrm>
          <a:prstGeom prst="rect">
            <a:avLst/>
          </a:prstGeom>
        </p:spPr>
        <p:txBody>
          <a:bodyPr anchor="ctr" anchorCtr="0"/>
          <a:lstStyle>
            <a:lvl1pPr marL="0" indent="0" algn="l">
              <a:lnSpc>
                <a:spcPct val="100000"/>
              </a:lnSpc>
              <a:spcBef>
                <a:spcPts val="0"/>
              </a:spcBef>
              <a:buNone/>
              <a:defRPr sz="1600" b="0">
                <a:solidFill>
                  <a:schemeClr val="bg1"/>
                </a:solidFill>
              </a:defRPr>
            </a:lvl1pPr>
          </a:lstStyle>
          <a:p>
            <a:pPr lvl="0"/>
            <a:r>
              <a:rPr kumimoji="1" lang="en-US" altLang="ja-JP"/>
              <a:t>Index</a:t>
            </a:r>
            <a:endParaRPr kumimoji="1" lang="ja-JP" altLang="en-US"/>
          </a:p>
        </p:txBody>
      </p:sp>
      <p:sp>
        <p:nvSpPr>
          <p:cNvPr id="8" name="テキスト プレースホルダー 4">
            <a:extLst>
              <a:ext uri="{FF2B5EF4-FFF2-40B4-BE49-F238E27FC236}">
                <a16:creationId xmlns:a16="http://schemas.microsoft.com/office/drawing/2014/main" id="{BFFAC5A5-87A8-6EDF-7A01-B5B05C43A113}"/>
              </a:ext>
            </a:extLst>
          </p:cNvPr>
          <p:cNvSpPr>
            <a:spLocks noGrp="1"/>
          </p:cNvSpPr>
          <p:nvPr>
            <p:ph type="body" sz="quarter" idx="11" hasCustomPrompt="1"/>
          </p:nvPr>
        </p:nvSpPr>
        <p:spPr>
          <a:xfrm>
            <a:off x="115950" y="2979604"/>
            <a:ext cx="2454151" cy="529459"/>
          </a:xfrm>
          <a:prstGeom prst="rect">
            <a:avLst/>
          </a:prstGeom>
        </p:spPr>
        <p:txBody>
          <a:bodyPr anchor="ctr" anchorCtr="0"/>
          <a:lstStyle>
            <a:lvl1pPr marL="0" indent="0" algn="l">
              <a:lnSpc>
                <a:spcPct val="130000"/>
              </a:lnSpc>
              <a:spcBef>
                <a:spcPts val="0"/>
              </a:spcBef>
              <a:buNone/>
              <a:defRPr sz="2400" b="1">
                <a:solidFill>
                  <a:schemeClr val="bg1"/>
                </a:solidFill>
              </a:defRPr>
            </a:lvl1pPr>
          </a:lstStyle>
          <a:p>
            <a:pPr lvl="0"/>
            <a:r>
              <a:rPr kumimoji="1" lang="ja-JP" altLang="en-US"/>
              <a:t>目次</a:t>
            </a:r>
          </a:p>
        </p:txBody>
      </p:sp>
    </p:spTree>
    <p:extLst>
      <p:ext uri="{BB962C8B-B14F-4D97-AF65-F5344CB8AC3E}">
        <p14:creationId xmlns:p14="http://schemas.microsoft.com/office/powerpoint/2010/main" val="3263310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87600"/>
          </a:xfrm>
        </p:spPr>
        <p:txBody>
          <a:bodyPr anchor="b">
            <a:normAutofit/>
          </a:bodyPr>
          <a:lstStyle>
            <a:lvl1pPr algn="ctr">
              <a:defRPr sz="6000"/>
            </a:lvl1pPr>
          </a:lstStyle>
          <a:p>
            <a:r>
              <a:rPr lang="ja-JP" altLang="en-US"/>
              <a:t>マスター タイトルの書式設定</a:t>
            </a:r>
            <a:endParaRPr lang="en-US"/>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ja-JP" altLang="en-US"/>
              <a:t>マスター サブタイトルの書式設定</a:t>
            </a:r>
            <a:endParaRPr lang="en-US"/>
          </a:p>
        </p:txBody>
      </p:sp>
      <p:sp>
        <p:nvSpPr>
          <p:cNvPr id="4" name="Date Placeholder 3"/>
          <p:cNvSpPr>
            <a:spLocks noGrp="1"/>
          </p:cNvSpPr>
          <p:nvPr>
            <p:ph type="dt" sz="half" idx="10"/>
          </p:nvPr>
        </p:nvSpPr>
        <p:spPr/>
        <p:txBody>
          <a:bodyPr/>
          <a:lstStyle/>
          <a:p>
            <a:fld id="{0E02A643-9BB0-4E02-80B2-2C0A5E5D738E}" type="datetimeFigureOut">
              <a:rPr kumimoji="1" lang="ja-JP" altLang="en-US" smtClean="0"/>
              <a:t>2026/2/15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10108058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0E02A643-9BB0-4E02-80B2-2C0A5E5D738E}" type="datetimeFigureOut">
              <a:rPr kumimoji="1" lang="ja-JP" altLang="en-US" smtClean="0"/>
              <a:t>2026/2/15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31793682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12423"/>
            <a:ext cx="10515600" cy="2851208"/>
          </a:xfrm>
        </p:spPr>
        <p:txBody>
          <a:bodyPr anchor="b">
            <a:normAutofit/>
          </a:bodyPr>
          <a:lstStyle>
            <a:lvl1pPr>
              <a:defRPr sz="6000" b="0"/>
            </a:lvl1pPr>
          </a:lstStyle>
          <a:p>
            <a:r>
              <a:rPr lang="ja-JP" altLang="en-US"/>
              <a:t>マスター タイトルの書式設定</a:t>
            </a:r>
            <a:endParaRPr lang="en-US"/>
          </a:p>
        </p:txBody>
      </p:sp>
      <p:sp>
        <p:nvSpPr>
          <p:cNvPr id="3" name="Text Placeholder 2"/>
          <p:cNvSpPr>
            <a:spLocks noGrp="1"/>
          </p:cNvSpPr>
          <p:nvPr>
            <p:ph type="body" idx="1"/>
          </p:nvPr>
        </p:nvSpPr>
        <p:spPr>
          <a:xfrm>
            <a:off x="831850" y="4552633"/>
            <a:ext cx="10515600" cy="1500187"/>
          </a:xfrm>
        </p:spPr>
        <p:txBody>
          <a:bodyPr anchor="t">
            <a:normAutofit/>
          </a:bodyPr>
          <a:lstStyle>
            <a:lvl1pPr marL="0" indent="0">
              <a:buNone/>
              <a:defRPr sz="24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0E02A643-9BB0-4E02-80B2-2C0A5E5D738E}" type="datetimeFigureOut">
              <a:rPr kumimoji="1" lang="ja-JP" altLang="en-US" smtClean="0"/>
              <a:t>2026/2/15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4414607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sz="half" idx="1"/>
          </p:nvPr>
        </p:nvSpPr>
        <p:spPr>
          <a:xfrm>
            <a:off x="845127" y="1828800"/>
            <a:ext cx="5181600" cy="435133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Content Placeholder 3"/>
          <p:cNvSpPr>
            <a:spLocks noGrp="1"/>
          </p:cNvSpPr>
          <p:nvPr>
            <p:ph sz="half" idx="2"/>
          </p:nvPr>
        </p:nvSpPr>
        <p:spPr>
          <a:xfrm>
            <a:off x="6172200" y="1828800"/>
            <a:ext cx="5181600" cy="435133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Date Placeholder 4"/>
          <p:cNvSpPr>
            <a:spLocks noGrp="1"/>
          </p:cNvSpPr>
          <p:nvPr>
            <p:ph type="dt" sz="half" idx="10"/>
          </p:nvPr>
        </p:nvSpPr>
        <p:spPr/>
        <p:txBody>
          <a:bodyPr/>
          <a:lstStyle/>
          <a:p>
            <a:fld id="{0E02A643-9BB0-4E02-80B2-2C0A5E5D738E}" type="datetimeFigureOut">
              <a:rPr kumimoji="1" lang="ja-JP" altLang="en-US" smtClean="0"/>
              <a:t>2026/2/15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8745625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比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0"/>
            <a:ext cx="5156200" cy="825699"/>
          </a:xfrm>
        </p:spPr>
        <p:txBody>
          <a:bodyPr anchor="b">
            <a:normAutofit/>
          </a:bodyP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45127" y="2507550"/>
            <a:ext cx="5156200" cy="368052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Text Placeholder 4"/>
          <p:cNvSpPr>
            <a:spLocks noGrp="1"/>
          </p:cNvSpPr>
          <p:nvPr>
            <p:ph type="body" sz="quarter" idx="3"/>
          </p:nvPr>
        </p:nvSpPr>
        <p:spPr>
          <a:xfrm>
            <a:off x="6172200" y="1681851"/>
            <a:ext cx="5181601" cy="825698"/>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7550"/>
            <a:ext cx="5181601" cy="368052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7" name="Date Placeholder 6"/>
          <p:cNvSpPr>
            <a:spLocks noGrp="1"/>
          </p:cNvSpPr>
          <p:nvPr>
            <p:ph type="dt" sz="half" idx="10"/>
          </p:nvPr>
        </p:nvSpPr>
        <p:spPr/>
        <p:txBody>
          <a:bodyPr/>
          <a:lstStyle/>
          <a:p>
            <a:fld id="{0E02A643-9BB0-4E02-80B2-2C0A5E5D738E}" type="datetimeFigureOut">
              <a:rPr kumimoji="1" lang="ja-JP" altLang="en-US" smtClean="0"/>
              <a:t>2026/2/15</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
        <p:nvSpPr>
          <p:cNvPr id="10" name="Title 9"/>
          <p:cNvSpPr>
            <a:spLocks noGrp="1"/>
          </p:cNvSpPr>
          <p:nvPr>
            <p:ph type="title"/>
          </p:nvPr>
        </p:nvSpPr>
        <p:spPr/>
        <p:txBody>
          <a:bodyPr/>
          <a:lstStyle/>
          <a:p>
            <a:r>
              <a:rPr lang="ja-JP" altLang="en-US"/>
              <a:t>マスター タイトルの書式設定</a:t>
            </a:r>
            <a:endParaRPr lang="en-US"/>
          </a:p>
        </p:txBody>
      </p:sp>
    </p:spTree>
    <p:extLst>
      <p:ext uri="{BB962C8B-B14F-4D97-AF65-F5344CB8AC3E}">
        <p14:creationId xmlns:p14="http://schemas.microsoft.com/office/powerpoint/2010/main" val="37357905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タイトルのみ">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E02A643-9BB0-4E02-80B2-2C0A5E5D738E}" type="datetimeFigureOut">
              <a:rPr kumimoji="1" lang="ja-JP" altLang="en-US" smtClean="0"/>
              <a:t>2026/2/15</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
        <p:nvSpPr>
          <p:cNvPr id="6" name="Title 5"/>
          <p:cNvSpPr>
            <a:spLocks noGrp="1"/>
          </p:cNvSpPr>
          <p:nvPr>
            <p:ph type="title"/>
          </p:nvPr>
        </p:nvSpPr>
        <p:spPr/>
        <p:txBody>
          <a:bodyPr/>
          <a:lstStyle/>
          <a:p>
            <a:r>
              <a:rPr lang="ja-JP" altLang="en-US"/>
              <a:t>マスター タイトルの書式設定</a:t>
            </a:r>
            <a:endParaRPr lang="en-US"/>
          </a:p>
        </p:txBody>
      </p:sp>
    </p:spTree>
    <p:extLst>
      <p:ext uri="{BB962C8B-B14F-4D97-AF65-F5344CB8AC3E}">
        <p14:creationId xmlns:p14="http://schemas.microsoft.com/office/powerpoint/2010/main" val="20076390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02A643-9BB0-4E02-80B2-2C0A5E5D738E}" type="datetimeFigureOut">
              <a:rPr kumimoji="1" lang="ja-JP" altLang="en-US" smtClean="0"/>
              <a:t>2026/2/15</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0732682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197"/>
          </a:xfrm>
        </p:spPr>
        <p:txBody>
          <a:bodyPr anchor="b">
            <a:normAutofit/>
          </a:bodyPr>
          <a:lstStyle>
            <a:lvl1pPr>
              <a:defRPr sz="3200" b="0"/>
            </a:lvl1pPr>
          </a:lstStyle>
          <a:p>
            <a:r>
              <a:rPr lang="ja-JP" altLang="en-US"/>
              <a:t>マスター タイトルの書式設定</a:t>
            </a:r>
            <a:endParaRPr lang="en-US"/>
          </a:p>
        </p:txBody>
      </p:sp>
      <p:sp>
        <p:nvSpPr>
          <p:cNvPr id="3" name="Content Placeholder 2"/>
          <p:cNvSpPr>
            <a:spLocks noGrp="1"/>
          </p:cNvSpPr>
          <p:nvPr>
            <p:ph idx="1"/>
          </p:nvPr>
        </p:nvSpPr>
        <p:spPr>
          <a:xfrm>
            <a:off x="5181600" y="990600"/>
            <a:ext cx="6172200" cy="4876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Text Placeholder 3"/>
          <p:cNvSpPr>
            <a:spLocks noGrp="1"/>
          </p:cNvSpPr>
          <p:nvPr>
            <p:ph type="body" sz="half" idx="2"/>
          </p:nvPr>
        </p:nvSpPr>
        <p:spPr>
          <a:xfrm>
            <a:off x="841248" y="2057399"/>
            <a:ext cx="3931920" cy="3810001"/>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0E02A643-9BB0-4E02-80B2-2C0A5E5D738E}" type="datetimeFigureOut">
              <a:rPr kumimoji="1" lang="ja-JP" altLang="en-US" smtClean="0"/>
              <a:t>2026/2/15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41733483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200"/>
          </a:xfrm>
        </p:spPr>
        <p:txBody>
          <a:bodyPr anchor="b">
            <a:normAutofit/>
          </a:bodyPr>
          <a:lstStyle>
            <a:lvl1pPr>
              <a:defRPr sz="3200" b="0"/>
            </a:lvl1pPr>
          </a:lstStyle>
          <a:p>
            <a:r>
              <a:rPr lang="ja-JP" altLang="en-US"/>
              <a:t>マスター タイトルの書式設定</a:t>
            </a:r>
            <a:endParaRPr lang="en-US"/>
          </a:p>
        </p:txBody>
      </p:sp>
      <p:sp>
        <p:nvSpPr>
          <p:cNvPr id="3" name="Picture Placeholder 2"/>
          <p:cNvSpPr>
            <a:spLocks noGrp="1"/>
          </p:cNvSpPr>
          <p:nvPr>
            <p:ph type="pic" idx="1"/>
          </p:nvPr>
        </p:nvSpPr>
        <p:spPr>
          <a:xfrm>
            <a:off x="5181600" y="990600"/>
            <a:ext cx="6172200" cy="4876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a:p>
        </p:txBody>
      </p:sp>
      <p:sp>
        <p:nvSpPr>
          <p:cNvPr id="4" name="Text Placeholder 3"/>
          <p:cNvSpPr>
            <a:spLocks noGrp="1"/>
          </p:cNvSpPr>
          <p:nvPr>
            <p:ph type="body" sz="half" idx="2"/>
          </p:nvPr>
        </p:nvSpPr>
        <p:spPr>
          <a:xfrm>
            <a:off x="841248" y="2057400"/>
            <a:ext cx="3931920" cy="3810000"/>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0E02A643-9BB0-4E02-80B2-2C0A5E5D738E}" type="datetimeFigureOut">
              <a:rPr kumimoji="1" lang="ja-JP" altLang="en-US" smtClean="0"/>
              <a:t>2026/2/15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8614241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0E02A643-9BB0-4E02-80B2-2C0A5E5D738E}" type="datetimeFigureOut">
              <a:rPr kumimoji="1" lang="ja-JP" altLang="en-US" smtClean="0"/>
              <a:t>2026/2/15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13762304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0362"/>
            <a:ext cx="2628900" cy="5811838"/>
          </a:xfrm>
        </p:spPr>
        <p:txBody>
          <a:bodyPr vert="eaVert"/>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838200" y="360362"/>
            <a:ext cx="7734300" cy="581183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0E02A643-9BB0-4E02-80B2-2C0A5E5D738E}" type="datetimeFigureOut">
              <a:rPr kumimoji="1" lang="ja-JP" altLang="en-US" smtClean="0"/>
              <a:t>2026/2/15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3876203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heme" Target="../theme/theme2.xml"/><Relationship Id="rId1" Type="http://schemas.openxmlformats.org/officeDocument/2006/relationships/slideLayout" Target="../slideLayouts/slideLayout11.xml"/><Relationship Id="rId5" Type="http://schemas.openxmlformats.org/officeDocument/2006/relationships/image" Target="../media/image1.emf"/><Relationship Id="rId4" Type="http://schemas.openxmlformats.org/officeDocument/2006/relationships/oleObject" Target="../embeddings/oleObject2.bin"/></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ags" Target="../tags/tag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emf"/><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oleObject" Target="../embeddings/oleObject3.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20770D3-6E7C-0617-D16C-69D0D8AE0A5A}"/>
              </a:ext>
            </a:extLst>
          </p:cNvPr>
          <p:cNvGraphicFramePr>
            <a:graphicFrameLocks noChangeAspect="1"/>
          </p:cNvGraphicFramePr>
          <p:nvPr userDrawn="1">
            <p:custDataLst>
              <p:tags r:id="rId12"/>
            </p:custDataLst>
            <p:extLst>
              <p:ext uri="{D42A27DB-BD31-4B8C-83A1-F6EECF244321}">
                <p14:modId xmlns:p14="http://schemas.microsoft.com/office/powerpoint/2010/main" val="22005995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3" imgW="398" imgH="405" progId="TCLayout.ActiveDocument.1">
                  <p:embed/>
                </p:oleObj>
              </mc:Choice>
              <mc:Fallback>
                <p:oleObj name="think-cellスライド" r:id="rId13" imgW="398" imgH="405" progId="TCLayout.ActiveDocument.1">
                  <p:embed/>
                  <p:pic>
                    <p:nvPicPr>
                      <p:cNvPr id="3" name="think-cell data - do not delete" hidden="1">
                        <a:extLst>
                          <a:ext uri="{FF2B5EF4-FFF2-40B4-BE49-F238E27FC236}">
                            <a16:creationId xmlns:a16="http://schemas.microsoft.com/office/drawing/2014/main" id="{C20770D3-6E7C-0617-D16C-69D0D8AE0A5A}"/>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 name="正方形/長方形 1">
            <a:extLst>
              <a:ext uri="{FF2B5EF4-FFF2-40B4-BE49-F238E27FC236}">
                <a16:creationId xmlns:a16="http://schemas.microsoft.com/office/drawing/2014/main" id="{4384030E-D975-6BAD-B261-EDFB3AAFE816}"/>
              </a:ext>
            </a:extLst>
          </p:cNvPr>
          <p:cNvSpPr/>
          <p:nvPr userDrawn="1"/>
        </p:nvSpPr>
        <p:spPr>
          <a:xfrm>
            <a:off x="0" y="6562572"/>
            <a:ext cx="12192000" cy="30698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sp>
        <p:nvSpPr>
          <p:cNvPr id="8" name="正方形/長方形 7">
            <a:extLst>
              <a:ext uri="{FF2B5EF4-FFF2-40B4-BE49-F238E27FC236}">
                <a16:creationId xmlns:a16="http://schemas.microsoft.com/office/drawing/2014/main" id="{8F5F197B-7239-18F2-432A-7A87ECD683D5}"/>
              </a:ext>
            </a:extLst>
          </p:cNvPr>
          <p:cNvSpPr/>
          <p:nvPr userDrawn="1"/>
        </p:nvSpPr>
        <p:spPr>
          <a:xfrm>
            <a:off x="11496600" y="6562571"/>
            <a:ext cx="648072" cy="261218"/>
          </a:xfrm>
          <a:prstGeom prst="rect">
            <a:avLst/>
          </a:prstGeom>
          <a:noFill/>
          <a:ln w="6350" cap="flat" cmpd="sng" algn="ctr">
            <a:noFill/>
            <a:prstDash val="solid"/>
            <a:miter lim="800000"/>
          </a:ln>
          <a:effectLst/>
        </p:spPr>
        <p:txBody>
          <a:bodyPr lIns="0" tIns="0" rIns="216000" bIns="0" rtlCol="0" anchor="ctr" anchorCtr="0"/>
          <a:lstStyle/>
          <a:p>
            <a:pPr marL="0" marR="0" lvl="0" indent="0" algn="r" defTabSz="914400" eaLnBrk="1" fontAlgn="auto" latinLnBrk="0" hangingPunct="1">
              <a:lnSpc>
                <a:spcPct val="100000"/>
              </a:lnSpc>
              <a:spcBef>
                <a:spcPts val="0"/>
              </a:spcBef>
              <a:spcAft>
                <a:spcPts val="0"/>
              </a:spcAft>
              <a:buClrTx/>
              <a:buSzTx/>
              <a:buFontTx/>
              <a:buNone/>
              <a:tabLst/>
              <a:defRPr/>
            </a:pPr>
            <a:fld id="{F461DCFA-917F-7743-ADC0-510F16953B30}" type="slidenum">
              <a:rPr kumimoji="0" lang="ja-JP" altLang="en-US" sz="1100" b="0" i="0" u="none" strike="noStrike" kern="0" cap="none" spc="0" normalizeH="0" baseline="0" noProof="0" smtClean="0">
                <a:ln>
                  <a:noFill/>
                </a:ln>
                <a:solidFill>
                  <a:schemeClr val="bg1"/>
                </a:solidFill>
                <a:effectLst/>
                <a:uLnTx/>
                <a:uFillTx/>
                <a:latin typeface="BIZ UDPゴシック"/>
                <a:ea typeface="BIZ UDPゴシック"/>
                <a:cs typeface="+mn-cs"/>
              </a:rPr>
              <a:pPr marL="0" marR="0" lvl="0" indent="0" algn="r" defTabSz="914400" eaLnBrk="1" fontAlgn="auto" latinLnBrk="0" hangingPunct="1">
                <a:lnSpc>
                  <a:spcPct val="100000"/>
                </a:lnSpc>
                <a:spcBef>
                  <a:spcPts val="0"/>
                </a:spcBef>
                <a:spcAft>
                  <a:spcPts val="0"/>
                </a:spcAft>
                <a:buClrTx/>
                <a:buSzTx/>
                <a:buFontTx/>
                <a:buNone/>
                <a:tabLst/>
                <a:defRPr/>
              </a:pPr>
              <a:t>‹#›</a:t>
            </a:fld>
            <a:endParaRPr kumimoji="0" lang="ja-JP" altLang="en-US" sz="1100" b="0" i="0" u="none" strike="noStrike" kern="0" cap="none" spc="0" normalizeH="0" baseline="0" noProof="0">
              <a:ln>
                <a:noFill/>
              </a:ln>
              <a:solidFill>
                <a:schemeClr val="bg1"/>
              </a:solidFill>
              <a:effectLst/>
              <a:uLnTx/>
              <a:uFillTx/>
              <a:latin typeface="BIZ UDPゴシック"/>
              <a:ea typeface="BIZ UDPゴシック"/>
              <a:cs typeface="+mn-cs"/>
            </a:endParaRPr>
          </a:p>
        </p:txBody>
      </p:sp>
      <p:sp>
        <p:nvSpPr>
          <p:cNvPr id="10" name="テキスト ボックス 9">
            <a:extLst>
              <a:ext uri="{FF2B5EF4-FFF2-40B4-BE49-F238E27FC236}">
                <a16:creationId xmlns:a16="http://schemas.microsoft.com/office/drawing/2014/main" id="{C31ABB2A-5BCC-9015-DA71-2B68055666E5}"/>
              </a:ext>
            </a:extLst>
          </p:cNvPr>
          <p:cNvSpPr txBox="1"/>
          <p:nvPr userDrawn="1"/>
        </p:nvSpPr>
        <p:spPr>
          <a:xfrm>
            <a:off x="7062652" y="6590927"/>
            <a:ext cx="4629870" cy="278332"/>
          </a:xfrm>
          <a:prstGeom prst="rect">
            <a:avLst/>
          </a:prstGeom>
          <a:noFill/>
        </p:spPr>
        <p:txBody>
          <a:bodyPr wrap="square" tIns="36000" bIns="72000">
            <a:spAutoFit/>
          </a:bodyPr>
          <a:lstStyle/>
          <a:p>
            <a:pPr algn="r"/>
            <a:r>
              <a:rPr lang="en-US" altLang="ja-JP" sz="1100" b="0">
                <a:solidFill>
                  <a:schemeClr val="bg1"/>
                </a:solidFill>
              </a:rPr>
              <a:t>Copyright © East Japan Railway Company All Rights Reserved.</a:t>
            </a:r>
            <a:endParaRPr lang="ja-JP" altLang="en-US" sz="1100" b="0">
              <a:solidFill>
                <a:schemeClr val="bg1"/>
              </a:solidFill>
            </a:endParaRPr>
          </a:p>
        </p:txBody>
      </p:sp>
    </p:spTree>
    <p:extLst>
      <p:ext uri="{BB962C8B-B14F-4D97-AF65-F5344CB8AC3E}">
        <p14:creationId xmlns:p14="http://schemas.microsoft.com/office/powerpoint/2010/main" val="738027521"/>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0" r:id="rId3"/>
    <p:sldLayoutId id="2147483659" r:id="rId4"/>
    <p:sldLayoutId id="2147483660" r:id="rId5"/>
    <p:sldLayoutId id="2147483652" r:id="rId6"/>
    <p:sldLayoutId id="2147483661" r:id="rId7"/>
    <p:sldLayoutId id="2147483654" r:id="rId8"/>
    <p:sldLayoutId id="2147483651" r:id="rId9"/>
    <p:sldLayoutId id="2147483678" r:id="rId10"/>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2F177D5C-6A31-54AB-2B75-D102C513B7FA}"/>
              </a:ext>
            </a:extLst>
          </p:cNvPr>
          <p:cNvGraphicFramePr>
            <a:graphicFrameLocks noChangeAspect="1"/>
          </p:cNvGraphicFramePr>
          <p:nvPr userDrawn="1">
            <p:custDataLst>
              <p:tags r:id="rId3"/>
            </p:custDataLst>
            <p:extLst>
              <p:ext uri="{D42A27DB-BD31-4B8C-83A1-F6EECF244321}">
                <p14:modId xmlns:p14="http://schemas.microsoft.com/office/powerpoint/2010/main" val="13781640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398" imgH="405" progId="TCLayout.ActiveDocument.1">
                  <p:embed/>
                </p:oleObj>
              </mc:Choice>
              <mc:Fallback>
                <p:oleObj name="think-cellスライド" r:id="rId4" imgW="398" imgH="405" progId="TCLayout.ActiveDocument.1">
                  <p:embed/>
                  <p:pic>
                    <p:nvPicPr>
                      <p:cNvPr id="2" name="think-cell data - do not delete" hidden="1">
                        <a:extLst>
                          <a:ext uri="{FF2B5EF4-FFF2-40B4-BE49-F238E27FC236}">
                            <a16:creationId xmlns:a16="http://schemas.microsoft.com/office/drawing/2014/main" id="{2F177D5C-6A31-54AB-2B75-D102C513B7F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正方形/長方形 7">
            <a:extLst>
              <a:ext uri="{FF2B5EF4-FFF2-40B4-BE49-F238E27FC236}">
                <a16:creationId xmlns:a16="http://schemas.microsoft.com/office/drawing/2014/main" id="{8F5F197B-7239-18F2-432A-7A87ECD683D5}"/>
              </a:ext>
            </a:extLst>
          </p:cNvPr>
          <p:cNvSpPr/>
          <p:nvPr userDrawn="1"/>
        </p:nvSpPr>
        <p:spPr>
          <a:xfrm>
            <a:off x="11496600" y="6562571"/>
            <a:ext cx="648072" cy="261218"/>
          </a:xfrm>
          <a:prstGeom prst="rect">
            <a:avLst/>
          </a:prstGeom>
          <a:noFill/>
          <a:ln w="6350" cap="flat" cmpd="sng" algn="ctr">
            <a:noFill/>
            <a:prstDash val="solid"/>
            <a:miter lim="800000"/>
          </a:ln>
          <a:effectLst/>
        </p:spPr>
        <p:txBody>
          <a:bodyPr lIns="0" tIns="0" rIns="216000" bIns="0" rtlCol="0" anchor="ctr" anchorCtr="0"/>
          <a:lstStyle/>
          <a:p>
            <a:pPr marL="0" marR="0" lvl="0" indent="0" algn="r" defTabSz="914400" eaLnBrk="1" fontAlgn="auto" latinLnBrk="0" hangingPunct="1">
              <a:lnSpc>
                <a:spcPct val="100000"/>
              </a:lnSpc>
              <a:spcBef>
                <a:spcPts val="0"/>
              </a:spcBef>
              <a:spcAft>
                <a:spcPts val="0"/>
              </a:spcAft>
              <a:buClrTx/>
              <a:buSzTx/>
              <a:buFontTx/>
              <a:buNone/>
              <a:tabLst/>
              <a:defRPr/>
            </a:pPr>
            <a:fld id="{F461DCFA-917F-7743-ADC0-510F16953B30}" type="slidenum">
              <a:rPr kumimoji="0" lang="ja-JP" altLang="en-US" sz="1100" b="0" i="0" u="none" strike="noStrike" kern="0" cap="none" spc="0" normalizeH="0" baseline="0" noProof="0" smtClean="0">
                <a:ln>
                  <a:noFill/>
                </a:ln>
                <a:solidFill>
                  <a:schemeClr val="accent1"/>
                </a:solidFill>
                <a:effectLst/>
                <a:uLnTx/>
                <a:uFillTx/>
                <a:latin typeface="BIZ UDPゴシック"/>
                <a:ea typeface="BIZ UDPゴシック"/>
                <a:cs typeface="+mn-cs"/>
              </a:rPr>
              <a:pPr marL="0" marR="0" lvl="0" indent="0" algn="r" defTabSz="914400" eaLnBrk="1" fontAlgn="auto" latinLnBrk="0" hangingPunct="1">
                <a:lnSpc>
                  <a:spcPct val="100000"/>
                </a:lnSpc>
                <a:spcBef>
                  <a:spcPts val="0"/>
                </a:spcBef>
                <a:spcAft>
                  <a:spcPts val="0"/>
                </a:spcAft>
                <a:buClrTx/>
                <a:buSzTx/>
                <a:buFontTx/>
                <a:buNone/>
                <a:tabLst/>
                <a:defRPr/>
              </a:pPr>
              <a:t>‹#›</a:t>
            </a:fld>
            <a:endParaRPr kumimoji="0" lang="ja-JP" altLang="en-US" sz="1100" b="0" i="0" u="none" strike="noStrike" kern="0" cap="none" spc="0" normalizeH="0" baseline="0" noProof="0">
              <a:ln>
                <a:noFill/>
              </a:ln>
              <a:solidFill>
                <a:schemeClr val="accent1"/>
              </a:solidFill>
              <a:effectLst/>
              <a:uLnTx/>
              <a:uFillTx/>
              <a:latin typeface="BIZ UDPゴシック"/>
              <a:ea typeface="BIZ UDPゴシック"/>
              <a:cs typeface="+mn-cs"/>
            </a:endParaRPr>
          </a:p>
        </p:txBody>
      </p:sp>
      <p:sp>
        <p:nvSpPr>
          <p:cNvPr id="10" name="テキスト ボックス 9">
            <a:extLst>
              <a:ext uri="{FF2B5EF4-FFF2-40B4-BE49-F238E27FC236}">
                <a16:creationId xmlns:a16="http://schemas.microsoft.com/office/drawing/2014/main" id="{C31ABB2A-5BCC-9015-DA71-2B68055666E5}"/>
              </a:ext>
            </a:extLst>
          </p:cNvPr>
          <p:cNvSpPr txBox="1"/>
          <p:nvPr userDrawn="1"/>
        </p:nvSpPr>
        <p:spPr>
          <a:xfrm>
            <a:off x="7062652" y="6590927"/>
            <a:ext cx="4629870" cy="278332"/>
          </a:xfrm>
          <a:prstGeom prst="rect">
            <a:avLst/>
          </a:prstGeom>
          <a:noFill/>
        </p:spPr>
        <p:txBody>
          <a:bodyPr wrap="square" tIns="36000" bIns="72000">
            <a:spAutoFit/>
          </a:bodyPr>
          <a:lstStyle/>
          <a:p>
            <a:pPr algn="r"/>
            <a:r>
              <a:rPr lang="en-US" altLang="ja-JP" sz="1100" b="0">
                <a:solidFill>
                  <a:schemeClr val="accent1"/>
                </a:solidFill>
              </a:rPr>
              <a:t>Copyright © East Japan Railway Company All Rights Reserved.</a:t>
            </a:r>
            <a:endParaRPr lang="ja-JP" altLang="en-US" sz="1100" b="0">
              <a:solidFill>
                <a:schemeClr val="accent1"/>
              </a:solidFill>
            </a:endParaRPr>
          </a:p>
        </p:txBody>
      </p:sp>
    </p:spTree>
    <p:extLst>
      <p:ext uri="{BB962C8B-B14F-4D97-AF65-F5344CB8AC3E}">
        <p14:creationId xmlns:p14="http://schemas.microsoft.com/office/powerpoint/2010/main" val="3140378879"/>
      </p:ext>
    </p:extLst>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4A0CDF2-C6EC-AC76-A649-0D16409D85D8}"/>
              </a:ext>
            </a:extLst>
          </p:cNvPr>
          <p:cNvGraphicFramePr>
            <a:graphicFrameLocks noChangeAspect="1"/>
          </p:cNvGraphicFramePr>
          <p:nvPr userDrawn="1">
            <p:custDataLst>
              <p:tags r:id="rId13"/>
            </p:custDataLst>
            <p:extLst>
              <p:ext uri="{D42A27DB-BD31-4B8C-83A1-F6EECF244321}">
                <p14:modId xmlns:p14="http://schemas.microsoft.com/office/powerpoint/2010/main" val="29567679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4" imgW="398" imgH="405" progId="TCLayout.ActiveDocument.1">
                  <p:embed/>
                </p:oleObj>
              </mc:Choice>
              <mc:Fallback>
                <p:oleObj name="think-cellスライド" r:id="rId14" imgW="398" imgH="405" progId="TCLayout.ActiveDocument.1">
                  <p:embed/>
                  <p:pic>
                    <p:nvPicPr>
                      <p:cNvPr id="9" name="think-cell data - do not delete" hidden="1">
                        <a:extLst>
                          <a:ext uri="{FF2B5EF4-FFF2-40B4-BE49-F238E27FC236}">
                            <a16:creationId xmlns:a16="http://schemas.microsoft.com/office/drawing/2014/main" id="{C4A0CDF2-C6EC-AC76-A649-0D16409D85D8}"/>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845127" y="365760"/>
            <a:ext cx="10515600" cy="1325562"/>
          </a:xfrm>
          <a:prstGeom prst="rect">
            <a:avLst/>
          </a:prstGeom>
        </p:spPr>
        <p:txBody>
          <a:bodyPr vert="horz" lIns="91440" tIns="45720" rIns="91440" bIns="45720" rtlCol="0" anchor="ctr">
            <a:normAutofit/>
          </a:bodyPr>
          <a:lstStyle/>
          <a:p>
            <a:r>
              <a:rPr lang="ja-JP" altLang="en-US"/>
              <a:t>マスター タイトルの書式設定</a:t>
            </a:r>
            <a:endParaRPr lang="en-US"/>
          </a:p>
        </p:txBody>
      </p:sp>
      <p:sp>
        <p:nvSpPr>
          <p:cNvPr id="3" name="Text Placeholder 2"/>
          <p:cNvSpPr>
            <a:spLocks noGrp="1"/>
          </p:cNvSpPr>
          <p:nvPr>
            <p:ph type="body" idx="1"/>
          </p:nvPr>
        </p:nvSpPr>
        <p:spPr>
          <a:xfrm>
            <a:off x="845127" y="1828800"/>
            <a:ext cx="10515600" cy="4351337"/>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fld id="{0E02A643-9BB0-4E02-80B2-2C0A5E5D738E}" type="datetimeFigureOut">
              <a:rPr kumimoji="1" lang="ja-JP" altLang="en-US" smtClean="0"/>
              <a:t>2026/2/15</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lumMod val="65000"/>
                    <a:lumOff val="35000"/>
                  </a:schemeClr>
                </a:solidFill>
              </a:defRPr>
            </a:lvl1pPr>
          </a:lstStyle>
          <a:p>
            <a:endParaRPr kumimoji="1" lang="ja-JP" altLang="en-US"/>
          </a:p>
        </p:txBody>
      </p:sp>
      <p:sp>
        <p:nvSpPr>
          <p:cNvPr id="6" name="Slide Number Placeholder 5"/>
          <p:cNvSpPr>
            <a:spLocks noGrp="1"/>
          </p:cNvSpPr>
          <p:nvPr>
            <p:ph type="sldNum" sz="quarter" idx="4"/>
          </p:nvPr>
        </p:nvSpPr>
        <p:spPr>
          <a:xfrm>
            <a:off x="8617527" y="6356350"/>
            <a:ext cx="2743200"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A99D720A-4AD5-4DCF-885F-DE5297996123}" type="slidenum">
              <a:rPr kumimoji="1" lang="ja-JP" altLang="en-US" smtClean="0"/>
              <a:t>‹#›</a:t>
            </a:fld>
            <a:endParaRPr kumimoji="1" lang="ja-JP" altLang="en-US"/>
          </a:p>
        </p:txBody>
      </p:sp>
      <p:sp>
        <p:nvSpPr>
          <p:cNvPr id="7" name="Slide Number Placeholder 5">
            <a:extLst>
              <a:ext uri="{FF2B5EF4-FFF2-40B4-BE49-F238E27FC236}">
                <a16:creationId xmlns:a16="http://schemas.microsoft.com/office/drawing/2014/main" id="{B271F8A0-DF8B-E0BF-D8E2-BA24F33E177F}"/>
              </a:ext>
            </a:extLst>
          </p:cNvPr>
          <p:cNvSpPr txBox="1">
            <a:spLocks/>
          </p:cNvSpPr>
          <p:nvPr userDrawn="1"/>
        </p:nvSpPr>
        <p:spPr>
          <a:xfrm>
            <a:off x="9448800" y="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99D720A-4AD5-4DCF-885F-DE5297996123}" type="slidenum">
              <a:rPr kumimoji="1" lang="ja-JP" altLang="en-US" sz="1400" b="1" smtClean="0">
                <a:solidFill>
                  <a:schemeClr val="tx1">
                    <a:lumMod val="50000"/>
                    <a:lumOff val="50000"/>
                  </a:schemeClr>
                </a:solidFill>
                <a:latin typeface="BIZ UDPゴシック" panose="020B0400000000000000" pitchFamily="50" charset="-128"/>
                <a:ea typeface="BIZ UDPゴシック" panose="020B0400000000000000" pitchFamily="50" charset="-128"/>
              </a:rPr>
              <a:pPr/>
              <a:t>‹#›</a:t>
            </a:fld>
            <a:endParaRPr kumimoji="1" lang="ja-JP" altLang="en-US" sz="1400" b="1">
              <a:solidFill>
                <a:schemeClr val="tx1">
                  <a:lumMod val="50000"/>
                  <a:lumOff val="50000"/>
                </a:schemeClr>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65320197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1.xml"/><Relationship Id="rId1" Type="http://schemas.openxmlformats.org/officeDocument/2006/relationships/tags" Target="../tags/tag5.xml"/><Relationship Id="rId4" Type="http://schemas.openxmlformats.org/officeDocument/2006/relationships/image" Target="../media/image1.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0.xml"/><Relationship Id="rId1" Type="http://schemas.openxmlformats.org/officeDocument/2006/relationships/tags" Target="../tags/tag6.xml"/><Relationship Id="rId4" Type="http://schemas.openxmlformats.org/officeDocument/2006/relationships/image" Target="../media/image1.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0.xml"/><Relationship Id="rId1" Type="http://schemas.openxmlformats.org/officeDocument/2006/relationships/tags" Target="../tags/tag7.xml"/><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0.xml"/><Relationship Id="rId1" Type="http://schemas.openxmlformats.org/officeDocument/2006/relationships/tags" Target="../tags/tag8.xml"/><Relationship Id="rId4" Type="http://schemas.openxmlformats.org/officeDocument/2006/relationships/image" Target="../media/image1.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3" Type="http://schemas.openxmlformats.org/officeDocument/2006/relationships/tags" Target="../tags/tag21.xml"/><Relationship Id="rId18" Type="http://schemas.openxmlformats.org/officeDocument/2006/relationships/tags" Target="../tags/tag26.xml"/><Relationship Id="rId26" Type="http://schemas.openxmlformats.org/officeDocument/2006/relationships/tags" Target="../tags/tag34.xml"/><Relationship Id="rId39" Type="http://schemas.openxmlformats.org/officeDocument/2006/relationships/tags" Target="../tags/tag47.xml"/><Relationship Id="rId21" Type="http://schemas.openxmlformats.org/officeDocument/2006/relationships/tags" Target="../tags/tag29.xml"/><Relationship Id="rId34" Type="http://schemas.openxmlformats.org/officeDocument/2006/relationships/tags" Target="../tags/tag42.xml"/><Relationship Id="rId42" Type="http://schemas.openxmlformats.org/officeDocument/2006/relationships/tags" Target="../tags/tag50.xml"/><Relationship Id="rId47" Type="http://schemas.openxmlformats.org/officeDocument/2006/relationships/tags" Target="../tags/tag55.xml"/><Relationship Id="rId50" Type="http://schemas.openxmlformats.org/officeDocument/2006/relationships/tags" Target="../tags/tag58.xml"/><Relationship Id="rId55" Type="http://schemas.openxmlformats.org/officeDocument/2006/relationships/tags" Target="../tags/tag63.xml"/><Relationship Id="rId7" Type="http://schemas.openxmlformats.org/officeDocument/2006/relationships/tags" Target="../tags/tag15.xml"/><Relationship Id="rId2" Type="http://schemas.openxmlformats.org/officeDocument/2006/relationships/tags" Target="../tags/tag10.xml"/><Relationship Id="rId16" Type="http://schemas.openxmlformats.org/officeDocument/2006/relationships/tags" Target="../tags/tag24.xml"/><Relationship Id="rId29" Type="http://schemas.openxmlformats.org/officeDocument/2006/relationships/tags" Target="../tags/tag37.xml"/><Relationship Id="rId11" Type="http://schemas.openxmlformats.org/officeDocument/2006/relationships/tags" Target="../tags/tag19.xml"/><Relationship Id="rId24" Type="http://schemas.openxmlformats.org/officeDocument/2006/relationships/tags" Target="../tags/tag32.xml"/><Relationship Id="rId32" Type="http://schemas.openxmlformats.org/officeDocument/2006/relationships/tags" Target="../tags/tag40.xml"/><Relationship Id="rId37" Type="http://schemas.openxmlformats.org/officeDocument/2006/relationships/tags" Target="../tags/tag45.xml"/><Relationship Id="rId40" Type="http://schemas.openxmlformats.org/officeDocument/2006/relationships/tags" Target="../tags/tag48.xml"/><Relationship Id="rId45" Type="http://schemas.openxmlformats.org/officeDocument/2006/relationships/tags" Target="../tags/tag53.xml"/><Relationship Id="rId53" Type="http://schemas.openxmlformats.org/officeDocument/2006/relationships/tags" Target="../tags/tag61.xml"/><Relationship Id="rId58" Type="http://schemas.openxmlformats.org/officeDocument/2006/relationships/slideLayout" Target="../slideLayouts/slideLayout5.xml"/><Relationship Id="rId5" Type="http://schemas.openxmlformats.org/officeDocument/2006/relationships/tags" Target="../tags/tag13.xml"/><Relationship Id="rId19" Type="http://schemas.openxmlformats.org/officeDocument/2006/relationships/tags" Target="../tags/tag27.xml"/><Relationship Id="rId4" Type="http://schemas.openxmlformats.org/officeDocument/2006/relationships/tags" Target="../tags/tag12.xml"/><Relationship Id="rId9" Type="http://schemas.openxmlformats.org/officeDocument/2006/relationships/tags" Target="../tags/tag17.xml"/><Relationship Id="rId14" Type="http://schemas.openxmlformats.org/officeDocument/2006/relationships/tags" Target="../tags/tag22.xml"/><Relationship Id="rId22" Type="http://schemas.openxmlformats.org/officeDocument/2006/relationships/tags" Target="../tags/tag30.xml"/><Relationship Id="rId27" Type="http://schemas.openxmlformats.org/officeDocument/2006/relationships/tags" Target="../tags/tag35.xml"/><Relationship Id="rId30" Type="http://schemas.openxmlformats.org/officeDocument/2006/relationships/tags" Target="../tags/tag38.xml"/><Relationship Id="rId35" Type="http://schemas.openxmlformats.org/officeDocument/2006/relationships/tags" Target="../tags/tag43.xml"/><Relationship Id="rId43" Type="http://schemas.openxmlformats.org/officeDocument/2006/relationships/tags" Target="../tags/tag51.xml"/><Relationship Id="rId48" Type="http://schemas.openxmlformats.org/officeDocument/2006/relationships/tags" Target="../tags/tag56.xml"/><Relationship Id="rId56" Type="http://schemas.openxmlformats.org/officeDocument/2006/relationships/tags" Target="../tags/tag64.xml"/><Relationship Id="rId8" Type="http://schemas.openxmlformats.org/officeDocument/2006/relationships/tags" Target="../tags/tag16.xml"/><Relationship Id="rId51" Type="http://schemas.openxmlformats.org/officeDocument/2006/relationships/tags" Target="../tags/tag59.xml"/><Relationship Id="rId3" Type="http://schemas.openxmlformats.org/officeDocument/2006/relationships/tags" Target="../tags/tag11.xml"/><Relationship Id="rId12" Type="http://schemas.openxmlformats.org/officeDocument/2006/relationships/tags" Target="../tags/tag20.xml"/><Relationship Id="rId17" Type="http://schemas.openxmlformats.org/officeDocument/2006/relationships/tags" Target="../tags/tag25.xml"/><Relationship Id="rId25" Type="http://schemas.openxmlformats.org/officeDocument/2006/relationships/tags" Target="../tags/tag33.xml"/><Relationship Id="rId33" Type="http://schemas.openxmlformats.org/officeDocument/2006/relationships/tags" Target="../tags/tag41.xml"/><Relationship Id="rId38" Type="http://schemas.openxmlformats.org/officeDocument/2006/relationships/tags" Target="../tags/tag46.xml"/><Relationship Id="rId46" Type="http://schemas.openxmlformats.org/officeDocument/2006/relationships/tags" Target="../tags/tag54.xml"/><Relationship Id="rId59" Type="http://schemas.openxmlformats.org/officeDocument/2006/relationships/oleObject" Target="../embeddings/oleObject6.bin"/><Relationship Id="rId20" Type="http://schemas.openxmlformats.org/officeDocument/2006/relationships/tags" Target="../tags/tag28.xml"/><Relationship Id="rId41" Type="http://schemas.openxmlformats.org/officeDocument/2006/relationships/tags" Target="../tags/tag49.xml"/><Relationship Id="rId54" Type="http://schemas.openxmlformats.org/officeDocument/2006/relationships/tags" Target="../tags/tag62.xml"/><Relationship Id="rId1" Type="http://schemas.openxmlformats.org/officeDocument/2006/relationships/tags" Target="../tags/tag9.xml"/><Relationship Id="rId6" Type="http://schemas.openxmlformats.org/officeDocument/2006/relationships/tags" Target="../tags/tag14.xml"/><Relationship Id="rId15" Type="http://schemas.openxmlformats.org/officeDocument/2006/relationships/tags" Target="../tags/tag23.xml"/><Relationship Id="rId23" Type="http://schemas.openxmlformats.org/officeDocument/2006/relationships/tags" Target="../tags/tag31.xml"/><Relationship Id="rId28" Type="http://schemas.openxmlformats.org/officeDocument/2006/relationships/tags" Target="../tags/tag36.xml"/><Relationship Id="rId36" Type="http://schemas.openxmlformats.org/officeDocument/2006/relationships/tags" Target="../tags/tag44.xml"/><Relationship Id="rId49" Type="http://schemas.openxmlformats.org/officeDocument/2006/relationships/tags" Target="../tags/tag57.xml"/><Relationship Id="rId57" Type="http://schemas.openxmlformats.org/officeDocument/2006/relationships/tags" Target="../tags/tag65.xml"/><Relationship Id="rId10" Type="http://schemas.openxmlformats.org/officeDocument/2006/relationships/tags" Target="../tags/tag18.xml"/><Relationship Id="rId31" Type="http://schemas.openxmlformats.org/officeDocument/2006/relationships/tags" Target="../tags/tag39.xml"/><Relationship Id="rId44" Type="http://schemas.openxmlformats.org/officeDocument/2006/relationships/tags" Target="../tags/tag52.xml"/><Relationship Id="rId52" Type="http://schemas.openxmlformats.org/officeDocument/2006/relationships/tags" Target="../tags/tag60.xml"/><Relationship Id="rId60" Type="http://schemas.openxmlformats.org/officeDocument/2006/relationships/image" Target="../media/image1.e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5.xml"/><Relationship Id="rId1" Type="http://schemas.openxmlformats.org/officeDocument/2006/relationships/tags" Target="../tags/tag66.xml"/><Relationship Id="rId4" Type="http://schemas.openxmlformats.org/officeDocument/2006/relationships/image" Target="../media/image1.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0.xml"/><Relationship Id="rId1" Type="http://schemas.openxmlformats.org/officeDocument/2006/relationships/tags" Target="../tags/tag67.xml"/><Relationship Id="rId4" Type="http://schemas.openxmlformats.org/officeDocument/2006/relationships/image" Target="../media/image1.emf"/></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6" Type="http://schemas.openxmlformats.org/officeDocument/2006/relationships/tags" Target="../tags/tag93.xml"/><Relationship Id="rId117" Type="http://schemas.openxmlformats.org/officeDocument/2006/relationships/tags" Target="../tags/tag184.xml"/><Relationship Id="rId21" Type="http://schemas.openxmlformats.org/officeDocument/2006/relationships/tags" Target="../tags/tag88.xml"/><Relationship Id="rId42" Type="http://schemas.openxmlformats.org/officeDocument/2006/relationships/tags" Target="../tags/tag109.xml"/><Relationship Id="rId47" Type="http://schemas.openxmlformats.org/officeDocument/2006/relationships/tags" Target="../tags/tag114.xml"/><Relationship Id="rId63" Type="http://schemas.openxmlformats.org/officeDocument/2006/relationships/tags" Target="../tags/tag130.xml"/><Relationship Id="rId68" Type="http://schemas.openxmlformats.org/officeDocument/2006/relationships/tags" Target="../tags/tag135.xml"/><Relationship Id="rId84" Type="http://schemas.openxmlformats.org/officeDocument/2006/relationships/tags" Target="../tags/tag151.xml"/><Relationship Id="rId89" Type="http://schemas.openxmlformats.org/officeDocument/2006/relationships/tags" Target="../tags/tag156.xml"/><Relationship Id="rId112" Type="http://schemas.openxmlformats.org/officeDocument/2006/relationships/tags" Target="../tags/tag179.xml"/><Relationship Id="rId16" Type="http://schemas.openxmlformats.org/officeDocument/2006/relationships/tags" Target="../tags/tag83.xml"/><Relationship Id="rId107" Type="http://schemas.openxmlformats.org/officeDocument/2006/relationships/tags" Target="../tags/tag174.xml"/><Relationship Id="rId11" Type="http://schemas.openxmlformats.org/officeDocument/2006/relationships/tags" Target="../tags/tag78.xml"/><Relationship Id="rId32" Type="http://schemas.openxmlformats.org/officeDocument/2006/relationships/tags" Target="../tags/tag99.xml"/><Relationship Id="rId37" Type="http://schemas.openxmlformats.org/officeDocument/2006/relationships/tags" Target="../tags/tag104.xml"/><Relationship Id="rId53" Type="http://schemas.openxmlformats.org/officeDocument/2006/relationships/tags" Target="../tags/tag120.xml"/><Relationship Id="rId58" Type="http://schemas.openxmlformats.org/officeDocument/2006/relationships/tags" Target="../tags/tag125.xml"/><Relationship Id="rId74" Type="http://schemas.openxmlformats.org/officeDocument/2006/relationships/tags" Target="../tags/tag141.xml"/><Relationship Id="rId79" Type="http://schemas.openxmlformats.org/officeDocument/2006/relationships/tags" Target="../tags/tag146.xml"/><Relationship Id="rId102" Type="http://schemas.openxmlformats.org/officeDocument/2006/relationships/tags" Target="../tags/tag169.xml"/><Relationship Id="rId123" Type="http://schemas.openxmlformats.org/officeDocument/2006/relationships/tags" Target="../tags/tag190.xml"/><Relationship Id="rId128" Type="http://schemas.openxmlformats.org/officeDocument/2006/relationships/image" Target="../media/image4.emf"/><Relationship Id="rId5" Type="http://schemas.openxmlformats.org/officeDocument/2006/relationships/tags" Target="../tags/tag72.xml"/><Relationship Id="rId90" Type="http://schemas.openxmlformats.org/officeDocument/2006/relationships/tags" Target="../tags/tag157.xml"/><Relationship Id="rId95" Type="http://schemas.openxmlformats.org/officeDocument/2006/relationships/tags" Target="../tags/tag162.xml"/><Relationship Id="rId22" Type="http://schemas.openxmlformats.org/officeDocument/2006/relationships/tags" Target="../tags/tag89.xml"/><Relationship Id="rId27" Type="http://schemas.openxmlformats.org/officeDocument/2006/relationships/tags" Target="../tags/tag94.xml"/><Relationship Id="rId43" Type="http://schemas.openxmlformats.org/officeDocument/2006/relationships/tags" Target="../tags/tag110.xml"/><Relationship Id="rId48" Type="http://schemas.openxmlformats.org/officeDocument/2006/relationships/tags" Target="../tags/tag115.xml"/><Relationship Id="rId64" Type="http://schemas.openxmlformats.org/officeDocument/2006/relationships/tags" Target="../tags/tag131.xml"/><Relationship Id="rId69" Type="http://schemas.openxmlformats.org/officeDocument/2006/relationships/tags" Target="../tags/tag136.xml"/><Relationship Id="rId113" Type="http://schemas.openxmlformats.org/officeDocument/2006/relationships/tags" Target="../tags/tag180.xml"/><Relationship Id="rId118" Type="http://schemas.openxmlformats.org/officeDocument/2006/relationships/tags" Target="../tags/tag185.xml"/><Relationship Id="rId80" Type="http://schemas.openxmlformats.org/officeDocument/2006/relationships/tags" Target="../tags/tag147.xml"/><Relationship Id="rId85" Type="http://schemas.openxmlformats.org/officeDocument/2006/relationships/tags" Target="../tags/tag152.xml"/><Relationship Id="rId12" Type="http://schemas.openxmlformats.org/officeDocument/2006/relationships/tags" Target="../tags/tag79.xml"/><Relationship Id="rId17" Type="http://schemas.openxmlformats.org/officeDocument/2006/relationships/tags" Target="../tags/tag84.xml"/><Relationship Id="rId33" Type="http://schemas.openxmlformats.org/officeDocument/2006/relationships/tags" Target="../tags/tag100.xml"/><Relationship Id="rId38" Type="http://schemas.openxmlformats.org/officeDocument/2006/relationships/tags" Target="../tags/tag105.xml"/><Relationship Id="rId59" Type="http://schemas.openxmlformats.org/officeDocument/2006/relationships/tags" Target="../tags/tag126.xml"/><Relationship Id="rId103" Type="http://schemas.openxmlformats.org/officeDocument/2006/relationships/tags" Target="../tags/tag170.xml"/><Relationship Id="rId108" Type="http://schemas.openxmlformats.org/officeDocument/2006/relationships/tags" Target="../tags/tag175.xml"/><Relationship Id="rId124" Type="http://schemas.openxmlformats.org/officeDocument/2006/relationships/tags" Target="../tags/tag191.xml"/><Relationship Id="rId54" Type="http://schemas.openxmlformats.org/officeDocument/2006/relationships/tags" Target="../tags/tag121.xml"/><Relationship Id="rId70" Type="http://schemas.openxmlformats.org/officeDocument/2006/relationships/tags" Target="../tags/tag137.xml"/><Relationship Id="rId75" Type="http://schemas.openxmlformats.org/officeDocument/2006/relationships/tags" Target="../tags/tag142.xml"/><Relationship Id="rId91" Type="http://schemas.openxmlformats.org/officeDocument/2006/relationships/tags" Target="../tags/tag158.xml"/><Relationship Id="rId96" Type="http://schemas.openxmlformats.org/officeDocument/2006/relationships/tags" Target="../tags/tag163.xml"/><Relationship Id="rId1" Type="http://schemas.openxmlformats.org/officeDocument/2006/relationships/tags" Target="../tags/tag68.xml"/><Relationship Id="rId6" Type="http://schemas.openxmlformats.org/officeDocument/2006/relationships/tags" Target="../tags/tag73.xml"/><Relationship Id="rId23" Type="http://schemas.openxmlformats.org/officeDocument/2006/relationships/tags" Target="../tags/tag90.xml"/><Relationship Id="rId28" Type="http://schemas.openxmlformats.org/officeDocument/2006/relationships/tags" Target="../tags/tag95.xml"/><Relationship Id="rId49" Type="http://schemas.openxmlformats.org/officeDocument/2006/relationships/tags" Target="../tags/tag116.xml"/><Relationship Id="rId114" Type="http://schemas.openxmlformats.org/officeDocument/2006/relationships/tags" Target="../tags/tag181.xml"/><Relationship Id="rId119" Type="http://schemas.openxmlformats.org/officeDocument/2006/relationships/tags" Target="../tags/tag186.xml"/><Relationship Id="rId44" Type="http://schemas.openxmlformats.org/officeDocument/2006/relationships/tags" Target="../tags/tag111.xml"/><Relationship Id="rId60" Type="http://schemas.openxmlformats.org/officeDocument/2006/relationships/tags" Target="../tags/tag127.xml"/><Relationship Id="rId65" Type="http://schemas.openxmlformats.org/officeDocument/2006/relationships/tags" Target="../tags/tag132.xml"/><Relationship Id="rId81" Type="http://schemas.openxmlformats.org/officeDocument/2006/relationships/tags" Target="../tags/tag148.xml"/><Relationship Id="rId86" Type="http://schemas.openxmlformats.org/officeDocument/2006/relationships/tags" Target="../tags/tag153.xml"/><Relationship Id="rId13" Type="http://schemas.openxmlformats.org/officeDocument/2006/relationships/tags" Target="../tags/tag80.xml"/><Relationship Id="rId18" Type="http://schemas.openxmlformats.org/officeDocument/2006/relationships/tags" Target="../tags/tag85.xml"/><Relationship Id="rId39" Type="http://schemas.openxmlformats.org/officeDocument/2006/relationships/tags" Target="../tags/tag106.xml"/><Relationship Id="rId109" Type="http://schemas.openxmlformats.org/officeDocument/2006/relationships/tags" Target="../tags/tag176.xml"/><Relationship Id="rId34" Type="http://schemas.openxmlformats.org/officeDocument/2006/relationships/tags" Target="../tags/tag101.xml"/><Relationship Id="rId50" Type="http://schemas.openxmlformats.org/officeDocument/2006/relationships/tags" Target="../tags/tag117.xml"/><Relationship Id="rId55" Type="http://schemas.openxmlformats.org/officeDocument/2006/relationships/tags" Target="../tags/tag122.xml"/><Relationship Id="rId76" Type="http://schemas.openxmlformats.org/officeDocument/2006/relationships/tags" Target="../tags/tag143.xml"/><Relationship Id="rId97" Type="http://schemas.openxmlformats.org/officeDocument/2006/relationships/tags" Target="../tags/tag164.xml"/><Relationship Id="rId104" Type="http://schemas.openxmlformats.org/officeDocument/2006/relationships/tags" Target="../tags/tag171.xml"/><Relationship Id="rId120" Type="http://schemas.openxmlformats.org/officeDocument/2006/relationships/tags" Target="../tags/tag187.xml"/><Relationship Id="rId125" Type="http://schemas.openxmlformats.org/officeDocument/2006/relationships/tags" Target="../tags/tag192.xml"/><Relationship Id="rId7" Type="http://schemas.openxmlformats.org/officeDocument/2006/relationships/tags" Target="../tags/tag74.xml"/><Relationship Id="rId71" Type="http://schemas.openxmlformats.org/officeDocument/2006/relationships/tags" Target="../tags/tag138.xml"/><Relationship Id="rId92" Type="http://schemas.openxmlformats.org/officeDocument/2006/relationships/tags" Target="../tags/tag159.xml"/><Relationship Id="rId2" Type="http://schemas.openxmlformats.org/officeDocument/2006/relationships/tags" Target="../tags/tag69.xml"/><Relationship Id="rId29" Type="http://schemas.openxmlformats.org/officeDocument/2006/relationships/tags" Target="../tags/tag96.xml"/><Relationship Id="rId24" Type="http://schemas.openxmlformats.org/officeDocument/2006/relationships/tags" Target="../tags/tag91.xml"/><Relationship Id="rId40" Type="http://schemas.openxmlformats.org/officeDocument/2006/relationships/tags" Target="../tags/tag107.xml"/><Relationship Id="rId45" Type="http://schemas.openxmlformats.org/officeDocument/2006/relationships/tags" Target="../tags/tag112.xml"/><Relationship Id="rId66" Type="http://schemas.openxmlformats.org/officeDocument/2006/relationships/tags" Target="../tags/tag133.xml"/><Relationship Id="rId87" Type="http://schemas.openxmlformats.org/officeDocument/2006/relationships/tags" Target="../tags/tag154.xml"/><Relationship Id="rId110" Type="http://schemas.openxmlformats.org/officeDocument/2006/relationships/tags" Target="../tags/tag177.xml"/><Relationship Id="rId115" Type="http://schemas.openxmlformats.org/officeDocument/2006/relationships/tags" Target="../tags/tag182.xml"/><Relationship Id="rId61" Type="http://schemas.openxmlformats.org/officeDocument/2006/relationships/tags" Target="../tags/tag128.xml"/><Relationship Id="rId82" Type="http://schemas.openxmlformats.org/officeDocument/2006/relationships/tags" Target="../tags/tag149.xml"/><Relationship Id="rId19" Type="http://schemas.openxmlformats.org/officeDocument/2006/relationships/tags" Target="../tags/tag86.xml"/><Relationship Id="rId14" Type="http://schemas.openxmlformats.org/officeDocument/2006/relationships/tags" Target="../tags/tag81.xml"/><Relationship Id="rId30" Type="http://schemas.openxmlformats.org/officeDocument/2006/relationships/tags" Target="../tags/tag97.xml"/><Relationship Id="rId35" Type="http://schemas.openxmlformats.org/officeDocument/2006/relationships/tags" Target="../tags/tag102.xml"/><Relationship Id="rId56" Type="http://schemas.openxmlformats.org/officeDocument/2006/relationships/tags" Target="../tags/tag123.xml"/><Relationship Id="rId77" Type="http://schemas.openxmlformats.org/officeDocument/2006/relationships/tags" Target="../tags/tag144.xml"/><Relationship Id="rId100" Type="http://schemas.openxmlformats.org/officeDocument/2006/relationships/tags" Target="../tags/tag167.xml"/><Relationship Id="rId105" Type="http://schemas.openxmlformats.org/officeDocument/2006/relationships/tags" Target="../tags/tag172.xml"/><Relationship Id="rId126" Type="http://schemas.openxmlformats.org/officeDocument/2006/relationships/slideLayout" Target="../slideLayouts/slideLayout5.xml"/><Relationship Id="rId8" Type="http://schemas.openxmlformats.org/officeDocument/2006/relationships/tags" Target="../tags/tag75.xml"/><Relationship Id="rId51" Type="http://schemas.openxmlformats.org/officeDocument/2006/relationships/tags" Target="../tags/tag118.xml"/><Relationship Id="rId72" Type="http://schemas.openxmlformats.org/officeDocument/2006/relationships/tags" Target="../tags/tag139.xml"/><Relationship Id="rId93" Type="http://schemas.openxmlformats.org/officeDocument/2006/relationships/tags" Target="../tags/tag160.xml"/><Relationship Id="rId98" Type="http://schemas.openxmlformats.org/officeDocument/2006/relationships/tags" Target="../tags/tag165.xml"/><Relationship Id="rId121" Type="http://schemas.openxmlformats.org/officeDocument/2006/relationships/tags" Target="../tags/tag188.xml"/><Relationship Id="rId3" Type="http://schemas.openxmlformats.org/officeDocument/2006/relationships/tags" Target="../tags/tag70.xml"/><Relationship Id="rId25" Type="http://schemas.openxmlformats.org/officeDocument/2006/relationships/tags" Target="../tags/tag92.xml"/><Relationship Id="rId46" Type="http://schemas.openxmlformats.org/officeDocument/2006/relationships/tags" Target="../tags/tag113.xml"/><Relationship Id="rId67" Type="http://schemas.openxmlformats.org/officeDocument/2006/relationships/tags" Target="../tags/tag134.xml"/><Relationship Id="rId116" Type="http://schemas.openxmlformats.org/officeDocument/2006/relationships/tags" Target="../tags/tag183.xml"/><Relationship Id="rId20" Type="http://schemas.openxmlformats.org/officeDocument/2006/relationships/tags" Target="../tags/tag87.xml"/><Relationship Id="rId41" Type="http://schemas.openxmlformats.org/officeDocument/2006/relationships/tags" Target="../tags/tag108.xml"/><Relationship Id="rId62" Type="http://schemas.openxmlformats.org/officeDocument/2006/relationships/tags" Target="../tags/tag129.xml"/><Relationship Id="rId83" Type="http://schemas.openxmlformats.org/officeDocument/2006/relationships/tags" Target="../tags/tag150.xml"/><Relationship Id="rId88" Type="http://schemas.openxmlformats.org/officeDocument/2006/relationships/tags" Target="../tags/tag155.xml"/><Relationship Id="rId111" Type="http://schemas.openxmlformats.org/officeDocument/2006/relationships/tags" Target="../tags/tag178.xml"/><Relationship Id="rId15" Type="http://schemas.openxmlformats.org/officeDocument/2006/relationships/tags" Target="../tags/tag82.xml"/><Relationship Id="rId36" Type="http://schemas.openxmlformats.org/officeDocument/2006/relationships/tags" Target="../tags/tag103.xml"/><Relationship Id="rId57" Type="http://schemas.openxmlformats.org/officeDocument/2006/relationships/tags" Target="../tags/tag124.xml"/><Relationship Id="rId106" Type="http://schemas.openxmlformats.org/officeDocument/2006/relationships/tags" Target="../tags/tag173.xml"/><Relationship Id="rId127" Type="http://schemas.openxmlformats.org/officeDocument/2006/relationships/oleObject" Target="../embeddings/oleObject8.bin"/><Relationship Id="rId10" Type="http://schemas.openxmlformats.org/officeDocument/2006/relationships/tags" Target="../tags/tag77.xml"/><Relationship Id="rId31" Type="http://schemas.openxmlformats.org/officeDocument/2006/relationships/tags" Target="../tags/tag98.xml"/><Relationship Id="rId52" Type="http://schemas.openxmlformats.org/officeDocument/2006/relationships/tags" Target="../tags/tag119.xml"/><Relationship Id="rId73" Type="http://schemas.openxmlformats.org/officeDocument/2006/relationships/tags" Target="../tags/tag140.xml"/><Relationship Id="rId78" Type="http://schemas.openxmlformats.org/officeDocument/2006/relationships/tags" Target="../tags/tag145.xml"/><Relationship Id="rId94" Type="http://schemas.openxmlformats.org/officeDocument/2006/relationships/tags" Target="../tags/tag161.xml"/><Relationship Id="rId99" Type="http://schemas.openxmlformats.org/officeDocument/2006/relationships/tags" Target="../tags/tag166.xml"/><Relationship Id="rId101" Type="http://schemas.openxmlformats.org/officeDocument/2006/relationships/tags" Target="../tags/tag168.xml"/><Relationship Id="rId122" Type="http://schemas.openxmlformats.org/officeDocument/2006/relationships/tags" Target="../tags/tag189.xml"/><Relationship Id="rId4" Type="http://schemas.openxmlformats.org/officeDocument/2006/relationships/tags" Target="../tags/tag71.xml"/><Relationship Id="rId9" Type="http://schemas.openxmlformats.org/officeDocument/2006/relationships/tags" Target="../tags/tag7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0.xml"/><Relationship Id="rId1" Type="http://schemas.openxmlformats.org/officeDocument/2006/relationships/tags" Target="../tags/tag193.xml"/><Relationship Id="rId4" Type="http://schemas.openxmlformats.org/officeDocument/2006/relationships/image" Target="../media/image1.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E1F306D5-0A1F-72D0-0333-F4602F1DB5FE}"/>
              </a:ext>
            </a:extLst>
          </p:cNvPr>
          <p:cNvSpPr>
            <a:spLocks noGrp="1"/>
          </p:cNvSpPr>
          <p:nvPr>
            <p:ph type="body" sz="quarter" idx="10"/>
          </p:nvPr>
        </p:nvSpPr>
        <p:spPr/>
        <p:txBody>
          <a:bodyPr/>
          <a:lstStyle/>
          <a:p>
            <a:endParaRPr kumimoji="1" lang="ja-JP" altLang="en-US"/>
          </a:p>
        </p:txBody>
      </p:sp>
      <p:sp>
        <p:nvSpPr>
          <p:cNvPr id="3" name="テキスト プレースホルダー 2">
            <a:extLst>
              <a:ext uri="{FF2B5EF4-FFF2-40B4-BE49-F238E27FC236}">
                <a16:creationId xmlns:a16="http://schemas.microsoft.com/office/drawing/2014/main" id="{50B8B3CF-01E2-6D79-5393-C4DFD8B51DC6}"/>
              </a:ext>
            </a:extLst>
          </p:cNvPr>
          <p:cNvSpPr>
            <a:spLocks noGrp="1"/>
          </p:cNvSpPr>
          <p:nvPr>
            <p:ph type="body" sz="quarter" idx="11"/>
          </p:nvPr>
        </p:nvSpPr>
        <p:spPr/>
        <p:txBody>
          <a:bodyPr/>
          <a:lstStyle/>
          <a:p>
            <a:r>
              <a:rPr lang="en-US" altLang="ja-JP"/>
              <a:t>S</a:t>
            </a:r>
            <a:r>
              <a:rPr lang="ja-JP" altLang="en-US"/>
              <a:t>アプリ</a:t>
            </a:r>
            <a:r>
              <a:rPr lang="en-US" altLang="ja-JP"/>
              <a:t>_</a:t>
            </a:r>
            <a:r>
              <a:rPr lang="ja-JP" altLang="en-US"/>
              <a:t>サービス構想（仮）</a:t>
            </a:r>
            <a:r>
              <a:rPr lang="en-US" altLang="ja-JP"/>
              <a:t>_</a:t>
            </a:r>
            <a:r>
              <a:rPr lang="ja-JP" altLang="en-US"/>
              <a:t>全体定例会</a:t>
            </a:r>
          </a:p>
        </p:txBody>
      </p:sp>
      <p:sp>
        <p:nvSpPr>
          <p:cNvPr id="4" name="テキスト プレースホルダー 3">
            <a:extLst>
              <a:ext uri="{FF2B5EF4-FFF2-40B4-BE49-F238E27FC236}">
                <a16:creationId xmlns:a16="http://schemas.microsoft.com/office/drawing/2014/main" id="{03A2C674-A463-CE86-B818-05D2C5FA23C9}"/>
              </a:ext>
            </a:extLst>
          </p:cNvPr>
          <p:cNvSpPr>
            <a:spLocks noGrp="1"/>
          </p:cNvSpPr>
          <p:nvPr>
            <p:ph type="body" sz="quarter" idx="12"/>
          </p:nvPr>
        </p:nvSpPr>
        <p:spPr/>
        <p:txBody>
          <a:bodyPr/>
          <a:lstStyle/>
          <a:p>
            <a:endParaRPr kumimoji="1" lang="ja-JP" altLang="en-US"/>
          </a:p>
        </p:txBody>
      </p:sp>
      <p:sp>
        <p:nvSpPr>
          <p:cNvPr id="5" name="テキスト プレースホルダー 4">
            <a:extLst>
              <a:ext uri="{FF2B5EF4-FFF2-40B4-BE49-F238E27FC236}">
                <a16:creationId xmlns:a16="http://schemas.microsoft.com/office/drawing/2014/main" id="{7B6F5242-3CB1-7150-1669-A697E7F4DA6E}"/>
              </a:ext>
            </a:extLst>
          </p:cNvPr>
          <p:cNvSpPr>
            <a:spLocks noGrp="1"/>
          </p:cNvSpPr>
          <p:nvPr>
            <p:ph type="body" sz="quarter" idx="13"/>
          </p:nvPr>
        </p:nvSpPr>
        <p:spPr/>
        <p:txBody>
          <a:bodyPr/>
          <a:lstStyle/>
          <a:p>
            <a:endParaRPr kumimoji="1" lang="ja-JP" altLang="en-US"/>
          </a:p>
        </p:txBody>
      </p:sp>
      <p:sp>
        <p:nvSpPr>
          <p:cNvPr id="6" name="テキスト プレースホルダー 5">
            <a:extLst>
              <a:ext uri="{FF2B5EF4-FFF2-40B4-BE49-F238E27FC236}">
                <a16:creationId xmlns:a16="http://schemas.microsoft.com/office/drawing/2014/main" id="{2C13A7D1-482B-A855-B0D1-5203BF55FCC8}"/>
              </a:ext>
            </a:extLst>
          </p:cNvPr>
          <p:cNvSpPr>
            <a:spLocks noGrp="1"/>
          </p:cNvSpPr>
          <p:nvPr>
            <p:ph type="body" sz="quarter" idx="14"/>
          </p:nvPr>
        </p:nvSpPr>
        <p:spPr/>
        <p:txBody>
          <a:bodyPr/>
          <a:lstStyle/>
          <a:p>
            <a:r>
              <a:rPr kumimoji="1" lang="en-US" altLang="ja-JP"/>
              <a:t>2025/12/09</a:t>
            </a:r>
            <a:endParaRPr kumimoji="1" lang="ja-JP" altLang="en-US">
              <a:highlight>
                <a:srgbClr val="FFFF00"/>
              </a:highlight>
            </a:endParaRPr>
          </a:p>
        </p:txBody>
      </p:sp>
    </p:spTree>
    <p:extLst>
      <p:ext uri="{BB962C8B-B14F-4D97-AF65-F5344CB8AC3E}">
        <p14:creationId xmlns:p14="http://schemas.microsoft.com/office/powerpoint/2010/main" val="11868592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992521D2-4CEF-AB66-D1A3-C3E0DAD5C271}"/>
              </a:ext>
            </a:extLst>
          </p:cNvPr>
          <p:cNvSpPr>
            <a:spLocks noGrp="1"/>
          </p:cNvSpPr>
          <p:nvPr>
            <p:ph type="body" sz="quarter" idx="11"/>
          </p:nvPr>
        </p:nvSpPr>
        <p:spPr/>
        <p:txBody>
          <a:bodyPr/>
          <a:lstStyle/>
          <a:p>
            <a:r>
              <a:rPr lang="ja-JP" altLang="en-US"/>
              <a:t>アジェンダ</a:t>
            </a:r>
            <a:endParaRPr kumimoji="1" lang="ja-JP" altLang="en-US"/>
          </a:p>
        </p:txBody>
      </p:sp>
      <p:sp>
        <p:nvSpPr>
          <p:cNvPr id="4" name="正方形/長方形 3">
            <a:extLst>
              <a:ext uri="{FF2B5EF4-FFF2-40B4-BE49-F238E27FC236}">
                <a16:creationId xmlns:a16="http://schemas.microsoft.com/office/drawing/2014/main" id="{CDB45FF0-296F-AD4C-0595-2D9FD0AF6E96}"/>
              </a:ext>
            </a:extLst>
          </p:cNvPr>
          <p:cNvSpPr/>
          <p:nvPr/>
        </p:nvSpPr>
        <p:spPr>
          <a:xfrm>
            <a:off x="2702740" y="0"/>
            <a:ext cx="9489260" cy="685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nSpc>
                <a:spcPct val="150000"/>
              </a:lnSpc>
              <a:buFont typeface="+mj-lt"/>
              <a:buAutoNum type="arabicPeriod"/>
            </a:pPr>
            <a:r>
              <a:rPr lang="ja-JP" altLang="en-US" sz="2000">
                <a:solidFill>
                  <a:schemeClr val="tx1"/>
                </a:solidFill>
              </a:rPr>
              <a:t>本日の</a:t>
            </a:r>
            <a:r>
              <a:rPr lang="en-US" altLang="ja-JP" sz="2000">
                <a:solidFill>
                  <a:schemeClr val="tx1"/>
                </a:solidFill>
              </a:rPr>
              <a:t>MTG</a:t>
            </a:r>
            <a:r>
              <a:rPr lang="ja-JP" altLang="en-US" sz="2000">
                <a:solidFill>
                  <a:schemeClr val="tx1"/>
                </a:solidFill>
              </a:rPr>
              <a:t>の目的確認</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重要連絡事項の確認</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プロジェクトの進捗状況（</a:t>
            </a:r>
            <a:r>
              <a:rPr lang="en-US" altLang="ja-JP" sz="2000">
                <a:solidFill>
                  <a:schemeClr val="tx1"/>
                </a:solidFill>
              </a:rPr>
              <a:t>WBS</a:t>
            </a:r>
            <a:r>
              <a:rPr lang="ja-JP" altLang="en-US" sz="2000">
                <a:solidFill>
                  <a:schemeClr val="tx1"/>
                </a:solidFill>
              </a:rPr>
              <a:t>）の確認</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各分科会の活動状況、および今後の推進方針の報告</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重要論点に関する検討</a:t>
            </a:r>
            <a:endParaRPr lang="en-US" altLang="ja-JP" sz="2000">
              <a:solidFill>
                <a:schemeClr val="tx1"/>
              </a:solidFill>
            </a:endParaRPr>
          </a:p>
          <a:p>
            <a:pPr marL="800100" lvl="1" indent="-342900">
              <a:lnSpc>
                <a:spcPct val="150000"/>
              </a:lnSpc>
              <a:buFont typeface="+mj-lt"/>
              <a:buAutoNum type="arabicPeriod"/>
            </a:pPr>
            <a:r>
              <a:rPr lang="ja-JP" altLang="en-US">
                <a:solidFill>
                  <a:schemeClr val="tx1"/>
                </a:solidFill>
              </a:rPr>
              <a:t>全体サービス設計（分科会</a:t>
            </a:r>
            <a:r>
              <a:rPr lang="en-US" altLang="ja-JP">
                <a:solidFill>
                  <a:schemeClr val="tx1"/>
                </a:solidFill>
              </a:rPr>
              <a:t>Z</a:t>
            </a:r>
            <a:r>
              <a:rPr lang="ja-JP" altLang="en-US">
                <a:solidFill>
                  <a:schemeClr val="tx1"/>
                </a:solidFill>
              </a:rPr>
              <a:t>）の今後の活動方針について</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直近</a:t>
            </a:r>
            <a:r>
              <a:rPr lang="en-US" altLang="ja-JP" sz="2000">
                <a:solidFill>
                  <a:schemeClr val="tx1"/>
                </a:solidFill>
              </a:rPr>
              <a:t>To Do</a:t>
            </a:r>
            <a:r>
              <a:rPr lang="ja-JP" altLang="en-US" sz="2000">
                <a:solidFill>
                  <a:schemeClr val="tx1"/>
                </a:solidFill>
              </a:rPr>
              <a:t>の確認</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その他</a:t>
            </a:r>
            <a:endParaRPr lang="en-US" altLang="ja-JP" sz="2000">
              <a:solidFill>
                <a:schemeClr val="tx1"/>
              </a:solidFill>
            </a:endParaRPr>
          </a:p>
        </p:txBody>
      </p:sp>
    </p:spTree>
    <p:extLst>
      <p:ext uri="{BB962C8B-B14F-4D97-AF65-F5344CB8AC3E}">
        <p14:creationId xmlns:p14="http://schemas.microsoft.com/office/powerpoint/2010/main" val="38926634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5D2D8-F080-BACA-1EE6-2C680C491409}"/>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ECE9FFE-1CD1-BD4C-3417-6CBC6125C07A}"/>
              </a:ext>
            </a:extLst>
          </p:cNvPr>
          <p:cNvGraphicFramePr>
            <a:graphicFrameLocks noChangeAspect="1"/>
          </p:cNvGraphicFramePr>
          <p:nvPr>
            <p:custDataLst>
              <p:tags r:id="rId1"/>
            </p:custDataLst>
            <p:extLst>
              <p:ext uri="{D42A27DB-BD31-4B8C-83A1-F6EECF244321}">
                <p14:modId xmlns:p14="http://schemas.microsoft.com/office/powerpoint/2010/main" val="20862965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98" imgH="405" progId="TCLayout.ActiveDocument.1">
                  <p:embed/>
                </p:oleObj>
              </mc:Choice>
              <mc:Fallback>
                <p:oleObj name="think-cellスライド" r:id="rId3" imgW="398" imgH="405" progId="TCLayout.ActiveDocument.1">
                  <p:embed/>
                  <p:pic>
                    <p:nvPicPr>
                      <p:cNvPr id="6" name="think-cell data - do not delete" hidden="1">
                        <a:extLst>
                          <a:ext uri="{FF2B5EF4-FFF2-40B4-BE49-F238E27FC236}">
                            <a16:creationId xmlns:a16="http://schemas.microsoft.com/office/drawing/2014/main" id="{CECE9FFE-1CD1-BD4C-3417-6CBC6125C0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正方形/長方形 4">
            <a:extLst>
              <a:ext uri="{FF2B5EF4-FFF2-40B4-BE49-F238E27FC236}">
                <a16:creationId xmlns:a16="http://schemas.microsoft.com/office/drawing/2014/main" id="{07F4EC0E-BDEF-1147-9E63-42D3838A8AF1}"/>
              </a:ext>
            </a:extLst>
          </p:cNvPr>
          <p:cNvSpPr/>
          <p:nvPr/>
        </p:nvSpPr>
        <p:spPr>
          <a:xfrm>
            <a:off x="2762009" y="1580855"/>
            <a:ext cx="7200000" cy="540000"/>
          </a:xfrm>
          <a:prstGeom prst="rect">
            <a:avLst/>
          </a:prstGeom>
          <a:noFill/>
          <a:ln w="19050">
            <a:solidFill>
              <a:srgbClr val="3B8B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プレースホルダー 2">
            <a:extLst>
              <a:ext uri="{FF2B5EF4-FFF2-40B4-BE49-F238E27FC236}">
                <a16:creationId xmlns:a16="http://schemas.microsoft.com/office/drawing/2014/main" id="{812D44B1-29DF-37A9-D795-1454DB40F773}"/>
              </a:ext>
            </a:extLst>
          </p:cNvPr>
          <p:cNvSpPr>
            <a:spLocks noGrp="1"/>
          </p:cNvSpPr>
          <p:nvPr>
            <p:ph type="body" sz="quarter" idx="11"/>
          </p:nvPr>
        </p:nvSpPr>
        <p:spPr/>
        <p:txBody>
          <a:bodyPr/>
          <a:lstStyle/>
          <a:p>
            <a:r>
              <a:rPr lang="ja-JP" altLang="en-US"/>
              <a:t>アジェンダ</a:t>
            </a:r>
            <a:endParaRPr kumimoji="1" lang="ja-JP" altLang="en-US"/>
          </a:p>
        </p:txBody>
      </p:sp>
      <p:sp>
        <p:nvSpPr>
          <p:cNvPr id="4" name="正方形/長方形 3">
            <a:extLst>
              <a:ext uri="{FF2B5EF4-FFF2-40B4-BE49-F238E27FC236}">
                <a16:creationId xmlns:a16="http://schemas.microsoft.com/office/drawing/2014/main" id="{BCD9F5A5-A455-2FFF-3C87-827F5BEA28C3}"/>
              </a:ext>
            </a:extLst>
          </p:cNvPr>
          <p:cNvSpPr/>
          <p:nvPr/>
        </p:nvSpPr>
        <p:spPr>
          <a:xfrm>
            <a:off x="2702740" y="0"/>
            <a:ext cx="9489260" cy="685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nSpc>
                <a:spcPct val="150000"/>
              </a:lnSpc>
              <a:buFont typeface="+mj-lt"/>
              <a:buAutoNum type="arabicPeriod"/>
            </a:pPr>
            <a:r>
              <a:rPr lang="ja-JP" altLang="en-US" sz="2000">
                <a:solidFill>
                  <a:schemeClr val="tx1"/>
                </a:solidFill>
              </a:rPr>
              <a:t>本日の</a:t>
            </a:r>
            <a:r>
              <a:rPr lang="en-US" altLang="ja-JP" sz="2000">
                <a:solidFill>
                  <a:schemeClr val="tx1"/>
                </a:solidFill>
              </a:rPr>
              <a:t>MTG</a:t>
            </a:r>
            <a:r>
              <a:rPr lang="ja-JP" altLang="en-US" sz="2000">
                <a:solidFill>
                  <a:schemeClr val="tx1"/>
                </a:solidFill>
              </a:rPr>
              <a:t>の目的確認</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重要連絡事項の確認</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プロジェクトの進捗状況（</a:t>
            </a:r>
            <a:r>
              <a:rPr lang="en-US" altLang="ja-JP" sz="2000">
                <a:solidFill>
                  <a:schemeClr val="tx1"/>
                </a:solidFill>
              </a:rPr>
              <a:t>WBS</a:t>
            </a:r>
            <a:r>
              <a:rPr lang="ja-JP" altLang="en-US" sz="2000">
                <a:solidFill>
                  <a:schemeClr val="tx1"/>
                </a:solidFill>
              </a:rPr>
              <a:t>）の確認</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各分科会の活動状況、および今後の推進方針の報告</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重要論点に関する検討</a:t>
            </a:r>
            <a:endParaRPr lang="en-US" altLang="ja-JP" sz="2000">
              <a:solidFill>
                <a:schemeClr val="tx1"/>
              </a:solidFill>
            </a:endParaRPr>
          </a:p>
          <a:p>
            <a:pPr marL="800100" lvl="1" indent="-342900">
              <a:lnSpc>
                <a:spcPct val="150000"/>
              </a:lnSpc>
              <a:buFont typeface="+mj-lt"/>
              <a:buAutoNum type="arabicPeriod"/>
            </a:pPr>
            <a:r>
              <a:rPr lang="ja-JP" altLang="en-US">
                <a:solidFill>
                  <a:schemeClr val="tx1"/>
                </a:solidFill>
              </a:rPr>
              <a:t>全体サービス設計（分科会</a:t>
            </a:r>
            <a:r>
              <a:rPr lang="en-US" altLang="ja-JP">
                <a:solidFill>
                  <a:schemeClr val="tx1"/>
                </a:solidFill>
              </a:rPr>
              <a:t>Z</a:t>
            </a:r>
            <a:r>
              <a:rPr lang="ja-JP" altLang="en-US">
                <a:solidFill>
                  <a:schemeClr val="tx1"/>
                </a:solidFill>
              </a:rPr>
              <a:t>）の今後の活動方針について</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直近</a:t>
            </a:r>
            <a:r>
              <a:rPr lang="en-US" altLang="ja-JP" sz="2000">
                <a:solidFill>
                  <a:schemeClr val="tx1"/>
                </a:solidFill>
              </a:rPr>
              <a:t>To Do</a:t>
            </a:r>
            <a:r>
              <a:rPr lang="ja-JP" altLang="en-US" sz="2000">
                <a:solidFill>
                  <a:schemeClr val="tx1"/>
                </a:solidFill>
              </a:rPr>
              <a:t>の確認</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その他</a:t>
            </a:r>
            <a:endParaRPr lang="en-US" altLang="ja-JP" sz="2000">
              <a:solidFill>
                <a:schemeClr val="tx1"/>
              </a:solidFill>
            </a:endParaRPr>
          </a:p>
        </p:txBody>
      </p:sp>
    </p:spTree>
    <p:extLst>
      <p:ext uri="{BB962C8B-B14F-4D97-AF65-F5344CB8AC3E}">
        <p14:creationId xmlns:p14="http://schemas.microsoft.com/office/powerpoint/2010/main" val="17321986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671F740D-3D73-6F83-C9B3-3781A8172B92}"/>
              </a:ext>
            </a:extLst>
          </p:cNvPr>
          <p:cNvSpPr>
            <a:spLocks noGrp="1"/>
          </p:cNvSpPr>
          <p:nvPr>
            <p:ph type="body" sz="quarter" idx="14"/>
          </p:nvPr>
        </p:nvSpPr>
        <p:spPr/>
        <p:txBody>
          <a:bodyPr anchor="ctr"/>
          <a:lstStyle/>
          <a:p>
            <a:pPr marL="457200" indent="-457200">
              <a:lnSpc>
                <a:spcPct val="150000"/>
              </a:lnSpc>
              <a:buClrTx/>
              <a:buFont typeface="+mj-lt"/>
              <a:buAutoNum type="arabicPeriod"/>
            </a:pPr>
            <a:r>
              <a:rPr lang="ja-JP" altLang="en-US"/>
              <a:t>各分科会の活動状況や課題を共有した上で、今後の推進アクションの方針を</a:t>
            </a:r>
            <a:br>
              <a:rPr lang="en-US" altLang="ja-JP"/>
            </a:br>
            <a:r>
              <a:rPr lang="ja-JP" altLang="en-US"/>
              <a:t>検討・明確化すること</a:t>
            </a:r>
            <a:endParaRPr kumimoji="1" lang="ja-JP" altLang="en-US"/>
          </a:p>
        </p:txBody>
      </p:sp>
      <p:sp>
        <p:nvSpPr>
          <p:cNvPr id="3" name="テキスト プレースホルダー 2">
            <a:extLst>
              <a:ext uri="{FF2B5EF4-FFF2-40B4-BE49-F238E27FC236}">
                <a16:creationId xmlns:a16="http://schemas.microsoft.com/office/drawing/2014/main" id="{DCA71AAC-84C1-9CB4-02B5-CE8D279FC266}"/>
              </a:ext>
            </a:extLst>
          </p:cNvPr>
          <p:cNvSpPr>
            <a:spLocks noGrp="1"/>
          </p:cNvSpPr>
          <p:nvPr>
            <p:ph type="body" sz="quarter" idx="12"/>
          </p:nvPr>
        </p:nvSpPr>
        <p:spPr/>
        <p:txBody>
          <a:bodyPr/>
          <a:lstStyle/>
          <a:p>
            <a:endParaRPr kumimoji="1" lang="ja-JP" altLang="en-US"/>
          </a:p>
        </p:txBody>
      </p:sp>
      <p:sp>
        <p:nvSpPr>
          <p:cNvPr id="4" name="テキスト プレースホルダー 3">
            <a:extLst>
              <a:ext uri="{FF2B5EF4-FFF2-40B4-BE49-F238E27FC236}">
                <a16:creationId xmlns:a16="http://schemas.microsoft.com/office/drawing/2014/main" id="{6F25B45E-7B68-4857-F2BD-CFA91506BAB0}"/>
              </a:ext>
            </a:extLst>
          </p:cNvPr>
          <p:cNvSpPr>
            <a:spLocks noGrp="1"/>
          </p:cNvSpPr>
          <p:nvPr>
            <p:ph type="body" sz="quarter" idx="10"/>
          </p:nvPr>
        </p:nvSpPr>
        <p:spPr/>
        <p:txBody>
          <a:bodyPr/>
          <a:lstStyle/>
          <a:p>
            <a:r>
              <a:rPr kumimoji="1" lang="en-US" altLang="ja-JP">
                <a:solidFill>
                  <a:schemeClr val="tx1"/>
                </a:solidFill>
              </a:rPr>
              <a:t>01_</a:t>
            </a:r>
            <a:r>
              <a:rPr kumimoji="1" lang="ja-JP" altLang="en-US">
                <a:solidFill>
                  <a:schemeClr val="tx1"/>
                </a:solidFill>
              </a:rPr>
              <a:t>本日の</a:t>
            </a:r>
            <a:r>
              <a:rPr kumimoji="1" lang="en-US" altLang="ja-JP">
                <a:solidFill>
                  <a:schemeClr val="tx1"/>
                </a:solidFill>
              </a:rPr>
              <a:t>MTG</a:t>
            </a:r>
            <a:r>
              <a:rPr kumimoji="1" lang="ja-JP" altLang="en-US">
                <a:solidFill>
                  <a:schemeClr val="tx1"/>
                </a:solidFill>
              </a:rPr>
              <a:t>の目的確認</a:t>
            </a:r>
          </a:p>
        </p:txBody>
      </p:sp>
    </p:spTree>
    <p:extLst>
      <p:ext uri="{BB962C8B-B14F-4D97-AF65-F5344CB8AC3E}">
        <p14:creationId xmlns:p14="http://schemas.microsoft.com/office/powerpoint/2010/main" val="1349163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22431-CD3C-1483-8988-80CCA511F57C}"/>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163C7B11-C361-F41F-D79F-409AD7EC4D0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98" imgH="405" progId="TCLayout.ActiveDocument.1">
                  <p:embed/>
                </p:oleObj>
              </mc:Choice>
              <mc:Fallback>
                <p:oleObj name="think-cellスライド" r:id="rId3" imgW="398" imgH="405" progId="TCLayout.ActiveDocument.1">
                  <p:embed/>
                  <p:pic>
                    <p:nvPicPr>
                      <p:cNvPr id="6" name="think-cell data - do not delete" hidden="1">
                        <a:extLst>
                          <a:ext uri="{FF2B5EF4-FFF2-40B4-BE49-F238E27FC236}">
                            <a16:creationId xmlns:a16="http://schemas.microsoft.com/office/drawing/2014/main" id="{163C7B11-C361-F41F-D79F-409AD7EC4D0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正方形/長方形 4">
            <a:extLst>
              <a:ext uri="{FF2B5EF4-FFF2-40B4-BE49-F238E27FC236}">
                <a16:creationId xmlns:a16="http://schemas.microsoft.com/office/drawing/2014/main" id="{F947F8FD-8AB0-46C7-261A-4DE5A5A6D46A}"/>
              </a:ext>
            </a:extLst>
          </p:cNvPr>
          <p:cNvSpPr/>
          <p:nvPr/>
        </p:nvSpPr>
        <p:spPr>
          <a:xfrm>
            <a:off x="2762009" y="2085024"/>
            <a:ext cx="7200000" cy="540000"/>
          </a:xfrm>
          <a:prstGeom prst="rect">
            <a:avLst/>
          </a:prstGeom>
          <a:noFill/>
          <a:ln w="19050">
            <a:solidFill>
              <a:srgbClr val="3B8B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プレースホルダー 2">
            <a:extLst>
              <a:ext uri="{FF2B5EF4-FFF2-40B4-BE49-F238E27FC236}">
                <a16:creationId xmlns:a16="http://schemas.microsoft.com/office/drawing/2014/main" id="{E4DFC27A-FD1A-7D10-2DD8-21D0644F2D8F}"/>
              </a:ext>
            </a:extLst>
          </p:cNvPr>
          <p:cNvSpPr>
            <a:spLocks noGrp="1"/>
          </p:cNvSpPr>
          <p:nvPr>
            <p:ph type="body" sz="quarter" idx="11"/>
          </p:nvPr>
        </p:nvSpPr>
        <p:spPr/>
        <p:txBody>
          <a:bodyPr/>
          <a:lstStyle/>
          <a:p>
            <a:r>
              <a:rPr lang="ja-JP" altLang="en-US"/>
              <a:t>アジェンダ</a:t>
            </a:r>
            <a:endParaRPr kumimoji="1" lang="ja-JP" altLang="en-US"/>
          </a:p>
        </p:txBody>
      </p:sp>
      <p:sp>
        <p:nvSpPr>
          <p:cNvPr id="4" name="正方形/長方形 3">
            <a:extLst>
              <a:ext uri="{FF2B5EF4-FFF2-40B4-BE49-F238E27FC236}">
                <a16:creationId xmlns:a16="http://schemas.microsoft.com/office/drawing/2014/main" id="{A70B67AE-A66A-DA27-A429-3661064F5C9E}"/>
              </a:ext>
            </a:extLst>
          </p:cNvPr>
          <p:cNvSpPr/>
          <p:nvPr/>
        </p:nvSpPr>
        <p:spPr>
          <a:xfrm>
            <a:off x="2702740" y="0"/>
            <a:ext cx="9489260" cy="685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nSpc>
                <a:spcPct val="150000"/>
              </a:lnSpc>
              <a:buFont typeface="+mj-lt"/>
              <a:buAutoNum type="arabicPeriod"/>
            </a:pPr>
            <a:r>
              <a:rPr lang="ja-JP" altLang="en-US" sz="2000">
                <a:solidFill>
                  <a:schemeClr val="tx1"/>
                </a:solidFill>
              </a:rPr>
              <a:t>本日の</a:t>
            </a:r>
            <a:r>
              <a:rPr lang="en-US" altLang="ja-JP" sz="2000">
                <a:solidFill>
                  <a:schemeClr val="tx1"/>
                </a:solidFill>
              </a:rPr>
              <a:t>MTG</a:t>
            </a:r>
            <a:r>
              <a:rPr lang="ja-JP" altLang="en-US" sz="2000">
                <a:solidFill>
                  <a:schemeClr val="tx1"/>
                </a:solidFill>
              </a:rPr>
              <a:t>の目的確認</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重要連絡事項の確認</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プロジェクトの進捗状況（</a:t>
            </a:r>
            <a:r>
              <a:rPr lang="en-US" altLang="ja-JP" sz="2000">
                <a:solidFill>
                  <a:schemeClr val="tx1"/>
                </a:solidFill>
              </a:rPr>
              <a:t>WBS</a:t>
            </a:r>
            <a:r>
              <a:rPr lang="ja-JP" altLang="en-US" sz="2000">
                <a:solidFill>
                  <a:schemeClr val="tx1"/>
                </a:solidFill>
              </a:rPr>
              <a:t>）の確認</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各分科会の活動状況、および今後の推進方針の報告</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重要論点に関する検討</a:t>
            </a:r>
            <a:endParaRPr lang="en-US" altLang="ja-JP" sz="2000">
              <a:solidFill>
                <a:schemeClr val="tx1"/>
              </a:solidFill>
            </a:endParaRPr>
          </a:p>
          <a:p>
            <a:pPr marL="800100" lvl="1" indent="-342900">
              <a:lnSpc>
                <a:spcPct val="150000"/>
              </a:lnSpc>
              <a:buFont typeface="+mj-lt"/>
              <a:buAutoNum type="arabicPeriod"/>
            </a:pPr>
            <a:r>
              <a:rPr lang="ja-JP" altLang="en-US">
                <a:solidFill>
                  <a:schemeClr val="tx1"/>
                </a:solidFill>
              </a:rPr>
              <a:t>全体サービス設計（分科会</a:t>
            </a:r>
            <a:r>
              <a:rPr lang="en-US" altLang="ja-JP">
                <a:solidFill>
                  <a:schemeClr val="tx1"/>
                </a:solidFill>
              </a:rPr>
              <a:t>Z</a:t>
            </a:r>
            <a:r>
              <a:rPr lang="ja-JP" altLang="en-US">
                <a:solidFill>
                  <a:schemeClr val="tx1"/>
                </a:solidFill>
              </a:rPr>
              <a:t>）の今後の活動方針について</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直近</a:t>
            </a:r>
            <a:r>
              <a:rPr lang="en-US" altLang="ja-JP" sz="2000">
                <a:solidFill>
                  <a:schemeClr val="tx1"/>
                </a:solidFill>
              </a:rPr>
              <a:t>To Do</a:t>
            </a:r>
            <a:r>
              <a:rPr lang="ja-JP" altLang="en-US" sz="2000">
                <a:solidFill>
                  <a:schemeClr val="tx1"/>
                </a:solidFill>
              </a:rPr>
              <a:t>の確認</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その他</a:t>
            </a:r>
            <a:endParaRPr lang="en-US" altLang="ja-JP" sz="2000">
              <a:solidFill>
                <a:schemeClr val="tx1"/>
              </a:solidFill>
            </a:endParaRPr>
          </a:p>
        </p:txBody>
      </p:sp>
    </p:spTree>
    <p:extLst>
      <p:ext uri="{BB962C8B-B14F-4D97-AF65-F5344CB8AC3E}">
        <p14:creationId xmlns:p14="http://schemas.microsoft.com/office/powerpoint/2010/main" val="1391178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B2855-6393-8DE5-0262-D2E31D126C50}"/>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8BCA54B-3565-EE2D-9FAA-BAC4B15D48E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98" imgH="405" progId="TCLayout.ActiveDocument.1">
                  <p:embed/>
                </p:oleObj>
              </mc:Choice>
              <mc:Fallback>
                <p:oleObj name="think-cellスライド" r:id="rId3" imgW="398" imgH="405" progId="TCLayout.ActiveDocument.1">
                  <p:embed/>
                  <p:pic>
                    <p:nvPicPr>
                      <p:cNvPr id="6" name="think-cell data - do not delete" hidden="1">
                        <a:extLst>
                          <a:ext uri="{FF2B5EF4-FFF2-40B4-BE49-F238E27FC236}">
                            <a16:creationId xmlns:a16="http://schemas.microsoft.com/office/drawing/2014/main" id="{D8BCA54B-3565-EE2D-9FAA-BAC4B15D48E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正方形/長方形 4">
            <a:extLst>
              <a:ext uri="{FF2B5EF4-FFF2-40B4-BE49-F238E27FC236}">
                <a16:creationId xmlns:a16="http://schemas.microsoft.com/office/drawing/2014/main" id="{C246788D-D1FD-E7A1-D690-89268DC971EF}"/>
              </a:ext>
            </a:extLst>
          </p:cNvPr>
          <p:cNvSpPr/>
          <p:nvPr/>
        </p:nvSpPr>
        <p:spPr>
          <a:xfrm>
            <a:off x="2762009" y="2544539"/>
            <a:ext cx="7200000" cy="540000"/>
          </a:xfrm>
          <a:prstGeom prst="rect">
            <a:avLst/>
          </a:prstGeom>
          <a:noFill/>
          <a:ln w="19050">
            <a:solidFill>
              <a:srgbClr val="3B8B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プレースホルダー 2">
            <a:extLst>
              <a:ext uri="{FF2B5EF4-FFF2-40B4-BE49-F238E27FC236}">
                <a16:creationId xmlns:a16="http://schemas.microsoft.com/office/drawing/2014/main" id="{D9815E27-47B8-ABBD-4962-82586F085E93}"/>
              </a:ext>
            </a:extLst>
          </p:cNvPr>
          <p:cNvSpPr>
            <a:spLocks noGrp="1"/>
          </p:cNvSpPr>
          <p:nvPr>
            <p:ph type="body" sz="quarter" idx="11"/>
          </p:nvPr>
        </p:nvSpPr>
        <p:spPr/>
        <p:txBody>
          <a:bodyPr/>
          <a:lstStyle/>
          <a:p>
            <a:r>
              <a:rPr lang="ja-JP" altLang="en-US"/>
              <a:t>アジェンダ</a:t>
            </a:r>
            <a:endParaRPr kumimoji="1" lang="ja-JP" altLang="en-US"/>
          </a:p>
        </p:txBody>
      </p:sp>
      <p:sp>
        <p:nvSpPr>
          <p:cNvPr id="4" name="正方形/長方形 3">
            <a:extLst>
              <a:ext uri="{FF2B5EF4-FFF2-40B4-BE49-F238E27FC236}">
                <a16:creationId xmlns:a16="http://schemas.microsoft.com/office/drawing/2014/main" id="{126D1551-3A66-B965-72CC-840B63115D08}"/>
              </a:ext>
            </a:extLst>
          </p:cNvPr>
          <p:cNvSpPr/>
          <p:nvPr/>
        </p:nvSpPr>
        <p:spPr>
          <a:xfrm>
            <a:off x="2702740" y="0"/>
            <a:ext cx="9489260" cy="685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nSpc>
                <a:spcPct val="150000"/>
              </a:lnSpc>
              <a:buFont typeface="+mj-lt"/>
              <a:buAutoNum type="arabicPeriod"/>
            </a:pPr>
            <a:r>
              <a:rPr lang="ja-JP" altLang="en-US" sz="2000">
                <a:solidFill>
                  <a:schemeClr val="tx1"/>
                </a:solidFill>
              </a:rPr>
              <a:t>本日の</a:t>
            </a:r>
            <a:r>
              <a:rPr lang="en-US" altLang="ja-JP" sz="2000">
                <a:solidFill>
                  <a:schemeClr val="tx1"/>
                </a:solidFill>
              </a:rPr>
              <a:t>MTG</a:t>
            </a:r>
            <a:r>
              <a:rPr lang="ja-JP" altLang="en-US" sz="2000">
                <a:solidFill>
                  <a:schemeClr val="tx1"/>
                </a:solidFill>
              </a:rPr>
              <a:t>の目的確認</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重要連絡事項の確認</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プロジェクトの進捗状況（</a:t>
            </a:r>
            <a:r>
              <a:rPr lang="en-US" altLang="ja-JP" sz="2000">
                <a:solidFill>
                  <a:schemeClr val="tx1"/>
                </a:solidFill>
              </a:rPr>
              <a:t>WBS</a:t>
            </a:r>
            <a:r>
              <a:rPr lang="ja-JP" altLang="en-US" sz="2000">
                <a:solidFill>
                  <a:schemeClr val="tx1"/>
                </a:solidFill>
              </a:rPr>
              <a:t>）の確認</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各分科会の活動状況、および今後の推進方針の報告</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重要論点に関する検討</a:t>
            </a:r>
            <a:endParaRPr lang="en-US" altLang="ja-JP" sz="2000">
              <a:solidFill>
                <a:schemeClr val="tx1"/>
              </a:solidFill>
            </a:endParaRPr>
          </a:p>
          <a:p>
            <a:pPr marL="800100" lvl="1" indent="-342900">
              <a:lnSpc>
                <a:spcPct val="150000"/>
              </a:lnSpc>
              <a:buFont typeface="+mj-lt"/>
              <a:buAutoNum type="arabicPeriod"/>
            </a:pPr>
            <a:r>
              <a:rPr lang="ja-JP" altLang="en-US">
                <a:solidFill>
                  <a:schemeClr val="tx1"/>
                </a:solidFill>
              </a:rPr>
              <a:t>全体サービス設計（分科会</a:t>
            </a:r>
            <a:r>
              <a:rPr lang="en-US" altLang="ja-JP">
                <a:solidFill>
                  <a:schemeClr val="tx1"/>
                </a:solidFill>
              </a:rPr>
              <a:t>Z</a:t>
            </a:r>
            <a:r>
              <a:rPr lang="ja-JP" altLang="en-US">
                <a:solidFill>
                  <a:schemeClr val="tx1"/>
                </a:solidFill>
              </a:rPr>
              <a:t>）の今後の活動方針について</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直近</a:t>
            </a:r>
            <a:r>
              <a:rPr lang="en-US" altLang="ja-JP" sz="2000">
                <a:solidFill>
                  <a:schemeClr val="tx1"/>
                </a:solidFill>
              </a:rPr>
              <a:t>To Do</a:t>
            </a:r>
            <a:r>
              <a:rPr lang="ja-JP" altLang="en-US" sz="2000">
                <a:solidFill>
                  <a:schemeClr val="tx1"/>
                </a:solidFill>
              </a:rPr>
              <a:t>の確認</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その他</a:t>
            </a:r>
            <a:endParaRPr lang="en-US" altLang="ja-JP" sz="2000">
              <a:solidFill>
                <a:schemeClr val="tx1"/>
              </a:solidFill>
            </a:endParaRPr>
          </a:p>
        </p:txBody>
      </p:sp>
    </p:spTree>
    <p:extLst>
      <p:ext uri="{BB962C8B-B14F-4D97-AF65-F5344CB8AC3E}">
        <p14:creationId xmlns:p14="http://schemas.microsoft.com/office/powerpoint/2010/main" val="2977045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5A9FA-3B6E-8E30-C46C-A9FB44174E54}"/>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65F6D59A-6881-4EF5-1102-A14975FD47A2}"/>
              </a:ext>
            </a:extLst>
          </p:cNvPr>
          <p:cNvSpPr>
            <a:spLocks noGrp="1"/>
          </p:cNvSpPr>
          <p:nvPr>
            <p:ph type="body" sz="quarter" idx="12"/>
          </p:nvPr>
        </p:nvSpPr>
        <p:spPr/>
        <p:txBody>
          <a:bodyPr/>
          <a:lstStyle/>
          <a:p>
            <a:r>
              <a:rPr lang="ja-JP" altLang="en-US"/>
              <a:t>直近の活動</a:t>
            </a:r>
            <a:r>
              <a:rPr kumimoji="1" lang="ja-JP" altLang="en-US"/>
              <a:t>を踏まえて更新した</a:t>
            </a:r>
            <a:r>
              <a:rPr kumimoji="1" lang="en-US" altLang="ja-JP"/>
              <a:t>WBS</a:t>
            </a:r>
            <a:r>
              <a:rPr kumimoji="1" lang="ja-JP" altLang="en-US"/>
              <a:t>を確認することで、</a:t>
            </a:r>
            <a:br>
              <a:rPr kumimoji="1" lang="en-US" altLang="ja-JP"/>
            </a:br>
            <a:r>
              <a:rPr kumimoji="1" lang="ja-JP" altLang="en-US"/>
              <a:t>プロジェクト全体の進捗状況について認識を合わせさせていただきたい</a:t>
            </a:r>
          </a:p>
        </p:txBody>
      </p:sp>
      <p:sp>
        <p:nvSpPr>
          <p:cNvPr id="4" name="テキスト プレースホルダー 3">
            <a:extLst>
              <a:ext uri="{FF2B5EF4-FFF2-40B4-BE49-F238E27FC236}">
                <a16:creationId xmlns:a16="http://schemas.microsoft.com/office/drawing/2014/main" id="{3DBDF689-B39B-72EA-7850-0DFC9252E858}"/>
              </a:ext>
            </a:extLst>
          </p:cNvPr>
          <p:cNvSpPr>
            <a:spLocks noGrp="1"/>
          </p:cNvSpPr>
          <p:nvPr>
            <p:ph type="body" sz="quarter" idx="10"/>
          </p:nvPr>
        </p:nvSpPr>
        <p:spPr/>
        <p:txBody>
          <a:bodyPr/>
          <a:lstStyle/>
          <a:p>
            <a:r>
              <a:rPr kumimoji="1" lang="en-US" altLang="ja-JP">
                <a:solidFill>
                  <a:schemeClr val="tx1"/>
                </a:solidFill>
              </a:rPr>
              <a:t>03_</a:t>
            </a:r>
            <a:r>
              <a:rPr lang="ja-JP" altLang="en-US">
                <a:solidFill>
                  <a:schemeClr val="tx1"/>
                </a:solidFill>
              </a:rPr>
              <a:t>プロジェクトの進捗状況（</a:t>
            </a:r>
            <a:r>
              <a:rPr lang="en-US" altLang="ja-JP">
                <a:solidFill>
                  <a:schemeClr val="tx1"/>
                </a:solidFill>
              </a:rPr>
              <a:t>WBS</a:t>
            </a:r>
            <a:r>
              <a:rPr lang="ja-JP" altLang="en-US">
                <a:solidFill>
                  <a:schemeClr val="tx1"/>
                </a:solidFill>
              </a:rPr>
              <a:t>）の確認</a:t>
            </a:r>
            <a:endParaRPr kumimoji="1" lang="ja-JP" altLang="en-US">
              <a:solidFill>
                <a:schemeClr val="tx1"/>
              </a:solidFill>
            </a:endParaRPr>
          </a:p>
        </p:txBody>
      </p:sp>
      <p:sp>
        <p:nvSpPr>
          <p:cNvPr id="7" name="正方形/長方形 6">
            <a:extLst>
              <a:ext uri="{FF2B5EF4-FFF2-40B4-BE49-F238E27FC236}">
                <a16:creationId xmlns:a16="http://schemas.microsoft.com/office/drawing/2014/main" id="{026B7236-9ABB-B6C7-1B1F-3B61426F06E3}"/>
              </a:ext>
            </a:extLst>
          </p:cNvPr>
          <p:cNvSpPr/>
          <p:nvPr/>
        </p:nvSpPr>
        <p:spPr>
          <a:xfrm>
            <a:off x="911224" y="3798067"/>
            <a:ext cx="10584775" cy="1260000"/>
          </a:xfrm>
          <a:prstGeom prst="rect">
            <a:avLst/>
          </a:prstGeom>
          <a:solidFill>
            <a:srgbClr val="FFFFFF"/>
          </a:solidFill>
          <a:ln w="3175" cap="flat" cmpd="sng" algn="ctr">
            <a:solidFill>
              <a:schemeClr val="bg1">
                <a:lumMod val="6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nchorCtr="0"/>
          <a:lstStyle/>
          <a:p>
            <a:pPr algn="ctr"/>
            <a:r>
              <a:rPr kumimoji="1" lang="ja-JP" altLang="en-US" sz="1400">
                <a:solidFill>
                  <a:srgbClr val="000000"/>
                </a:solidFill>
                <a:latin typeface="Arial" panose="020B0604020202020204" pitchFamily="34" charset="0"/>
                <a:ea typeface="Meiryo UI" panose="020B0604030504040204" pitchFamily="50" charset="-128"/>
              </a:rPr>
              <a:t>別紙、エクセルを投影</a:t>
            </a:r>
            <a:endParaRPr kumimoji="1" lang="en-US" altLang="ja-JP" sz="1400">
              <a:solidFill>
                <a:srgbClr val="000000"/>
              </a:solidFill>
              <a:latin typeface="Arial" panose="020B0604020202020204" pitchFamily="34" charset="0"/>
              <a:ea typeface="Meiryo UI" panose="020B0604030504040204" pitchFamily="50" charset="-128"/>
            </a:endParaRPr>
          </a:p>
        </p:txBody>
      </p:sp>
      <p:grpSp>
        <p:nvGrpSpPr>
          <p:cNvPr id="2" name="グループ化 1">
            <a:extLst>
              <a:ext uri="{FF2B5EF4-FFF2-40B4-BE49-F238E27FC236}">
                <a16:creationId xmlns:a16="http://schemas.microsoft.com/office/drawing/2014/main" id="{80E960A3-7602-B739-49CF-3B1BA2E6F2C5}"/>
              </a:ext>
            </a:extLst>
          </p:cNvPr>
          <p:cNvGrpSpPr/>
          <p:nvPr/>
        </p:nvGrpSpPr>
        <p:grpSpPr>
          <a:xfrm>
            <a:off x="337608" y="1758744"/>
            <a:ext cx="11518667" cy="1517856"/>
            <a:chOff x="337608" y="1776412"/>
            <a:chExt cx="11518667" cy="972000"/>
          </a:xfrm>
        </p:grpSpPr>
        <p:sp>
          <p:nvSpPr>
            <p:cNvPr id="5" name="正方形/長方形 4">
              <a:extLst>
                <a:ext uri="{FF2B5EF4-FFF2-40B4-BE49-F238E27FC236}">
                  <a16:creationId xmlns:a16="http://schemas.microsoft.com/office/drawing/2014/main" id="{8BDEC048-DF0D-1E50-005C-77344036829C}"/>
                </a:ext>
              </a:extLst>
            </p:cNvPr>
            <p:cNvSpPr/>
            <p:nvPr/>
          </p:nvSpPr>
          <p:spPr>
            <a:xfrm>
              <a:off x="337608" y="1776412"/>
              <a:ext cx="1800000" cy="9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mn-ea"/>
                </a:rPr>
                <a:t>特記事項</a:t>
              </a:r>
            </a:p>
          </p:txBody>
        </p:sp>
        <p:sp>
          <p:nvSpPr>
            <p:cNvPr id="6" name="正方形/長方形 5">
              <a:extLst>
                <a:ext uri="{FF2B5EF4-FFF2-40B4-BE49-F238E27FC236}">
                  <a16:creationId xmlns:a16="http://schemas.microsoft.com/office/drawing/2014/main" id="{C1BADD9F-F4B2-C920-BB04-61D2E01D25EA}"/>
                </a:ext>
              </a:extLst>
            </p:cNvPr>
            <p:cNvSpPr/>
            <p:nvPr/>
          </p:nvSpPr>
          <p:spPr>
            <a:xfrm>
              <a:off x="2316275" y="1776412"/>
              <a:ext cx="9540000" cy="97200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171450" indent="-171450">
                <a:lnSpc>
                  <a:spcPct val="120000"/>
                </a:lnSpc>
                <a:buFont typeface="Arial" panose="020B0604020202020204" pitchFamily="34" charset="0"/>
                <a:buChar char="•"/>
              </a:pPr>
              <a:r>
                <a:rPr lang="ja-JP" altLang="en-US" sz="1400">
                  <a:solidFill>
                    <a:schemeClr val="tx1"/>
                  </a:solidFill>
                </a:rPr>
                <a:t>先週（</a:t>
              </a:r>
              <a:r>
                <a:rPr lang="en-US" altLang="ja-JP" sz="1400">
                  <a:solidFill>
                    <a:schemeClr val="tx1"/>
                  </a:solidFill>
                </a:rPr>
                <a:t>12/2</a:t>
              </a:r>
              <a:r>
                <a:rPr lang="ja-JP" altLang="en-US" sz="1400">
                  <a:solidFill>
                    <a:schemeClr val="tx1"/>
                  </a:solidFill>
                </a:rPr>
                <a:t>火）の全体定例会にて共有させていただいた内容を、直近の活動を踏まえて、</a:t>
              </a:r>
              <a:br>
                <a:rPr lang="en-US" altLang="ja-JP" sz="1400">
                  <a:solidFill>
                    <a:schemeClr val="tx1"/>
                  </a:solidFill>
                </a:rPr>
              </a:br>
              <a:r>
                <a:rPr lang="ja-JP" altLang="en-US" sz="1400">
                  <a:solidFill>
                    <a:schemeClr val="tx1"/>
                  </a:solidFill>
                </a:rPr>
                <a:t>全体的に更新させていただいております</a:t>
              </a:r>
              <a:endParaRPr lang="en-US" altLang="ja-JP" sz="1400">
                <a:solidFill>
                  <a:schemeClr val="tx1"/>
                </a:solidFill>
              </a:endParaRPr>
            </a:p>
            <a:p>
              <a:pPr marL="171450" indent="-171450">
                <a:lnSpc>
                  <a:spcPct val="120000"/>
                </a:lnSpc>
                <a:buFont typeface="Arial" panose="020B0604020202020204" pitchFamily="34" charset="0"/>
                <a:buChar char="•"/>
              </a:pPr>
              <a:r>
                <a:rPr lang="ja-JP" altLang="en-US" sz="1400">
                  <a:solidFill>
                    <a:schemeClr val="tx1"/>
                  </a:solidFill>
                </a:rPr>
                <a:t>今後も各活動の進捗状況等を踏まえて、内容は適宜更新させていただきます</a:t>
              </a:r>
              <a:endParaRPr lang="en-US" altLang="ja-JP" sz="1400">
                <a:solidFill>
                  <a:schemeClr val="tx1"/>
                </a:solidFill>
              </a:endParaRPr>
            </a:p>
            <a:p>
              <a:pPr marL="171450" indent="-171450">
                <a:lnSpc>
                  <a:spcPct val="120000"/>
                </a:lnSpc>
                <a:buFont typeface="Arial" panose="020B0604020202020204" pitchFamily="34" charset="0"/>
                <a:buChar char="•"/>
              </a:pPr>
              <a:r>
                <a:rPr lang="ja-JP" altLang="en-US" sz="1400">
                  <a:solidFill>
                    <a:schemeClr val="tx1"/>
                  </a:solidFill>
                </a:rPr>
                <a:t>今後、この</a:t>
              </a:r>
              <a:r>
                <a:rPr lang="en-US" altLang="ja-JP" sz="1400">
                  <a:solidFill>
                    <a:schemeClr val="tx1"/>
                  </a:solidFill>
                </a:rPr>
                <a:t>WBS</a:t>
              </a:r>
              <a:r>
                <a:rPr lang="ja-JP" altLang="en-US" sz="1400">
                  <a:solidFill>
                    <a:schemeClr val="tx1"/>
                  </a:solidFill>
                </a:rPr>
                <a:t>の内容を</a:t>
              </a:r>
              <a:r>
                <a:rPr lang="en-US" altLang="ja-JP" sz="1400" err="1">
                  <a:solidFill>
                    <a:schemeClr val="tx1"/>
                  </a:solidFill>
                </a:rPr>
                <a:t>PgMO</a:t>
              </a:r>
              <a:r>
                <a:rPr lang="ja-JP" altLang="en-US" sz="1400">
                  <a:solidFill>
                    <a:schemeClr val="tx1"/>
                  </a:solidFill>
                </a:rPr>
                <a:t>にて全体スケジュールに反映いただくということで、合意済みです</a:t>
              </a:r>
              <a:endParaRPr lang="en-US" altLang="ja-JP" sz="1400">
                <a:solidFill>
                  <a:schemeClr val="tx1"/>
                </a:solidFill>
              </a:endParaRPr>
            </a:p>
          </p:txBody>
        </p:sp>
      </p:grpSp>
    </p:spTree>
    <p:extLst>
      <p:ext uri="{BB962C8B-B14F-4D97-AF65-F5344CB8AC3E}">
        <p14:creationId xmlns:p14="http://schemas.microsoft.com/office/powerpoint/2010/main" val="15155284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A6447-27CF-E6F3-0AC0-B0A0A276A7D7}"/>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C525F9C-52FA-5209-FDF4-E311C7E83D5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98" imgH="405" progId="TCLayout.ActiveDocument.1">
                  <p:embed/>
                </p:oleObj>
              </mc:Choice>
              <mc:Fallback>
                <p:oleObj name="think-cellスライド" r:id="rId3" imgW="398" imgH="405" progId="TCLayout.ActiveDocument.1">
                  <p:embed/>
                  <p:pic>
                    <p:nvPicPr>
                      <p:cNvPr id="6" name="think-cell data - do not delete" hidden="1">
                        <a:extLst>
                          <a:ext uri="{FF2B5EF4-FFF2-40B4-BE49-F238E27FC236}">
                            <a16:creationId xmlns:a16="http://schemas.microsoft.com/office/drawing/2014/main" id="{4C525F9C-52FA-5209-FDF4-E311C7E83D5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正方形/長方形 4">
            <a:extLst>
              <a:ext uri="{FF2B5EF4-FFF2-40B4-BE49-F238E27FC236}">
                <a16:creationId xmlns:a16="http://schemas.microsoft.com/office/drawing/2014/main" id="{249362E6-463E-E596-CD1D-D95272156B7B}"/>
              </a:ext>
            </a:extLst>
          </p:cNvPr>
          <p:cNvSpPr/>
          <p:nvPr/>
        </p:nvSpPr>
        <p:spPr>
          <a:xfrm>
            <a:off x="2762009" y="3007877"/>
            <a:ext cx="7200000" cy="540000"/>
          </a:xfrm>
          <a:prstGeom prst="rect">
            <a:avLst/>
          </a:prstGeom>
          <a:noFill/>
          <a:ln w="19050">
            <a:solidFill>
              <a:srgbClr val="3B8B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プレースホルダー 2">
            <a:extLst>
              <a:ext uri="{FF2B5EF4-FFF2-40B4-BE49-F238E27FC236}">
                <a16:creationId xmlns:a16="http://schemas.microsoft.com/office/drawing/2014/main" id="{B973EB62-616C-C6A8-A239-14F1D3497184}"/>
              </a:ext>
            </a:extLst>
          </p:cNvPr>
          <p:cNvSpPr>
            <a:spLocks noGrp="1"/>
          </p:cNvSpPr>
          <p:nvPr>
            <p:ph type="body" sz="quarter" idx="11"/>
          </p:nvPr>
        </p:nvSpPr>
        <p:spPr/>
        <p:txBody>
          <a:bodyPr/>
          <a:lstStyle/>
          <a:p>
            <a:r>
              <a:rPr lang="ja-JP" altLang="en-US"/>
              <a:t>アジェンダ</a:t>
            </a:r>
            <a:endParaRPr kumimoji="1" lang="ja-JP" altLang="en-US"/>
          </a:p>
        </p:txBody>
      </p:sp>
      <p:sp>
        <p:nvSpPr>
          <p:cNvPr id="4" name="正方形/長方形 3">
            <a:extLst>
              <a:ext uri="{FF2B5EF4-FFF2-40B4-BE49-F238E27FC236}">
                <a16:creationId xmlns:a16="http://schemas.microsoft.com/office/drawing/2014/main" id="{65C6CDBE-1407-6FBD-4BA7-EE535CDE5114}"/>
              </a:ext>
            </a:extLst>
          </p:cNvPr>
          <p:cNvSpPr/>
          <p:nvPr/>
        </p:nvSpPr>
        <p:spPr>
          <a:xfrm>
            <a:off x="2702740" y="0"/>
            <a:ext cx="9489260" cy="685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nSpc>
                <a:spcPct val="150000"/>
              </a:lnSpc>
              <a:buFont typeface="+mj-lt"/>
              <a:buAutoNum type="arabicPeriod"/>
            </a:pPr>
            <a:r>
              <a:rPr lang="ja-JP" altLang="en-US" sz="2000">
                <a:solidFill>
                  <a:schemeClr val="tx1"/>
                </a:solidFill>
              </a:rPr>
              <a:t>本日の</a:t>
            </a:r>
            <a:r>
              <a:rPr lang="en-US" altLang="ja-JP" sz="2000">
                <a:solidFill>
                  <a:schemeClr val="tx1"/>
                </a:solidFill>
              </a:rPr>
              <a:t>MTG</a:t>
            </a:r>
            <a:r>
              <a:rPr lang="ja-JP" altLang="en-US" sz="2000">
                <a:solidFill>
                  <a:schemeClr val="tx1"/>
                </a:solidFill>
              </a:rPr>
              <a:t>の目的確認</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重要連絡事項の確認</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プロジェクトの進捗状況（</a:t>
            </a:r>
            <a:r>
              <a:rPr lang="en-US" altLang="ja-JP" sz="2000">
                <a:solidFill>
                  <a:schemeClr val="tx1"/>
                </a:solidFill>
              </a:rPr>
              <a:t>WBS</a:t>
            </a:r>
            <a:r>
              <a:rPr lang="ja-JP" altLang="en-US" sz="2000">
                <a:solidFill>
                  <a:schemeClr val="tx1"/>
                </a:solidFill>
              </a:rPr>
              <a:t>）の確認</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各分科会の活動状況、および今後の推進方針の報告</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重要論点に関する検討</a:t>
            </a:r>
            <a:endParaRPr lang="en-US" altLang="ja-JP" sz="2000">
              <a:solidFill>
                <a:schemeClr val="tx1"/>
              </a:solidFill>
            </a:endParaRPr>
          </a:p>
          <a:p>
            <a:pPr marL="800100" lvl="1" indent="-342900">
              <a:lnSpc>
                <a:spcPct val="150000"/>
              </a:lnSpc>
              <a:buFont typeface="+mj-lt"/>
              <a:buAutoNum type="arabicPeriod"/>
            </a:pPr>
            <a:r>
              <a:rPr lang="ja-JP" altLang="en-US">
                <a:solidFill>
                  <a:schemeClr val="tx1"/>
                </a:solidFill>
              </a:rPr>
              <a:t>全体サービス設計（分科会</a:t>
            </a:r>
            <a:r>
              <a:rPr lang="en-US" altLang="ja-JP">
                <a:solidFill>
                  <a:schemeClr val="tx1"/>
                </a:solidFill>
              </a:rPr>
              <a:t>Z</a:t>
            </a:r>
            <a:r>
              <a:rPr lang="ja-JP" altLang="en-US">
                <a:solidFill>
                  <a:schemeClr val="tx1"/>
                </a:solidFill>
              </a:rPr>
              <a:t>）の今後の活動方針について</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直近</a:t>
            </a:r>
            <a:r>
              <a:rPr lang="en-US" altLang="ja-JP" sz="2000">
                <a:solidFill>
                  <a:schemeClr val="tx1"/>
                </a:solidFill>
              </a:rPr>
              <a:t>To Do</a:t>
            </a:r>
            <a:r>
              <a:rPr lang="ja-JP" altLang="en-US" sz="2000">
                <a:solidFill>
                  <a:schemeClr val="tx1"/>
                </a:solidFill>
              </a:rPr>
              <a:t>の確認</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その他</a:t>
            </a:r>
            <a:endParaRPr lang="en-US" altLang="ja-JP" sz="2000">
              <a:solidFill>
                <a:schemeClr val="tx1"/>
              </a:solidFill>
            </a:endParaRPr>
          </a:p>
        </p:txBody>
      </p:sp>
    </p:spTree>
    <p:extLst>
      <p:ext uri="{BB962C8B-B14F-4D97-AF65-F5344CB8AC3E}">
        <p14:creationId xmlns:p14="http://schemas.microsoft.com/office/powerpoint/2010/main" val="174172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462C6-F5B3-D130-6589-8263C825C15A}"/>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1C1E057D-B894-9E4A-5257-89F9620FC952}"/>
              </a:ext>
            </a:extLst>
          </p:cNvPr>
          <p:cNvSpPr>
            <a:spLocks noGrp="1"/>
          </p:cNvSpPr>
          <p:nvPr>
            <p:ph type="body" sz="quarter" idx="12"/>
          </p:nvPr>
        </p:nvSpPr>
        <p:spPr/>
        <p:txBody>
          <a:bodyPr/>
          <a:lstStyle/>
          <a:p>
            <a:r>
              <a:rPr lang="ja-JP" altLang="en-US"/>
              <a:t>各会議体ごとにメンバー間でコミュニケーションを取りながら活動を推進中</a:t>
            </a:r>
            <a:endParaRPr kumimoji="1" lang="ja-JP" altLang="en-US"/>
          </a:p>
        </p:txBody>
      </p:sp>
      <p:sp>
        <p:nvSpPr>
          <p:cNvPr id="4" name="テキスト プレースホルダー 3">
            <a:extLst>
              <a:ext uri="{FF2B5EF4-FFF2-40B4-BE49-F238E27FC236}">
                <a16:creationId xmlns:a16="http://schemas.microsoft.com/office/drawing/2014/main" id="{1D4388CD-D76B-1D5F-26D0-7D20F7DA348D}"/>
              </a:ext>
            </a:extLst>
          </p:cNvPr>
          <p:cNvSpPr>
            <a:spLocks noGrp="1"/>
          </p:cNvSpPr>
          <p:nvPr>
            <p:ph type="body" sz="quarter" idx="10"/>
          </p:nvPr>
        </p:nvSpPr>
        <p:spPr/>
        <p:txBody>
          <a:bodyPr/>
          <a:lstStyle/>
          <a:p>
            <a:r>
              <a:rPr kumimoji="1" lang="en-US" altLang="ja-JP">
                <a:solidFill>
                  <a:schemeClr val="tx1"/>
                </a:solidFill>
              </a:rPr>
              <a:t>04_</a:t>
            </a:r>
            <a:r>
              <a:rPr lang="ja-JP" altLang="en-US">
                <a:solidFill>
                  <a:schemeClr val="tx1"/>
                </a:solidFill>
              </a:rPr>
              <a:t> （参考）会議体の参加者</a:t>
            </a:r>
            <a:endParaRPr kumimoji="1" lang="ja-JP" altLang="en-US">
              <a:solidFill>
                <a:schemeClr val="tx1"/>
              </a:solidFill>
            </a:endParaRPr>
          </a:p>
        </p:txBody>
      </p:sp>
      <p:graphicFrame>
        <p:nvGraphicFramePr>
          <p:cNvPr id="5" name="表 4">
            <a:extLst>
              <a:ext uri="{FF2B5EF4-FFF2-40B4-BE49-F238E27FC236}">
                <a16:creationId xmlns:a16="http://schemas.microsoft.com/office/drawing/2014/main" id="{634830B8-9A54-DFD8-0D62-EF08DD6F15B9}"/>
              </a:ext>
            </a:extLst>
          </p:cNvPr>
          <p:cNvGraphicFramePr>
            <a:graphicFrameLocks noGrp="1"/>
          </p:cNvGraphicFramePr>
          <p:nvPr>
            <p:extLst>
              <p:ext uri="{D42A27DB-BD31-4B8C-83A1-F6EECF244321}">
                <p14:modId xmlns:p14="http://schemas.microsoft.com/office/powerpoint/2010/main" val="2420560654"/>
              </p:ext>
            </p:extLst>
          </p:nvPr>
        </p:nvGraphicFramePr>
        <p:xfrm>
          <a:off x="343406" y="1773238"/>
          <a:ext cx="11520000" cy="4286203"/>
        </p:xfrm>
        <a:graphic>
          <a:graphicData uri="http://schemas.openxmlformats.org/drawingml/2006/table">
            <a:tbl>
              <a:tblPr/>
              <a:tblGrid>
                <a:gridCol w="900000">
                  <a:extLst>
                    <a:ext uri="{9D8B030D-6E8A-4147-A177-3AD203B41FA5}">
                      <a16:colId xmlns:a16="http://schemas.microsoft.com/office/drawing/2014/main" val="2255171104"/>
                    </a:ext>
                  </a:extLst>
                </a:gridCol>
                <a:gridCol w="900000">
                  <a:extLst>
                    <a:ext uri="{9D8B030D-6E8A-4147-A177-3AD203B41FA5}">
                      <a16:colId xmlns:a16="http://schemas.microsoft.com/office/drawing/2014/main" val="865913378"/>
                    </a:ext>
                  </a:extLst>
                </a:gridCol>
                <a:gridCol w="1620000">
                  <a:extLst>
                    <a:ext uri="{9D8B030D-6E8A-4147-A177-3AD203B41FA5}">
                      <a16:colId xmlns:a16="http://schemas.microsoft.com/office/drawing/2014/main" val="1523781014"/>
                    </a:ext>
                  </a:extLst>
                </a:gridCol>
                <a:gridCol w="1620000">
                  <a:extLst>
                    <a:ext uri="{9D8B030D-6E8A-4147-A177-3AD203B41FA5}">
                      <a16:colId xmlns:a16="http://schemas.microsoft.com/office/drawing/2014/main" val="4006794589"/>
                    </a:ext>
                  </a:extLst>
                </a:gridCol>
                <a:gridCol w="1620000">
                  <a:extLst>
                    <a:ext uri="{9D8B030D-6E8A-4147-A177-3AD203B41FA5}">
                      <a16:colId xmlns:a16="http://schemas.microsoft.com/office/drawing/2014/main" val="3329249167"/>
                    </a:ext>
                  </a:extLst>
                </a:gridCol>
                <a:gridCol w="1620000">
                  <a:extLst>
                    <a:ext uri="{9D8B030D-6E8A-4147-A177-3AD203B41FA5}">
                      <a16:colId xmlns:a16="http://schemas.microsoft.com/office/drawing/2014/main" val="576265580"/>
                    </a:ext>
                  </a:extLst>
                </a:gridCol>
                <a:gridCol w="1620000">
                  <a:extLst>
                    <a:ext uri="{9D8B030D-6E8A-4147-A177-3AD203B41FA5}">
                      <a16:colId xmlns:a16="http://schemas.microsoft.com/office/drawing/2014/main" val="1625498749"/>
                    </a:ext>
                  </a:extLst>
                </a:gridCol>
                <a:gridCol w="1620000">
                  <a:extLst>
                    <a:ext uri="{9D8B030D-6E8A-4147-A177-3AD203B41FA5}">
                      <a16:colId xmlns:a16="http://schemas.microsoft.com/office/drawing/2014/main" val="2506282407"/>
                    </a:ext>
                  </a:extLst>
                </a:gridCol>
              </a:tblGrid>
              <a:tr h="324000">
                <a:tc gridSpan="2">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1" i="0" u="none" strike="noStrike" baseline="0">
                          <a:solidFill>
                            <a:schemeClr val="bg1"/>
                          </a:solidFill>
                          <a:effectLst/>
                          <a:latin typeface="Arial" panose="020B0604020202020204" pitchFamily="34" charset="0"/>
                          <a:ea typeface="Meiryo UI" panose="020B0604030504040204" pitchFamily="50" charset="-128"/>
                        </a:rPr>
                        <a:t>主要メンバー</a:t>
                      </a:r>
                      <a:br>
                        <a:rPr lang="en-US" altLang="ja-JP" sz="1200" b="1" i="0" u="none" strike="noStrike" baseline="0">
                          <a:solidFill>
                            <a:schemeClr val="bg1"/>
                          </a:solidFill>
                          <a:effectLst/>
                          <a:latin typeface="Arial" panose="020B0604020202020204" pitchFamily="34" charset="0"/>
                          <a:ea typeface="Meiryo UI" panose="020B0604030504040204" pitchFamily="50" charset="-128"/>
                        </a:rPr>
                      </a:br>
                      <a:r>
                        <a:rPr lang="ja-JP" altLang="en-US" sz="1200" b="1" i="0" u="none" strike="noStrike" baseline="0">
                          <a:solidFill>
                            <a:schemeClr val="bg1"/>
                          </a:solidFill>
                          <a:effectLst/>
                          <a:latin typeface="Arial" panose="020B0604020202020204" pitchFamily="34" charset="0"/>
                          <a:ea typeface="Meiryo UI" panose="020B0604030504040204" pitchFamily="50" charset="-128"/>
                        </a:rPr>
                        <a:t>（敬称略）　</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a:p>
                  </a:txBody>
                  <a:tcPr marL="0" marR="0" marT="0" marB="0" anchor="ctr">
                    <a:lnL w="3175" cap="flat" cmpd="sng" algn="ctr">
                      <a:solidFill>
                        <a:schemeClr val="bg1">
                          <a:lumMod val="50000"/>
                        </a:schemeClr>
                      </a:solidFill>
                      <a:prstDash val="sysDash"/>
                      <a:round/>
                      <a:headEnd type="none" w="med" len="med"/>
                      <a:tailEnd type="none" w="med" len="med"/>
                    </a:lnL>
                    <a:lnR w="3175" cap="flat" cmpd="sng" algn="ctr">
                      <a:solidFill>
                        <a:schemeClr val="bg1">
                          <a:lumMod val="50000"/>
                        </a:schemeClr>
                      </a:solidFill>
                      <a:prstDash val="sysDash"/>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ysDash"/>
                      <a:round/>
                      <a:headEnd type="none" w="med" len="med"/>
                      <a:tailEnd type="none" w="med" len="med"/>
                    </a:lnB>
                    <a:solidFill>
                      <a:srgbClr val="002060"/>
                    </a:solidFill>
                  </a:tcPr>
                </a:tc>
                <a:tc gridSpan="6">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1" i="0" u="none" strike="noStrike" baseline="0">
                          <a:solidFill>
                            <a:schemeClr val="bg1"/>
                          </a:solidFill>
                          <a:effectLst/>
                          <a:latin typeface="Arial" panose="020B0604020202020204" pitchFamily="34" charset="0"/>
                          <a:ea typeface="Meiryo UI" panose="020B0604030504040204" pitchFamily="50" charset="-128"/>
                        </a:rPr>
                        <a:t>会議体</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a:p>
                  </a:txBody>
                  <a:tcPr marL="0" marR="0" marT="0" marB="0" anchor="ctr">
                    <a:lnL w="3175" cap="flat" cmpd="sng" algn="ctr">
                      <a:solidFill>
                        <a:schemeClr val="bg1">
                          <a:lumMod val="50000"/>
                        </a:schemeClr>
                      </a:solidFill>
                      <a:prstDash val="sysDash"/>
                      <a:round/>
                      <a:headEnd type="none" w="med" len="med"/>
                      <a:tailEnd type="none" w="med" len="med"/>
                    </a:lnL>
                    <a:lnR w="3175" cap="flat" cmpd="sng" algn="ctr">
                      <a:solidFill>
                        <a:schemeClr val="bg1">
                          <a:lumMod val="50000"/>
                        </a:schemeClr>
                      </a:solidFill>
                      <a:prstDash val="sysDash"/>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ysDash"/>
                      <a:round/>
                      <a:headEnd type="none" w="med" len="med"/>
                      <a:tailEnd type="none" w="med" len="med"/>
                    </a:lnB>
                    <a:solidFill>
                      <a:srgbClr val="002060"/>
                    </a:solidFill>
                  </a:tcPr>
                </a:tc>
                <a:tc hMerge="1">
                  <a:txBody>
                    <a:bodyPr/>
                    <a:lstStyle/>
                    <a:p>
                      <a:endParaRPr kumimoji="1" lang="ja-JP" altLang="en-US"/>
                    </a:p>
                  </a:txBody>
                  <a:tcPr/>
                </a:tc>
                <a:tc hMerge="1">
                  <a:txBody>
                    <a:bodyPr/>
                    <a:lstStyle/>
                    <a:p>
                      <a:endParaRPr/>
                    </a:p>
                  </a:txBody>
                  <a:tcPr marL="0" marR="0" marT="0" marB="0" anchor="ctr">
                    <a:lnL w="3175" cap="flat" cmpd="sng" algn="ctr">
                      <a:solidFill>
                        <a:schemeClr val="bg1">
                          <a:lumMod val="50000"/>
                        </a:schemeClr>
                      </a:solidFill>
                      <a:prstDash val="sysDash"/>
                      <a:round/>
                      <a:headEnd type="none" w="med" len="med"/>
                      <a:tailEnd type="none" w="med" len="med"/>
                    </a:lnL>
                    <a:lnR w="3175" cap="flat" cmpd="sng" algn="ctr">
                      <a:solidFill>
                        <a:schemeClr val="bg1">
                          <a:lumMod val="50000"/>
                        </a:schemeClr>
                      </a:solidFill>
                      <a:prstDash val="sysDash"/>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ysDash"/>
                      <a:round/>
                      <a:headEnd type="none" w="med" len="med"/>
                      <a:tailEnd type="none" w="med" len="med"/>
                    </a:lnB>
                    <a:solidFill>
                      <a:srgbClr val="002060"/>
                    </a:solidFill>
                  </a:tcPr>
                </a:tc>
                <a:tc hMerge="1">
                  <a:txBody>
                    <a:bodyPr/>
                    <a:lstStyle/>
                    <a:p>
                      <a:pPr algn="ctr" fontAlgn="ctr">
                        <a:buNone/>
                      </a:pPr>
                      <a:endParaRPr lang="ja-JP" altLang="en-US" sz="1100" b="1" i="0" u="none" strike="noStrike" baseline="0">
                        <a:solidFill>
                          <a:schemeClr val="bg1"/>
                        </a:solidFill>
                        <a:effectLst/>
                        <a:latin typeface="Arial" panose="020B0604020202020204" pitchFamily="34" charset="0"/>
                        <a:ea typeface="Meiryo UI" panose="020B0604030504040204" pitchFamily="50" charset="-128"/>
                      </a:endParaRPr>
                    </a:p>
                  </a:txBody>
                  <a:tcPr marL="0" marR="0" marT="0" marB="0" anchor="ctr">
                    <a:lnL w="3175" cap="flat" cmpd="sng" algn="ctr">
                      <a:solidFill>
                        <a:schemeClr val="bg1">
                          <a:lumMod val="50000"/>
                        </a:schemeClr>
                      </a:solidFill>
                      <a:prstDash val="sysDash"/>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ysDash"/>
                      <a:round/>
                      <a:headEnd type="none" w="med" len="med"/>
                      <a:tailEnd type="none" w="med" len="med"/>
                    </a:lnB>
                    <a:solidFill>
                      <a:srgbClr val="002060"/>
                    </a:solidFill>
                  </a:tcPr>
                </a:tc>
                <a:tc hMerge="1">
                  <a:txBody>
                    <a:bodyPr/>
                    <a:lstStyle/>
                    <a:p>
                      <a:endParaRPr/>
                    </a:p>
                  </a:txBody>
                  <a:tcPr marL="0" marR="0" marT="0" marB="0" anchor="ctr">
                    <a:lnL w="3175" cap="flat" cmpd="sng" algn="ctr">
                      <a:solidFill>
                        <a:schemeClr val="bg1">
                          <a:lumMod val="50000"/>
                        </a:schemeClr>
                      </a:solidFill>
                      <a:prstDash val="sysDash"/>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ysDash"/>
                      <a:round/>
                      <a:headEnd type="none" w="med" len="med"/>
                      <a:tailEnd type="none" w="med" len="med"/>
                    </a:lnB>
                    <a:solidFill>
                      <a:srgbClr val="002060"/>
                    </a:solidFill>
                  </a:tcPr>
                </a:tc>
                <a:extLst>
                  <a:ext uri="{0D108BD9-81ED-4DB2-BD59-A6C34878D82A}">
                    <a16:rowId xmlns:a16="http://schemas.microsoft.com/office/drawing/2014/main" val="1790148521"/>
                  </a:ext>
                </a:extLst>
              </a:tr>
              <a:tr h="464443">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1" i="0" u="none" strike="noStrike" baseline="0">
                          <a:solidFill>
                            <a:schemeClr val="bg1"/>
                          </a:solidFill>
                          <a:effectLst/>
                          <a:latin typeface="Arial" panose="020B0604020202020204" pitchFamily="34" charset="0"/>
                          <a:ea typeface="Meiryo UI" panose="020B0604030504040204" pitchFamily="50" charset="-128"/>
                        </a:rPr>
                        <a:t>社名</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002060"/>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1" i="0" u="none" strike="noStrike" baseline="0">
                          <a:solidFill>
                            <a:schemeClr val="bg1"/>
                          </a:solidFill>
                          <a:effectLst/>
                          <a:latin typeface="Arial" panose="020B0604020202020204" pitchFamily="34" charset="0"/>
                          <a:ea typeface="Meiryo UI" panose="020B0604030504040204" pitchFamily="50" charset="-128"/>
                        </a:rPr>
                        <a:t>氏名　</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002060"/>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1" i="0" u="none" strike="noStrike" baseline="0">
                          <a:solidFill>
                            <a:schemeClr val="bg1"/>
                          </a:solidFill>
                          <a:effectLst/>
                          <a:latin typeface="Arial" panose="020B0604020202020204" pitchFamily="34" charset="0"/>
                          <a:ea typeface="Meiryo UI" panose="020B0604030504040204" pitchFamily="50" charset="-128"/>
                        </a:rPr>
                        <a:t>全体定例会</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002060"/>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1" i="0" u="none" strike="noStrike" baseline="0">
                          <a:solidFill>
                            <a:schemeClr val="bg1"/>
                          </a:solidFill>
                          <a:effectLst/>
                          <a:latin typeface="Arial" panose="020B0604020202020204" pitchFamily="34" charset="0"/>
                          <a:ea typeface="Meiryo UI" panose="020B0604030504040204" pitchFamily="50" charset="-128"/>
                        </a:rPr>
                        <a:t>活動領域</a:t>
                      </a:r>
                      <a:r>
                        <a:rPr lang="en-US" altLang="ja-JP" sz="1200" b="1" i="0" u="none" strike="noStrike" baseline="0">
                          <a:solidFill>
                            <a:schemeClr val="bg1"/>
                          </a:solidFill>
                          <a:effectLst/>
                          <a:latin typeface="Arial" panose="020B0604020202020204" pitchFamily="34" charset="0"/>
                          <a:ea typeface="Meiryo UI" panose="020B0604030504040204" pitchFamily="50" charset="-128"/>
                        </a:rPr>
                        <a:t>A-1</a:t>
                      </a:r>
                    </a:p>
                    <a:p>
                      <a:pPr algn="ctr" fontAlgn="ctr">
                        <a:buNone/>
                      </a:pPr>
                      <a:r>
                        <a:rPr lang="ja-JP" altLang="en-US" sz="1000" b="1" i="0" u="none" strike="noStrike" baseline="0">
                          <a:solidFill>
                            <a:schemeClr val="bg1"/>
                          </a:solidFill>
                          <a:effectLst/>
                          <a:latin typeface="Arial" panose="020B0604020202020204" pitchFamily="34" charset="0"/>
                          <a:ea typeface="Meiryo UI" panose="020B0604030504040204" pitchFamily="50" charset="-128"/>
                        </a:rPr>
                        <a:t>（</a:t>
                      </a:r>
                      <a:r>
                        <a:rPr lang="en-US" altLang="ja-JP" sz="1000" b="1" i="0" u="none" strike="noStrike" baseline="0">
                          <a:solidFill>
                            <a:schemeClr val="bg1"/>
                          </a:solidFill>
                          <a:effectLst/>
                          <a:latin typeface="Arial" panose="020B0604020202020204" pitchFamily="34" charset="0"/>
                          <a:ea typeface="Meiryo UI" panose="020B0604030504040204" pitchFamily="50" charset="-128"/>
                        </a:rPr>
                        <a:t>JRE MALL </a:t>
                      </a:r>
                      <a:r>
                        <a:rPr lang="ja-JP" altLang="en-US" sz="1000" b="1" i="0" u="none" strike="noStrike" baseline="0">
                          <a:solidFill>
                            <a:schemeClr val="bg1"/>
                          </a:solidFill>
                          <a:effectLst/>
                          <a:latin typeface="Arial" panose="020B0604020202020204" pitchFamily="34" charset="0"/>
                          <a:ea typeface="Meiryo UI" panose="020B0604030504040204" pitchFamily="50" charset="-128"/>
                        </a:rPr>
                        <a:t>関連）</a:t>
                      </a:r>
                      <a:endParaRPr lang="ja-JP" altLang="en-US" sz="1100" b="1" i="0" u="none" strike="noStrike" baseline="0">
                        <a:solidFill>
                          <a:schemeClr val="bg1"/>
                        </a:solidFill>
                        <a:effectLst/>
                        <a:latin typeface="Arial" panose="020B0604020202020204" pitchFamily="34" charset="0"/>
                        <a:ea typeface="Meiryo UI" panose="020B0604030504040204" pitchFamily="50" charset="-128"/>
                      </a:endParaRP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buNone/>
                      </a:pPr>
                      <a:r>
                        <a:rPr lang="ja-JP" altLang="en-US" sz="1200" b="1" i="0" u="none" strike="noStrike" baseline="0">
                          <a:solidFill>
                            <a:schemeClr val="bg1"/>
                          </a:solidFill>
                          <a:effectLst/>
                          <a:latin typeface="Arial" panose="020B0604020202020204" pitchFamily="34" charset="0"/>
                          <a:ea typeface="Meiryo UI" panose="020B0604030504040204" pitchFamily="50" charset="-128"/>
                        </a:rPr>
                        <a:t>活動領域</a:t>
                      </a:r>
                      <a:r>
                        <a:rPr lang="en-US" altLang="ja-JP" sz="1200" b="1" i="0" u="none" strike="noStrike" baseline="0">
                          <a:solidFill>
                            <a:schemeClr val="bg1"/>
                          </a:solidFill>
                          <a:effectLst/>
                          <a:latin typeface="Arial" panose="020B0604020202020204" pitchFamily="34" charset="0"/>
                          <a:ea typeface="Meiryo UI" panose="020B0604030504040204" pitchFamily="50" charset="-128"/>
                        </a:rPr>
                        <a:t>A-2</a:t>
                      </a:r>
                    </a:p>
                    <a:p>
                      <a:pPr algn="ctr" fontAlgn="ctr">
                        <a:buNone/>
                      </a:pPr>
                      <a:r>
                        <a:rPr lang="ja-JP" altLang="en-US" sz="1000" b="1" i="0" u="none" strike="noStrike" baseline="0">
                          <a:solidFill>
                            <a:schemeClr val="bg1"/>
                          </a:solidFill>
                          <a:effectLst/>
                          <a:latin typeface="Arial" panose="020B0604020202020204" pitchFamily="34" charset="0"/>
                          <a:ea typeface="Meiryo UI" panose="020B0604030504040204" pitchFamily="50" charset="-128"/>
                        </a:rPr>
                        <a:t>（</a:t>
                      </a:r>
                      <a:r>
                        <a:rPr lang="en-US" altLang="ja-JP" sz="1000" b="1" i="0" u="none" strike="noStrike" baseline="0">
                          <a:solidFill>
                            <a:schemeClr val="bg1"/>
                          </a:solidFill>
                          <a:effectLst/>
                          <a:latin typeface="Arial" panose="020B0604020202020204" pitchFamily="34" charset="0"/>
                          <a:ea typeface="Meiryo UI" panose="020B0604030504040204" pitchFamily="50" charset="-128"/>
                        </a:rPr>
                        <a:t>Club</a:t>
                      </a:r>
                      <a:r>
                        <a:rPr lang="ja-JP" altLang="en-US" sz="1000" b="1" i="0" u="none" strike="noStrike" baseline="0">
                          <a:solidFill>
                            <a:schemeClr val="bg1"/>
                          </a:solidFill>
                          <a:effectLst/>
                          <a:latin typeface="Arial" panose="020B0604020202020204" pitchFamily="34" charset="0"/>
                          <a:ea typeface="Meiryo UI" panose="020B0604030504040204" pitchFamily="50" charset="-128"/>
                        </a:rPr>
                        <a:t>、生活の定期券等</a:t>
                      </a:r>
                      <a:r>
                        <a:rPr lang="ja-JP" altLang="en-US" sz="900" b="1" i="0" u="none" strike="noStrike" baseline="0">
                          <a:solidFill>
                            <a:schemeClr val="bg1"/>
                          </a:solidFill>
                          <a:effectLst/>
                          <a:latin typeface="Arial" panose="020B0604020202020204" pitchFamily="34" charset="0"/>
                          <a:ea typeface="Meiryo UI" panose="020B0604030504040204" pitchFamily="50" charset="-128"/>
                        </a:rPr>
                        <a:t>）</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002060"/>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1" i="0" u="none" strike="noStrike" baseline="0">
                          <a:solidFill>
                            <a:schemeClr val="bg1"/>
                          </a:solidFill>
                          <a:effectLst/>
                          <a:latin typeface="Arial" panose="020B0604020202020204" pitchFamily="34" charset="0"/>
                          <a:ea typeface="Meiryo UI" panose="020B0604030504040204" pitchFamily="50" charset="-128"/>
                        </a:rPr>
                        <a:t>（活動領域</a:t>
                      </a:r>
                      <a:r>
                        <a:rPr lang="en-US" altLang="ja-JP" sz="1200" b="1" i="0" u="none" strike="noStrike" baseline="0">
                          <a:solidFill>
                            <a:schemeClr val="bg1"/>
                          </a:solidFill>
                          <a:effectLst/>
                          <a:latin typeface="Arial" panose="020B0604020202020204" pitchFamily="34" charset="0"/>
                          <a:ea typeface="Meiryo UI" panose="020B0604030504040204" pitchFamily="50" charset="-128"/>
                        </a:rPr>
                        <a:t>B</a:t>
                      </a:r>
                      <a:r>
                        <a:rPr lang="ja-JP" altLang="en-US" sz="1200" b="1" i="0" u="none" strike="noStrike" baseline="0">
                          <a:solidFill>
                            <a:schemeClr val="bg1"/>
                          </a:solidFill>
                          <a:effectLst/>
                          <a:latin typeface="Arial" panose="020B0604020202020204" pitchFamily="34" charset="0"/>
                          <a:ea typeface="Meiryo UI" panose="020B0604030504040204" pitchFamily="50" charset="-128"/>
                        </a:rPr>
                        <a:t>）</a:t>
                      </a:r>
                      <a:r>
                        <a:rPr lang="en-US" altLang="ja-JP" sz="1200" b="1" i="0" u="none" strike="noStrike" baseline="30000">
                          <a:solidFill>
                            <a:schemeClr val="bg1"/>
                          </a:solidFill>
                          <a:effectLst/>
                          <a:latin typeface="Arial" panose="020B0604020202020204" pitchFamily="34" charset="0"/>
                          <a:ea typeface="Meiryo UI" panose="020B0604030504040204" pitchFamily="50" charset="-128"/>
                        </a:rPr>
                        <a:t>※</a:t>
                      </a:r>
                      <a:endParaRPr lang="ja-JP" altLang="en-US" sz="1200" b="1" i="0" u="none" strike="noStrike" baseline="30000">
                        <a:solidFill>
                          <a:schemeClr val="bg1"/>
                        </a:solidFill>
                        <a:effectLst/>
                        <a:latin typeface="Arial" panose="020B0604020202020204" pitchFamily="34" charset="0"/>
                        <a:ea typeface="Meiryo UI" panose="020B0604030504040204" pitchFamily="50" charset="-128"/>
                      </a:endParaRP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002060"/>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1" i="0" u="none" strike="noStrike" baseline="0">
                          <a:solidFill>
                            <a:schemeClr val="bg1"/>
                          </a:solidFill>
                          <a:effectLst/>
                          <a:latin typeface="Arial" panose="020B0604020202020204" pitchFamily="34" charset="0"/>
                          <a:ea typeface="Meiryo UI" panose="020B0604030504040204" pitchFamily="50" charset="-128"/>
                        </a:rPr>
                        <a:t>活動領域</a:t>
                      </a:r>
                      <a:r>
                        <a:rPr lang="en-US" altLang="ja-JP" sz="1200" b="1" i="0" u="none" strike="noStrike" baseline="0">
                          <a:solidFill>
                            <a:schemeClr val="bg1"/>
                          </a:solidFill>
                          <a:effectLst/>
                          <a:latin typeface="Arial" panose="020B0604020202020204" pitchFamily="34" charset="0"/>
                          <a:ea typeface="Meiryo UI" panose="020B0604030504040204" pitchFamily="50" charset="-128"/>
                        </a:rPr>
                        <a:t>C</a:t>
                      </a:r>
                      <a:endParaRPr lang="ja-JP" altLang="en-US" sz="1200" b="1" i="0" u="none" strike="noStrike" baseline="0">
                        <a:solidFill>
                          <a:schemeClr val="bg1"/>
                        </a:solidFill>
                        <a:effectLst/>
                        <a:latin typeface="Arial" panose="020B0604020202020204" pitchFamily="34" charset="0"/>
                        <a:ea typeface="Meiryo UI" panose="020B0604030504040204" pitchFamily="50" charset="-128"/>
                      </a:endParaRP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002060"/>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1" i="0" u="none" strike="noStrike" baseline="0">
                          <a:solidFill>
                            <a:schemeClr val="bg1"/>
                          </a:solidFill>
                          <a:effectLst/>
                          <a:latin typeface="Arial" panose="020B0604020202020204" pitchFamily="34" charset="0"/>
                          <a:ea typeface="Meiryo UI" panose="020B0604030504040204" pitchFamily="50" charset="-128"/>
                        </a:rPr>
                        <a:t>活動領域</a:t>
                      </a:r>
                      <a:r>
                        <a:rPr lang="en-US" altLang="ja-JP" sz="1200" b="1" i="0" u="none" strike="noStrike" baseline="0">
                          <a:solidFill>
                            <a:schemeClr val="bg1"/>
                          </a:solidFill>
                          <a:effectLst/>
                          <a:latin typeface="Arial" panose="020B0604020202020204" pitchFamily="34" charset="0"/>
                          <a:ea typeface="Meiryo UI" panose="020B0604030504040204" pitchFamily="50" charset="-128"/>
                        </a:rPr>
                        <a:t>Z</a:t>
                      </a:r>
                      <a:endParaRPr lang="ja-JP" altLang="en-US" sz="1200" b="1" i="0" u="none" strike="noStrike" baseline="0">
                        <a:solidFill>
                          <a:schemeClr val="bg1"/>
                        </a:solidFill>
                        <a:effectLst/>
                        <a:latin typeface="Arial" panose="020B0604020202020204" pitchFamily="34" charset="0"/>
                        <a:ea typeface="Meiryo UI" panose="020B0604030504040204" pitchFamily="50" charset="-128"/>
                      </a:endParaRP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109766727"/>
                  </a:ext>
                </a:extLst>
              </a:tr>
              <a:tr h="288000">
                <a:tc rowSpan="4">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en-US" sz="1200" b="1" i="0" u="none" strike="noStrike" baseline="0">
                          <a:solidFill>
                            <a:srgbClr val="000000"/>
                          </a:solidFill>
                          <a:effectLst/>
                          <a:latin typeface="Arial" panose="020B0604020202020204" pitchFamily="34" charset="0"/>
                          <a:ea typeface="Meiryo UI" panose="020B0604030504040204" pitchFamily="50" charset="-128"/>
                        </a:rPr>
                        <a:t>JRE</a:t>
                      </a:r>
                      <a:r>
                        <a:rPr lang="ja-JP" altLang="en-US" sz="1200" b="1" i="0" u="none" strike="noStrike" baseline="0">
                          <a:solidFill>
                            <a:srgbClr val="000000"/>
                          </a:solidFill>
                          <a:effectLst/>
                          <a:latin typeface="Arial" panose="020B0604020202020204" pitchFamily="34" charset="0"/>
                          <a:ea typeface="Meiryo UI" panose="020B0604030504040204" pitchFamily="50" charset="-128"/>
                        </a:rPr>
                        <a:t>　</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87922A">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1" i="0" u="none" strike="noStrike" baseline="0">
                          <a:solidFill>
                            <a:srgbClr val="000000"/>
                          </a:solidFill>
                          <a:effectLst/>
                          <a:latin typeface="Arial" panose="020B0604020202020204" pitchFamily="34" charset="0"/>
                          <a:ea typeface="Meiryo UI" panose="020B0604030504040204" pitchFamily="50" charset="-128"/>
                        </a:rPr>
                        <a:t>百瀬</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87922A">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87922A">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kumimoji="1" lang="ja-JP" altLang="en-US" sz="1200" b="0" i="0" u="none" strike="noStrike" kern="1200" cap="none" spc="0" normalizeH="0" baseline="0" noProof="0">
                          <a:ln>
                            <a:noFill/>
                          </a:ln>
                          <a:solidFill>
                            <a:srgbClr val="000000"/>
                          </a:solidFill>
                          <a:effectLst/>
                          <a:uLnTx/>
                          <a:uFillTx/>
                          <a:latin typeface="Arial" panose="020B0604020202020204" pitchFamily="34" charset="0"/>
                          <a:ea typeface="Meiryo UI" panose="020B0604030504040204" pitchFamily="50" charset="-128"/>
                          <a:cs typeface="+mn-cs"/>
                        </a:rPr>
                        <a:t>▲</a:t>
                      </a:r>
                      <a:endParaRPr lang="ja-JP" altLang="en-US" sz="1200" b="0" i="0" u="none" strike="noStrike" baseline="0">
                        <a:solidFill>
                          <a:srgbClr val="000000"/>
                        </a:solidFill>
                        <a:effectLst/>
                        <a:latin typeface="Arial" panose="020B0604020202020204" pitchFamily="34" charset="0"/>
                        <a:ea typeface="Meiryo UI" panose="020B0604030504040204" pitchFamily="50" charset="-128"/>
                      </a:endParaRP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87922A">
                        <a:lumMod val="20000"/>
                        <a:lumOff val="80000"/>
                      </a:srgbClr>
                    </a:solidFill>
                  </a:tcPr>
                </a:tc>
                <a:tc>
                  <a:txBody>
                    <a:bodyPr/>
                    <a:lstStyle/>
                    <a:p>
                      <a:pPr algn="ctr" fontAlgn="ctr">
                        <a:buNone/>
                      </a:pPr>
                      <a:r>
                        <a:rPr kumimoji="1" lang="ja-JP" altLang="en-US" sz="1200" b="0" i="0" u="none" strike="noStrike" kern="1200" cap="none" spc="0" normalizeH="0" baseline="0" noProof="0">
                          <a:ln>
                            <a:noFill/>
                          </a:ln>
                          <a:solidFill>
                            <a:srgbClr val="000000"/>
                          </a:solidFill>
                          <a:effectLst/>
                          <a:uLnTx/>
                          <a:uFillTx/>
                          <a:latin typeface="Arial" panose="020B0604020202020204" pitchFamily="34" charset="0"/>
                          <a:ea typeface="Meiryo UI" panose="020B0604030504040204" pitchFamily="50" charset="-128"/>
                          <a:cs typeface="+mn-cs"/>
                        </a:rPr>
                        <a:t>▲</a:t>
                      </a:r>
                      <a:endParaRPr lang="ja-JP" altLang="en-US" sz="1200" b="0" i="0" u="none" strike="noStrike" baseline="0">
                        <a:solidFill>
                          <a:srgbClr val="000000"/>
                        </a:solidFill>
                        <a:effectLst/>
                        <a:latin typeface="Arial" panose="020B0604020202020204" pitchFamily="34" charset="0"/>
                        <a:ea typeface="Meiryo UI" panose="020B0604030504040204" pitchFamily="50" charset="-128"/>
                      </a:endParaRP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87922A">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kumimoji="1" lang="ja-JP" altLang="en-US" sz="1200" b="0" i="0" u="none" strike="noStrike" kern="1200" cap="none" spc="0" normalizeH="0" baseline="0" noProof="0">
                          <a:ln>
                            <a:noFill/>
                          </a:ln>
                          <a:solidFill>
                            <a:srgbClr val="000000"/>
                          </a:solidFill>
                          <a:effectLst/>
                          <a:uLnTx/>
                          <a:uFillTx/>
                          <a:latin typeface="Arial" panose="020B0604020202020204" pitchFamily="34" charset="0"/>
                          <a:ea typeface="Meiryo UI" panose="020B0604030504040204" pitchFamily="50" charset="-128"/>
                          <a:cs typeface="+mn-cs"/>
                        </a:rPr>
                        <a:t>▲</a:t>
                      </a:r>
                      <a:endParaRPr lang="ja-JP" altLang="en-US" sz="1200" b="0" i="0" u="none" strike="noStrike" baseline="0">
                        <a:solidFill>
                          <a:srgbClr val="000000"/>
                        </a:solidFill>
                        <a:effectLst/>
                        <a:latin typeface="Arial" panose="020B0604020202020204" pitchFamily="34" charset="0"/>
                        <a:ea typeface="Meiryo UI" panose="020B0604030504040204" pitchFamily="50" charset="-128"/>
                      </a:endParaRP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87922A">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kumimoji="1" lang="ja-JP" altLang="en-US" sz="1200" b="0" i="0" u="none" strike="noStrike" kern="1200" cap="none" spc="0" normalizeH="0" baseline="0" noProof="0">
                          <a:ln>
                            <a:noFill/>
                          </a:ln>
                          <a:solidFill>
                            <a:srgbClr val="000000"/>
                          </a:solidFill>
                          <a:effectLst/>
                          <a:uLnTx/>
                          <a:uFillTx/>
                          <a:latin typeface="Arial" panose="020B0604020202020204" pitchFamily="34" charset="0"/>
                          <a:ea typeface="Meiryo UI" panose="020B0604030504040204" pitchFamily="50" charset="-128"/>
                          <a:cs typeface="+mn-cs"/>
                        </a:rPr>
                        <a:t>▲</a:t>
                      </a:r>
                      <a:endParaRPr lang="en-US" altLang="ja-JP" sz="1200" b="0" i="0" u="none" strike="noStrike" baseline="0">
                        <a:solidFill>
                          <a:srgbClr val="000000"/>
                        </a:solidFill>
                        <a:effectLst/>
                        <a:latin typeface="Arial" panose="020B0604020202020204" pitchFamily="34" charset="0"/>
                        <a:ea typeface="Meiryo UI" panose="020B0604030504040204" pitchFamily="50" charset="-128"/>
                      </a:endParaRP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87922A">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87922A">
                        <a:lumMod val="20000"/>
                        <a:lumOff val="80000"/>
                      </a:srgbClr>
                    </a:solidFill>
                  </a:tcPr>
                </a:tc>
                <a:extLst>
                  <a:ext uri="{0D108BD9-81ED-4DB2-BD59-A6C34878D82A}">
                    <a16:rowId xmlns:a16="http://schemas.microsoft.com/office/drawing/2014/main" val="4235582982"/>
                  </a:ext>
                </a:extLst>
              </a:tr>
              <a:tr h="288000">
                <a:tc vMerge="1">
                  <a:txBody>
                    <a:bodyPr/>
                    <a:lstStyle/>
                    <a:p>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ysDash"/>
                      <a:round/>
                      <a:headEnd type="none" w="med" len="med"/>
                      <a:tailEnd type="none" w="med" len="med"/>
                    </a:lnR>
                    <a:lnT w="3175" cap="flat" cmpd="sng" algn="ctr">
                      <a:solidFill>
                        <a:schemeClr val="bg1">
                          <a:lumMod val="50000"/>
                        </a:schemeClr>
                      </a:solidFill>
                      <a:prstDash val="sysDash"/>
                      <a:round/>
                      <a:headEnd type="none" w="med" len="med"/>
                      <a:tailEnd type="none" w="med" len="med"/>
                    </a:lnT>
                    <a:lnB w="3175" cap="flat" cmpd="sng" algn="ctr">
                      <a:solidFill>
                        <a:schemeClr val="bg1">
                          <a:lumMod val="50000"/>
                        </a:schemeClr>
                      </a:solidFill>
                      <a:prstDash val="sysDash"/>
                      <a:round/>
                      <a:headEnd type="none" w="med" len="med"/>
                      <a:tailEnd type="none" w="med" len="med"/>
                    </a:lnB>
                    <a:no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1" i="0" u="none" strike="noStrike" baseline="0">
                          <a:solidFill>
                            <a:srgbClr val="000000"/>
                          </a:solidFill>
                          <a:effectLst/>
                          <a:latin typeface="Arial" panose="020B0604020202020204" pitchFamily="34" charset="0"/>
                          <a:ea typeface="Meiryo UI" panose="020B0604030504040204" pitchFamily="50" charset="-128"/>
                        </a:rPr>
                        <a:t>黒田</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87922A">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87922A">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87922A">
                        <a:lumMod val="20000"/>
                        <a:lumOff val="80000"/>
                      </a:srgbClr>
                    </a:solidFill>
                  </a:tcPr>
                </a:tc>
                <a:tc>
                  <a:txBody>
                    <a:body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87922A">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87922A">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87922A">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87922A">
                        <a:lumMod val="20000"/>
                        <a:lumOff val="80000"/>
                      </a:srgbClr>
                    </a:solidFill>
                  </a:tcPr>
                </a:tc>
                <a:extLst>
                  <a:ext uri="{0D108BD9-81ED-4DB2-BD59-A6C34878D82A}">
                    <a16:rowId xmlns:a16="http://schemas.microsoft.com/office/drawing/2014/main" val="4256255364"/>
                  </a:ext>
                </a:extLst>
              </a:tr>
              <a:tr h="288000">
                <a:tc vMerge="1">
                  <a:txBody>
                    <a:bodyPr/>
                    <a:lstStyle/>
                    <a:p>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ysDash"/>
                      <a:round/>
                      <a:headEnd type="none" w="med" len="med"/>
                      <a:tailEnd type="none" w="med" len="med"/>
                    </a:lnR>
                    <a:lnT w="3175" cap="flat" cmpd="sng" algn="ctr">
                      <a:solidFill>
                        <a:schemeClr val="bg1">
                          <a:lumMod val="50000"/>
                        </a:schemeClr>
                      </a:solidFill>
                      <a:prstDash val="sysDash"/>
                      <a:round/>
                      <a:headEnd type="none" w="med" len="med"/>
                      <a:tailEnd type="none" w="med" len="med"/>
                    </a:lnT>
                    <a:lnB w="3175" cap="flat" cmpd="sng" algn="ctr">
                      <a:solidFill>
                        <a:schemeClr val="bg1">
                          <a:lumMod val="50000"/>
                        </a:schemeClr>
                      </a:solidFill>
                      <a:prstDash val="sysDash"/>
                      <a:round/>
                      <a:headEnd type="none" w="med" len="med"/>
                      <a:tailEnd type="none" w="med" len="med"/>
                    </a:lnB>
                    <a:no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1" i="0" u="none" strike="noStrike" baseline="0">
                          <a:solidFill>
                            <a:srgbClr val="000000"/>
                          </a:solidFill>
                          <a:effectLst/>
                          <a:latin typeface="Arial" panose="020B0604020202020204" pitchFamily="34" charset="0"/>
                          <a:ea typeface="Meiryo UI" panose="020B0604030504040204" pitchFamily="50" charset="-128"/>
                        </a:rPr>
                        <a:t>大川</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87922A">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87922A">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87922A">
                        <a:lumMod val="20000"/>
                        <a:lumOff val="80000"/>
                      </a:srgbClr>
                    </a:solidFill>
                  </a:tcPr>
                </a:tc>
                <a:tc>
                  <a:txBody>
                    <a:body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87922A">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87922A">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87922A">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endParaRPr lang="en-US" altLang="ja-JP" sz="1200" b="0" i="0" u="none" strike="noStrike" baseline="0">
                        <a:solidFill>
                          <a:srgbClr val="000000"/>
                        </a:solidFill>
                        <a:effectLst/>
                        <a:latin typeface="Arial" panose="020B0604020202020204" pitchFamily="34" charset="0"/>
                        <a:ea typeface="Meiryo UI" panose="020B0604030504040204" pitchFamily="50" charset="-128"/>
                      </a:endParaRP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87922A">
                        <a:lumMod val="20000"/>
                        <a:lumOff val="80000"/>
                      </a:srgbClr>
                    </a:solidFill>
                  </a:tcPr>
                </a:tc>
                <a:extLst>
                  <a:ext uri="{0D108BD9-81ED-4DB2-BD59-A6C34878D82A}">
                    <a16:rowId xmlns:a16="http://schemas.microsoft.com/office/drawing/2014/main" val="888463857"/>
                  </a:ext>
                </a:extLst>
              </a:tr>
              <a:tr h="288000">
                <a:tc vMerge="1">
                  <a:txBody>
                    <a:bodyPr/>
                    <a:lstStyle/>
                    <a:p>
                      <a:pPr algn="ctr" fontAlgn="ctr">
                        <a:buNone/>
                      </a:pPr>
                      <a:endParaRPr lang="ja-JP" altLang="en-US" sz="1100" b="1" i="0" u="none" strike="noStrike" baseline="0">
                        <a:solidFill>
                          <a:srgbClr val="000000"/>
                        </a:solidFill>
                        <a:effectLst/>
                        <a:latin typeface="Arial" panose="020B0604020202020204" pitchFamily="34" charset="0"/>
                        <a:ea typeface="Meiryo UI" panose="020B0604030504040204" pitchFamily="50" charset="-128"/>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ysDash"/>
                      <a:round/>
                      <a:headEnd type="none" w="med" len="med"/>
                      <a:tailEnd type="none" w="med" len="med"/>
                    </a:lnR>
                    <a:lnT w="3175" cap="flat" cmpd="sng" algn="ctr">
                      <a:solidFill>
                        <a:schemeClr val="bg1">
                          <a:lumMod val="50000"/>
                        </a:schemeClr>
                      </a:solidFill>
                      <a:prstDash val="sysDash"/>
                      <a:round/>
                      <a:headEnd type="none" w="med" len="med"/>
                      <a:tailEnd type="none" w="med" len="med"/>
                    </a:lnT>
                    <a:lnB w="3175" cap="flat" cmpd="sng" algn="ctr">
                      <a:solidFill>
                        <a:schemeClr val="bg1">
                          <a:lumMod val="50000"/>
                        </a:schemeClr>
                      </a:solidFill>
                      <a:prstDash val="sysDash"/>
                      <a:round/>
                      <a:headEnd type="none" w="med" len="med"/>
                      <a:tailEnd type="none" w="med" len="med"/>
                    </a:lnB>
                    <a:no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1" i="0" u="none" strike="noStrike" baseline="0">
                          <a:solidFill>
                            <a:srgbClr val="000000"/>
                          </a:solidFill>
                          <a:effectLst/>
                          <a:latin typeface="Arial" panose="020B0604020202020204" pitchFamily="34" charset="0"/>
                          <a:ea typeface="Meiryo UI" panose="020B0604030504040204" pitchFamily="50" charset="-128"/>
                        </a:rPr>
                        <a:t>松本</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87922A">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87922A">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87922A">
                        <a:lumMod val="20000"/>
                        <a:lumOff val="80000"/>
                      </a:srgbClr>
                    </a:solidFill>
                  </a:tcPr>
                </a:tc>
                <a:tc>
                  <a:txBody>
                    <a:body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87922A">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87922A">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87922A">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87922A">
                        <a:lumMod val="20000"/>
                        <a:lumOff val="80000"/>
                      </a:srgbClr>
                    </a:solidFill>
                  </a:tcPr>
                </a:tc>
                <a:extLst>
                  <a:ext uri="{0D108BD9-81ED-4DB2-BD59-A6C34878D82A}">
                    <a16:rowId xmlns:a16="http://schemas.microsoft.com/office/drawing/2014/main" val="540079508"/>
                  </a:ext>
                </a:extLst>
              </a:tr>
              <a:tr h="288000">
                <a:tc rowSpan="4">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en-US" sz="1200" b="1" i="0" u="none" strike="noStrike" baseline="0">
                          <a:solidFill>
                            <a:srgbClr val="000000"/>
                          </a:solidFill>
                          <a:effectLst/>
                          <a:latin typeface="Arial" panose="020B0604020202020204" pitchFamily="34" charset="0"/>
                          <a:ea typeface="Meiryo UI" panose="020B0604030504040204" pitchFamily="50" charset="-128"/>
                        </a:rPr>
                        <a:t>CTC</a:t>
                      </a:r>
                      <a:r>
                        <a:rPr lang="ja-JP" altLang="en-US" sz="1200" b="1" i="0" u="none" strike="noStrike" baseline="0">
                          <a:solidFill>
                            <a:srgbClr val="000000"/>
                          </a:solidFill>
                          <a:effectLst/>
                          <a:latin typeface="Arial" panose="020B0604020202020204" pitchFamily="34" charset="0"/>
                          <a:ea typeface="Meiryo UI" panose="020B0604030504040204" pitchFamily="50" charset="-128"/>
                        </a:rPr>
                        <a:t>　</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438296">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1" i="0" u="none" strike="noStrike" baseline="0">
                          <a:solidFill>
                            <a:srgbClr val="000000"/>
                          </a:solidFill>
                          <a:effectLst/>
                          <a:latin typeface="Arial" panose="020B0604020202020204" pitchFamily="34" charset="0"/>
                          <a:ea typeface="Meiryo UI" panose="020B0604030504040204" pitchFamily="50" charset="-128"/>
                        </a:rPr>
                        <a:t>神原</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438296">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438296">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438296">
                        <a:lumMod val="20000"/>
                        <a:lumOff val="80000"/>
                      </a:srgbClr>
                    </a:solidFill>
                  </a:tcPr>
                </a:tc>
                <a:tc>
                  <a:txBody>
                    <a:body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438296">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438296">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438296">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endParaRPr lang="en-US" altLang="ja-JP" sz="1200" b="0" i="0" u="none" strike="noStrike" baseline="0">
                        <a:solidFill>
                          <a:srgbClr val="000000"/>
                        </a:solidFill>
                        <a:effectLst/>
                        <a:latin typeface="Arial" panose="020B0604020202020204" pitchFamily="34" charset="0"/>
                        <a:ea typeface="Meiryo UI" panose="020B0604030504040204" pitchFamily="50" charset="-128"/>
                      </a:endParaRP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438296">
                        <a:lumMod val="20000"/>
                        <a:lumOff val="80000"/>
                      </a:srgbClr>
                    </a:solidFill>
                  </a:tcPr>
                </a:tc>
                <a:extLst>
                  <a:ext uri="{0D108BD9-81ED-4DB2-BD59-A6C34878D82A}">
                    <a16:rowId xmlns:a16="http://schemas.microsoft.com/office/drawing/2014/main" val="2671651718"/>
                  </a:ext>
                </a:extLst>
              </a:tr>
              <a:tr h="288000">
                <a:tc vMerge="1">
                  <a:txBody>
                    <a:bodyPr/>
                    <a:lstStyle/>
                    <a:p>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ysDash"/>
                      <a:round/>
                      <a:headEnd type="none" w="med" len="med"/>
                      <a:tailEnd type="none" w="med" len="med"/>
                    </a:lnR>
                    <a:lnT w="3175" cap="flat" cmpd="sng" algn="ctr">
                      <a:solidFill>
                        <a:schemeClr val="bg1">
                          <a:lumMod val="50000"/>
                        </a:schemeClr>
                      </a:solidFill>
                      <a:prstDash val="sysDash"/>
                      <a:round/>
                      <a:headEnd type="none" w="med" len="med"/>
                      <a:tailEnd type="none" w="med" len="med"/>
                    </a:lnT>
                    <a:lnB w="3175" cap="flat" cmpd="sng" algn="ctr">
                      <a:solidFill>
                        <a:schemeClr val="bg1">
                          <a:lumMod val="50000"/>
                        </a:schemeClr>
                      </a:solidFill>
                      <a:prstDash val="sysDash"/>
                      <a:round/>
                      <a:headEnd type="none" w="med" len="med"/>
                      <a:tailEnd type="none" w="med" len="med"/>
                    </a:lnB>
                    <a:no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1" i="0" u="none" strike="noStrike" baseline="0">
                          <a:solidFill>
                            <a:srgbClr val="000000"/>
                          </a:solidFill>
                          <a:effectLst/>
                          <a:latin typeface="Arial" panose="020B0604020202020204" pitchFamily="34" charset="0"/>
                          <a:ea typeface="Meiryo UI" panose="020B0604030504040204" pitchFamily="50" charset="-128"/>
                        </a:rPr>
                        <a:t>森下</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438296">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438296">
                        <a:lumMod val="20000"/>
                        <a:lumOff val="80000"/>
                      </a:srgbClr>
                    </a:solidFill>
                  </a:tcPr>
                </a:tc>
                <a:tc>
                  <a:txBody>
                    <a:body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438296">
                        <a:lumMod val="20000"/>
                        <a:lumOff val="80000"/>
                      </a:srgbClr>
                    </a:solidFill>
                  </a:tcPr>
                </a:tc>
                <a:tc>
                  <a:txBody>
                    <a:body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438296">
                        <a:lumMod val="20000"/>
                        <a:lumOff val="80000"/>
                      </a:srgbClr>
                    </a:solidFill>
                  </a:tcPr>
                </a:tc>
                <a:tc>
                  <a:txBody>
                    <a:body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438296">
                        <a:lumMod val="20000"/>
                        <a:lumOff val="80000"/>
                      </a:srgbClr>
                    </a:solidFill>
                  </a:tcPr>
                </a:tc>
                <a:tc>
                  <a:txBody>
                    <a:body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438296">
                        <a:lumMod val="20000"/>
                        <a:lumOff val="80000"/>
                      </a:srgbClr>
                    </a:solidFill>
                  </a:tcPr>
                </a:tc>
                <a:tc>
                  <a:txBody>
                    <a:body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438296">
                        <a:lumMod val="20000"/>
                        <a:lumOff val="80000"/>
                      </a:srgbClr>
                    </a:solidFill>
                  </a:tcPr>
                </a:tc>
                <a:extLst>
                  <a:ext uri="{0D108BD9-81ED-4DB2-BD59-A6C34878D82A}">
                    <a16:rowId xmlns:a16="http://schemas.microsoft.com/office/drawing/2014/main" val="154029230"/>
                  </a:ext>
                </a:extLst>
              </a:tr>
              <a:tr h="288000">
                <a:tc vMerge="1">
                  <a:txBody>
                    <a:bodyPr/>
                    <a:lstStyle/>
                    <a:p>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ysDash"/>
                      <a:round/>
                      <a:headEnd type="none" w="med" len="med"/>
                      <a:tailEnd type="none" w="med" len="med"/>
                    </a:lnR>
                    <a:lnT w="3175" cap="flat" cmpd="sng" algn="ctr">
                      <a:solidFill>
                        <a:schemeClr val="bg1">
                          <a:lumMod val="50000"/>
                        </a:schemeClr>
                      </a:solidFill>
                      <a:prstDash val="sysDash"/>
                      <a:round/>
                      <a:headEnd type="none" w="med" len="med"/>
                      <a:tailEnd type="none" w="med" len="med"/>
                    </a:lnT>
                    <a:lnB w="3175" cap="flat" cmpd="sng" algn="ctr">
                      <a:solidFill>
                        <a:schemeClr val="bg1">
                          <a:lumMod val="50000"/>
                        </a:schemeClr>
                      </a:solidFill>
                      <a:prstDash val="sysDash"/>
                      <a:round/>
                      <a:headEnd type="none" w="med" len="med"/>
                      <a:tailEnd type="none" w="med" len="med"/>
                    </a:lnB>
                    <a:no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1" i="0" u="none" strike="noStrike" baseline="0">
                          <a:solidFill>
                            <a:srgbClr val="000000"/>
                          </a:solidFill>
                          <a:effectLst/>
                          <a:latin typeface="Arial" panose="020B0604020202020204" pitchFamily="34" charset="0"/>
                          <a:ea typeface="Meiryo UI" panose="020B0604030504040204" pitchFamily="50" charset="-128"/>
                        </a:rPr>
                        <a:t>岡本</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438296">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438296">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438296">
                        <a:lumMod val="20000"/>
                        <a:lumOff val="80000"/>
                      </a:srgbClr>
                    </a:solidFill>
                  </a:tcPr>
                </a:tc>
                <a:tc>
                  <a:txBody>
                    <a:body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438296">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438296">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438296">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438296">
                        <a:lumMod val="20000"/>
                        <a:lumOff val="80000"/>
                      </a:srgbClr>
                    </a:solidFill>
                  </a:tcPr>
                </a:tc>
                <a:extLst>
                  <a:ext uri="{0D108BD9-81ED-4DB2-BD59-A6C34878D82A}">
                    <a16:rowId xmlns:a16="http://schemas.microsoft.com/office/drawing/2014/main" val="2710289964"/>
                  </a:ext>
                </a:extLst>
              </a:tr>
              <a:tr h="288000">
                <a:tc vMerge="1">
                  <a:txBody>
                    <a:bodyPr/>
                    <a:lstStyle/>
                    <a:p>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ysDash"/>
                      <a:round/>
                      <a:headEnd type="none" w="med" len="med"/>
                      <a:tailEnd type="none" w="med" len="med"/>
                    </a:lnR>
                    <a:lnT w="3175" cap="flat" cmpd="sng" algn="ctr">
                      <a:solidFill>
                        <a:schemeClr val="bg1">
                          <a:lumMod val="50000"/>
                        </a:schemeClr>
                      </a:solidFill>
                      <a:prstDash val="sysDash"/>
                      <a:round/>
                      <a:headEnd type="none" w="med" len="med"/>
                      <a:tailEnd type="none" w="med" len="med"/>
                    </a:lnT>
                    <a:lnB w="3175" cap="flat" cmpd="sng" algn="ctr">
                      <a:solidFill>
                        <a:schemeClr val="bg1">
                          <a:lumMod val="50000"/>
                        </a:schemeClr>
                      </a:solidFill>
                      <a:prstDash val="sysDash"/>
                      <a:round/>
                      <a:headEnd type="none" w="med" len="med"/>
                      <a:tailEnd type="none" w="med" len="med"/>
                    </a:lnB>
                    <a:no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1" i="0" u="none" strike="noStrike" baseline="0">
                          <a:solidFill>
                            <a:srgbClr val="000000"/>
                          </a:solidFill>
                          <a:effectLst/>
                          <a:latin typeface="Arial" panose="020B0604020202020204" pitchFamily="34" charset="0"/>
                          <a:ea typeface="Meiryo UI" panose="020B0604030504040204" pitchFamily="50" charset="-128"/>
                        </a:rPr>
                        <a:t>川口（哲）</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438296">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438296">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438296">
                        <a:lumMod val="20000"/>
                        <a:lumOff val="80000"/>
                      </a:srgbClr>
                    </a:solidFill>
                  </a:tcPr>
                </a:tc>
                <a:tc>
                  <a:txBody>
                    <a:body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438296">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438296">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438296">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438296">
                        <a:lumMod val="20000"/>
                        <a:lumOff val="80000"/>
                      </a:srgbClr>
                    </a:solidFill>
                  </a:tcPr>
                </a:tc>
                <a:extLst>
                  <a:ext uri="{0D108BD9-81ED-4DB2-BD59-A6C34878D82A}">
                    <a16:rowId xmlns:a16="http://schemas.microsoft.com/office/drawing/2014/main" val="101510516"/>
                  </a:ext>
                </a:extLst>
              </a:tr>
              <a:tr h="288000">
                <a:tc rowSpan="4">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1" i="0" u="none" strike="noStrike" baseline="0">
                          <a:solidFill>
                            <a:srgbClr val="000000"/>
                          </a:solidFill>
                          <a:effectLst/>
                          <a:latin typeface="Arial" panose="020B0604020202020204" pitchFamily="34" charset="0"/>
                          <a:ea typeface="Meiryo UI" panose="020B0604030504040204" pitchFamily="50" charset="-128"/>
                        </a:rPr>
                        <a:t>シグマクシス　</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A5504">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1" i="0" u="none" strike="noStrike" baseline="0">
                          <a:solidFill>
                            <a:srgbClr val="000000"/>
                          </a:solidFill>
                          <a:effectLst/>
                          <a:latin typeface="Arial" panose="020B0604020202020204" pitchFamily="34" charset="0"/>
                          <a:ea typeface="Meiryo UI" panose="020B0604030504040204" pitchFamily="50" charset="-128"/>
                        </a:rPr>
                        <a:t>田村</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EA5504">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marL="0" marR="0" lvl="0" indent="0" algn="ctr" defTabSz="685800" rtl="0" eaLnBrk="1" fontAlgn="ctr" latinLnBrk="0" hangingPunct="1">
                        <a:lnSpc>
                          <a:spcPct val="100000"/>
                        </a:lnSpc>
                        <a:spcBef>
                          <a:spcPts val="0"/>
                        </a:spcBef>
                        <a:spcAft>
                          <a:spcPts val="0"/>
                        </a:spcAft>
                        <a:buClrTx/>
                        <a:buSzTx/>
                        <a:buFontTx/>
                        <a:buNone/>
                        <a:tabLst/>
                        <a:defRPr/>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EA5504">
                        <a:lumMod val="20000"/>
                        <a:lumOff val="80000"/>
                      </a:srgbClr>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EA5504">
                        <a:lumMod val="20000"/>
                        <a:lumOff val="80000"/>
                      </a:srgbClr>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EA5504">
                        <a:lumMod val="20000"/>
                        <a:lumOff val="80000"/>
                      </a:srgbClr>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EA5504">
                        <a:lumMod val="20000"/>
                        <a:lumOff val="80000"/>
                      </a:srgbClr>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EA5504">
                        <a:lumMod val="20000"/>
                        <a:lumOff val="80000"/>
                      </a:srgbClr>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EA5504">
                        <a:lumMod val="20000"/>
                        <a:lumOff val="80000"/>
                      </a:srgbClr>
                    </a:solidFill>
                  </a:tcPr>
                </a:tc>
                <a:extLst>
                  <a:ext uri="{0D108BD9-81ED-4DB2-BD59-A6C34878D82A}">
                    <a16:rowId xmlns:a16="http://schemas.microsoft.com/office/drawing/2014/main" val="1130842693"/>
                  </a:ext>
                </a:extLst>
              </a:tr>
              <a:tr h="288000">
                <a:tc vMerge="1">
                  <a:txBody>
                    <a:bodyPr/>
                    <a:lstStyle/>
                    <a:p>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ysDash"/>
                      <a:round/>
                      <a:headEnd type="none" w="med" len="med"/>
                      <a:tailEnd type="none" w="med" len="med"/>
                    </a:lnR>
                    <a:lnT w="3175" cap="flat" cmpd="sng" algn="ctr">
                      <a:solidFill>
                        <a:schemeClr val="bg1">
                          <a:lumMod val="50000"/>
                        </a:schemeClr>
                      </a:solidFill>
                      <a:prstDash val="sysDash"/>
                      <a:round/>
                      <a:headEnd type="none" w="med" len="med"/>
                      <a:tailEnd type="none" w="med" len="med"/>
                    </a:lnT>
                    <a:lnB w="3175" cap="flat" cmpd="sng" algn="ctr">
                      <a:solidFill>
                        <a:schemeClr val="bg1">
                          <a:lumMod val="50000"/>
                        </a:schemeClr>
                      </a:solidFill>
                      <a:prstDash val="sysDash"/>
                      <a:round/>
                      <a:headEnd type="none" w="med" len="med"/>
                      <a:tailEnd type="none" w="med" len="med"/>
                    </a:lnB>
                    <a:no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1" i="0" u="none" strike="noStrike" baseline="0">
                          <a:solidFill>
                            <a:srgbClr val="000000"/>
                          </a:solidFill>
                          <a:effectLst/>
                          <a:latin typeface="Arial" panose="020B0604020202020204" pitchFamily="34" charset="0"/>
                          <a:ea typeface="Meiryo UI" panose="020B0604030504040204" pitchFamily="50" charset="-128"/>
                        </a:rPr>
                        <a:t>川口（大）</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EA5504">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kumimoji="1" lang="ja-JP" altLang="en-US" sz="1200" b="0" i="0" u="none" strike="noStrike" kern="1200" cap="none" spc="0" normalizeH="0" baseline="0" noProof="0">
                          <a:ln>
                            <a:noFill/>
                          </a:ln>
                          <a:solidFill>
                            <a:srgbClr val="000000"/>
                          </a:solidFill>
                          <a:effectLst/>
                          <a:uLnTx/>
                          <a:uFillTx/>
                          <a:latin typeface="Arial" panose="020B0604020202020204" pitchFamily="34" charset="0"/>
                          <a:ea typeface="Meiryo UI" panose="020B0604030504040204" pitchFamily="50" charset="-128"/>
                          <a:cs typeface="+mn-cs"/>
                        </a:rPr>
                        <a:t>●</a:t>
                      </a:r>
                      <a:endParaRPr lang="ja-JP" altLang="en-US" sz="1200" b="0" i="0" u="none" strike="noStrike" baseline="0">
                        <a:solidFill>
                          <a:srgbClr val="000000"/>
                        </a:solidFill>
                        <a:effectLst/>
                        <a:latin typeface="Arial" panose="020B0604020202020204" pitchFamily="34" charset="0"/>
                        <a:ea typeface="Meiryo UI" panose="020B0604030504040204" pitchFamily="50" charset="-128"/>
                      </a:endParaRP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EA5504">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EA5504">
                        <a:lumMod val="20000"/>
                        <a:lumOff val="80000"/>
                      </a:srgbClr>
                    </a:solidFill>
                  </a:tcPr>
                </a:tc>
                <a:tc>
                  <a:txBody>
                    <a:body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EA5504">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EA5504">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EA5504">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EA5504">
                        <a:lumMod val="20000"/>
                        <a:lumOff val="80000"/>
                      </a:srgbClr>
                    </a:solidFill>
                  </a:tcPr>
                </a:tc>
                <a:extLst>
                  <a:ext uri="{0D108BD9-81ED-4DB2-BD59-A6C34878D82A}">
                    <a16:rowId xmlns:a16="http://schemas.microsoft.com/office/drawing/2014/main" val="343468133"/>
                  </a:ext>
                </a:extLst>
              </a:tr>
              <a:tr h="288000">
                <a:tc vMerge="1">
                  <a:txBody>
                    <a:bodyPr/>
                    <a:lstStyle/>
                    <a:p>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ysDash"/>
                      <a:round/>
                      <a:headEnd type="none" w="med" len="med"/>
                      <a:tailEnd type="none" w="med" len="med"/>
                    </a:lnR>
                    <a:lnT w="3175" cap="flat" cmpd="sng" algn="ctr">
                      <a:solidFill>
                        <a:schemeClr val="bg1">
                          <a:lumMod val="50000"/>
                        </a:schemeClr>
                      </a:solidFill>
                      <a:prstDash val="sysDash"/>
                      <a:round/>
                      <a:headEnd type="none" w="med" len="med"/>
                      <a:tailEnd type="none" w="med" len="med"/>
                    </a:lnT>
                    <a:lnB w="3175" cap="flat" cmpd="sng" algn="ctr">
                      <a:solidFill>
                        <a:schemeClr val="bg1">
                          <a:lumMod val="50000"/>
                        </a:schemeClr>
                      </a:solidFill>
                      <a:prstDash val="sysDash"/>
                      <a:round/>
                      <a:headEnd type="none" w="med" len="med"/>
                      <a:tailEnd type="none" w="med" len="med"/>
                    </a:lnB>
                    <a:no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1" i="0" u="none" strike="noStrike" baseline="0">
                          <a:solidFill>
                            <a:srgbClr val="000000"/>
                          </a:solidFill>
                          <a:effectLst/>
                          <a:latin typeface="Arial" panose="020B0604020202020204" pitchFamily="34" charset="0"/>
                          <a:ea typeface="Meiryo UI" panose="020B0604030504040204" pitchFamily="50" charset="-128"/>
                        </a:rPr>
                        <a:t>奥田</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EA5504">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kumimoji="1" lang="ja-JP" altLang="en-US" sz="1200" b="0" i="0" u="none" strike="noStrike" kern="1200" cap="none" spc="0" normalizeH="0" baseline="0" noProof="0">
                          <a:ln>
                            <a:noFill/>
                          </a:ln>
                          <a:solidFill>
                            <a:srgbClr val="000000"/>
                          </a:solidFill>
                          <a:effectLst/>
                          <a:uLnTx/>
                          <a:uFillTx/>
                          <a:latin typeface="Arial" panose="020B0604020202020204" pitchFamily="34" charset="0"/>
                          <a:ea typeface="Meiryo UI" panose="020B0604030504040204" pitchFamily="50" charset="-128"/>
                          <a:cs typeface="+mn-cs"/>
                        </a:rPr>
                        <a:t>●</a:t>
                      </a:r>
                      <a:endParaRPr lang="ja-JP" altLang="en-US" sz="1200" b="0" i="0" u="none" strike="noStrike" baseline="0">
                        <a:solidFill>
                          <a:srgbClr val="000000"/>
                        </a:solidFill>
                        <a:effectLst/>
                        <a:latin typeface="Arial" panose="020B0604020202020204" pitchFamily="34" charset="0"/>
                        <a:ea typeface="Meiryo UI" panose="020B0604030504040204" pitchFamily="50" charset="-128"/>
                      </a:endParaRP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EA5504">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EA5504">
                        <a:lumMod val="20000"/>
                        <a:lumOff val="80000"/>
                      </a:srgbClr>
                    </a:solidFill>
                  </a:tcPr>
                </a:tc>
                <a:tc>
                  <a:txBody>
                    <a:body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EA5504">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EA5504">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a:t>
                      </a:r>
                      <a:endParaRPr lang="en-US" altLang="ja-JP" sz="1200" b="0" i="0" u="none" strike="noStrike" baseline="0">
                        <a:solidFill>
                          <a:srgbClr val="000000"/>
                        </a:solidFill>
                        <a:effectLst/>
                        <a:latin typeface="Arial" panose="020B0604020202020204" pitchFamily="34" charset="0"/>
                        <a:ea typeface="Meiryo UI" panose="020B0604030504040204" pitchFamily="50" charset="-128"/>
                      </a:endParaRP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EA5504">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EA5504">
                        <a:lumMod val="20000"/>
                        <a:lumOff val="80000"/>
                      </a:srgbClr>
                    </a:solidFill>
                  </a:tcPr>
                </a:tc>
                <a:extLst>
                  <a:ext uri="{0D108BD9-81ED-4DB2-BD59-A6C34878D82A}">
                    <a16:rowId xmlns:a16="http://schemas.microsoft.com/office/drawing/2014/main" val="434437299"/>
                  </a:ext>
                </a:extLst>
              </a:tr>
              <a:tr h="288000">
                <a:tc vMerge="1">
                  <a:txBody>
                    <a:bodyPr/>
                    <a:lstStyle/>
                    <a:p>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ysDash"/>
                      <a:round/>
                      <a:headEnd type="none" w="med" len="med"/>
                      <a:tailEnd type="none" w="med" len="med"/>
                    </a:lnR>
                    <a:lnT w="3175" cap="flat" cmpd="sng" algn="ctr">
                      <a:solidFill>
                        <a:schemeClr val="bg1">
                          <a:lumMod val="50000"/>
                        </a:schemeClr>
                      </a:solidFill>
                      <a:prstDash val="sysDash"/>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1" i="0" u="none" strike="noStrike" baseline="0">
                          <a:solidFill>
                            <a:srgbClr val="000000"/>
                          </a:solidFill>
                          <a:effectLst/>
                          <a:latin typeface="Arial" panose="020B0604020202020204" pitchFamily="34" charset="0"/>
                          <a:ea typeface="Meiryo UI" panose="020B0604030504040204" pitchFamily="50" charset="-128"/>
                        </a:rPr>
                        <a:t>竹澤</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A5504">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kumimoji="1" lang="ja-JP" altLang="en-US" sz="1200" b="0" i="0" u="none" strike="noStrike" kern="1200" cap="none" spc="0" normalizeH="0" baseline="0" noProof="0">
                          <a:ln>
                            <a:noFill/>
                          </a:ln>
                          <a:solidFill>
                            <a:srgbClr val="000000"/>
                          </a:solidFill>
                          <a:effectLst/>
                          <a:uLnTx/>
                          <a:uFillTx/>
                          <a:latin typeface="Arial" panose="020B0604020202020204" pitchFamily="34" charset="0"/>
                          <a:ea typeface="Meiryo UI" panose="020B0604030504040204" pitchFamily="50" charset="-128"/>
                          <a:cs typeface="+mn-cs"/>
                        </a:rPr>
                        <a:t>●</a:t>
                      </a:r>
                      <a:endParaRPr lang="ja-JP" altLang="en-US" sz="1200" b="0" i="0" u="none" strike="noStrike" baseline="0">
                        <a:solidFill>
                          <a:srgbClr val="000000"/>
                        </a:solidFill>
                        <a:effectLst/>
                        <a:latin typeface="Arial" panose="020B0604020202020204" pitchFamily="34" charset="0"/>
                        <a:ea typeface="Meiryo UI" panose="020B0604030504040204" pitchFamily="50" charset="-128"/>
                      </a:endParaRP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A5504">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A5504">
                        <a:lumMod val="20000"/>
                        <a:lumOff val="80000"/>
                      </a:srgbClr>
                    </a:solidFill>
                  </a:tcPr>
                </a:tc>
                <a:tc>
                  <a:txBody>
                    <a:body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A5504">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ー</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A5504">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A5504">
                        <a:lumMod val="20000"/>
                        <a:lumOff val="80000"/>
                      </a:srgb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fontAlgn="ctr">
                        <a:buNone/>
                      </a:pPr>
                      <a:r>
                        <a:rPr lang="ja-JP" altLang="en-US" sz="1200" b="0" i="0" u="none" strike="noStrike" baseline="0">
                          <a:solidFill>
                            <a:srgbClr val="000000"/>
                          </a:solidFill>
                          <a:effectLst/>
                          <a:latin typeface="Arial" panose="020B0604020202020204" pitchFamily="34" charset="0"/>
                          <a:ea typeface="Meiryo UI" panose="020B0604030504040204" pitchFamily="50" charset="-128"/>
                        </a:rPr>
                        <a:t>●</a:t>
                      </a:r>
                    </a:p>
                  </a:txBody>
                  <a:tcPr marL="0" marR="0" marT="0"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A5504">
                        <a:lumMod val="20000"/>
                        <a:lumOff val="80000"/>
                      </a:srgbClr>
                    </a:solidFill>
                  </a:tcPr>
                </a:tc>
                <a:extLst>
                  <a:ext uri="{0D108BD9-81ED-4DB2-BD59-A6C34878D82A}">
                    <a16:rowId xmlns:a16="http://schemas.microsoft.com/office/drawing/2014/main" val="3462937455"/>
                  </a:ext>
                </a:extLst>
              </a:tr>
            </a:tbl>
          </a:graphicData>
        </a:graphic>
      </p:graphicFrame>
      <p:sp>
        <p:nvSpPr>
          <p:cNvPr id="6" name="正方形/長方形 5">
            <a:extLst>
              <a:ext uri="{FF2B5EF4-FFF2-40B4-BE49-F238E27FC236}">
                <a16:creationId xmlns:a16="http://schemas.microsoft.com/office/drawing/2014/main" id="{D7B9EED6-8F46-9EEE-4A97-D5971BDC69CB}"/>
              </a:ext>
            </a:extLst>
          </p:cNvPr>
          <p:cNvSpPr/>
          <p:nvPr/>
        </p:nvSpPr>
        <p:spPr>
          <a:xfrm>
            <a:off x="334963" y="6169025"/>
            <a:ext cx="11160124" cy="27420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r>
              <a:rPr kumimoji="1" lang="en-US" altLang="ja-JP" sz="1200">
                <a:solidFill>
                  <a:schemeClr val="bg1">
                    <a:lumMod val="50000"/>
                  </a:schemeClr>
                </a:solidFill>
              </a:rPr>
              <a:t>※</a:t>
            </a:r>
            <a:r>
              <a:rPr kumimoji="1" lang="ja-JP" altLang="en-US" sz="1200">
                <a:solidFill>
                  <a:schemeClr val="bg1">
                    <a:lumMod val="50000"/>
                  </a:schemeClr>
                </a:solidFill>
              </a:rPr>
              <a:t>スケジュールにて「現状確認後、判断」としている項目のため、上記のように記載</a:t>
            </a:r>
          </a:p>
        </p:txBody>
      </p:sp>
    </p:spTree>
    <p:extLst>
      <p:ext uri="{BB962C8B-B14F-4D97-AF65-F5344CB8AC3E}">
        <p14:creationId xmlns:p14="http://schemas.microsoft.com/office/powerpoint/2010/main" val="1792000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6B0D9-EE63-874B-4969-4D250A5D916D}"/>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F89643F3-3EAC-3DBB-D985-D5C81423FC60}"/>
              </a:ext>
            </a:extLst>
          </p:cNvPr>
          <p:cNvSpPr>
            <a:spLocks noGrp="1"/>
          </p:cNvSpPr>
          <p:nvPr>
            <p:ph type="body" sz="quarter" idx="12"/>
          </p:nvPr>
        </p:nvSpPr>
        <p:spPr/>
        <p:txBody>
          <a:bodyPr/>
          <a:lstStyle/>
          <a:p>
            <a:r>
              <a:rPr lang="ja-JP" altLang="en-US"/>
              <a:t>分科会</a:t>
            </a:r>
            <a:r>
              <a:rPr lang="en-US" altLang="ja-JP"/>
              <a:t>A-1</a:t>
            </a:r>
            <a:r>
              <a:rPr lang="ja-JP" altLang="en-US"/>
              <a:t>（</a:t>
            </a:r>
            <a:r>
              <a:rPr lang="en-US" altLang="ja-JP"/>
              <a:t>JRE MALL</a:t>
            </a:r>
            <a:r>
              <a:rPr lang="ja-JP" altLang="en-US"/>
              <a:t>関連）は、</a:t>
            </a:r>
            <a:r>
              <a:rPr lang="en-US" altLang="ja-JP"/>
              <a:t>JRE</a:t>
            </a:r>
            <a:r>
              <a:rPr lang="ja-JP" altLang="en-US"/>
              <a:t>社内の</a:t>
            </a:r>
            <a:r>
              <a:rPr lang="en-US" altLang="ja-JP"/>
              <a:t>JRE MALL</a:t>
            </a:r>
            <a:r>
              <a:rPr lang="ja-JP" altLang="en-US"/>
              <a:t>に関する</a:t>
            </a:r>
            <a:r>
              <a:rPr lang="en-US" altLang="ja-JP"/>
              <a:t>WG</a:t>
            </a:r>
            <a:r>
              <a:rPr lang="ja-JP" altLang="en-US"/>
              <a:t>の運営を</a:t>
            </a:r>
            <a:br>
              <a:rPr lang="en-US" altLang="ja-JP"/>
            </a:br>
            <a:r>
              <a:rPr lang="ja-JP" altLang="en-US"/>
              <a:t>通じて、</a:t>
            </a:r>
            <a:r>
              <a:rPr lang="en-US" altLang="ja-JP"/>
              <a:t>2026</a:t>
            </a:r>
            <a:r>
              <a:rPr lang="ja-JP" altLang="en-US"/>
              <a:t>年</a:t>
            </a:r>
            <a:r>
              <a:rPr lang="en-US" altLang="ja-JP"/>
              <a:t>3</a:t>
            </a:r>
            <a:r>
              <a:rPr lang="ja-JP" altLang="en-US"/>
              <a:t>月末までにありたい姿の策定、サービス検討を実施する</a:t>
            </a:r>
            <a:endParaRPr kumimoji="1" lang="ja-JP" altLang="en-US"/>
          </a:p>
        </p:txBody>
      </p:sp>
      <p:sp>
        <p:nvSpPr>
          <p:cNvPr id="4" name="テキスト プレースホルダー 3">
            <a:extLst>
              <a:ext uri="{FF2B5EF4-FFF2-40B4-BE49-F238E27FC236}">
                <a16:creationId xmlns:a16="http://schemas.microsoft.com/office/drawing/2014/main" id="{070E7B8A-C66D-6BED-A41A-59C858FD2D7D}"/>
              </a:ext>
            </a:extLst>
          </p:cNvPr>
          <p:cNvSpPr>
            <a:spLocks noGrp="1"/>
          </p:cNvSpPr>
          <p:nvPr>
            <p:ph type="body" sz="quarter" idx="10"/>
          </p:nvPr>
        </p:nvSpPr>
        <p:spPr/>
        <p:txBody>
          <a:bodyPr/>
          <a:lstStyle/>
          <a:p>
            <a:r>
              <a:rPr kumimoji="1" lang="en-US" altLang="ja-JP">
                <a:solidFill>
                  <a:schemeClr val="tx1"/>
                </a:solidFill>
              </a:rPr>
              <a:t>04_</a:t>
            </a:r>
            <a:r>
              <a:rPr lang="ja-JP" altLang="en-US">
                <a:solidFill>
                  <a:schemeClr val="tx1"/>
                </a:solidFill>
              </a:rPr>
              <a:t>分科会</a:t>
            </a:r>
            <a:r>
              <a:rPr lang="en-US" altLang="ja-JP">
                <a:solidFill>
                  <a:schemeClr val="tx1"/>
                </a:solidFill>
              </a:rPr>
              <a:t>A-1</a:t>
            </a:r>
            <a:r>
              <a:rPr lang="ja-JP" altLang="en-US">
                <a:solidFill>
                  <a:schemeClr val="tx1"/>
                </a:solidFill>
              </a:rPr>
              <a:t>（</a:t>
            </a:r>
            <a:r>
              <a:rPr lang="en-US" altLang="ja-JP">
                <a:solidFill>
                  <a:schemeClr val="tx1"/>
                </a:solidFill>
              </a:rPr>
              <a:t>JRE MALL</a:t>
            </a:r>
            <a:r>
              <a:rPr lang="ja-JP" altLang="en-US">
                <a:solidFill>
                  <a:schemeClr val="tx1"/>
                </a:solidFill>
              </a:rPr>
              <a:t>関連）</a:t>
            </a:r>
            <a:endParaRPr kumimoji="1" lang="ja-JP" altLang="en-US">
              <a:solidFill>
                <a:schemeClr val="tx1"/>
              </a:solidFill>
            </a:endParaRPr>
          </a:p>
        </p:txBody>
      </p:sp>
      <p:grpSp>
        <p:nvGrpSpPr>
          <p:cNvPr id="7" name="グループ化 6">
            <a:extLst>
              <a:ext uri="{FF2B5EF4-FFF2-40B4-BE49-F238E27FC236}">
                <a16:creationId xmlns:a16="http://schemas.microsoft.com/office/drawing/2014/main" id="{19C87A95-8AF4-26BE-D8B2-1428DAA41B1F}"/>
              </a:ext>
            </a:extLst>
          </p:cNvPr>
          <p:cNvGrpSpPr/>
          <p:nvPr/>
        </p:nvGrpSpPr>
        <p:grpSpPr>
          <a:xfrm>
            <a:off x="337608" y="2396061"/>
            <a:ext cx="11518667" cy="1008000"/>
            <a:chOff x="337608" y="1776412"/>
            <a:chExt cx="11518667" cy="972000"/>
          </a:xfrm>
        </p:grpSpPr>
        <p:sp>
          <p:nvSpPr>
            <p:cNvPr id="18" name="正方形/長方形 17">
              <a:extLst>
                <a:ext uri="{FF2B5EF4-FFF2-40B4-BE49-F238E27FC236}">
                  <a16:creationId xmlns:a16="http://schemas.microsoft.com/office/drawing/2014/main" id="{5D8348B4-E4FA-8424-805E-4D29A221DF94}"/>
                </a:ext>
              </a:extLst>
            </p:cNvPr>
            <p:cNvSpPr/>
            <p:nvPr/>
          </p:nvSpPr>
          <p:spPr>
            <a:xfrm>
              <a:off x="337608" y="1776412"/>
              <a:ext cx="1800000" cy="9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t>先週の</a:t>
              </a:r>
              <a:br>
                <a:rPr kumimoji="1" lang="en-US" altLang="ja-JP" sz="1400"/>
              </a:br>
              <a:r>
                <a:rPr kumimoji="1" lang="ja-JP" altLang="en-US" sz="1400"/>
                <a:t>実施アクション</a:t>
              </a:r>
              <a:endParaRPr kumimoji="1" lang="ja-JP" altLang="en-US" sz="1400" baseline="30000"/>
            </a:p>
          </p:txBody>
        </p:sp>
        <p:sp>
          <p:nvSpPr>
            <p:cNvPr id="19" name="正方形/長方形 18">
              <a:extLst>
                <a:ext uri="{FF2B5EF4-FFF2-40B4-BE49-F238E27FC236}">
                  <a16:creationId xmlns:a16="http://schemas.microsoft.com/office/drawing/2014/main" id="{5BDD928D-241D-443A-7AE8-D934A5CE0CA2}"/>
                </a:ext>
              </a:extLst>
            </p:cNvPr>
            <p:cNvSpPr/>
            <p:nvPr/>
          </p:nvSpPr>
          <p:spPr>
            <a:xfrm>
              <a:off x="2316275" y="1776412"/>
              <a:ext cx="9540000" cy="97200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171450" indent="-171450">
                <a:lnSpc>
                  <a:spcPct val="130000"/>
                </a:lnSpc>
                <a:buFont typeface="Arial" panose="020B0604020202020204" pitchFamily="34" charset="0"/>
                <a:buChar char="•"/>
              </a:pPr>
              <a:r>
                <a:rPr lang="en-US" altLang="ja-JP" sz="1200">
                  <a:solidFill>
                    <a:schemeClr val="tx1"/>
                  </a:solidFill>
                </a:rPr>
                <a:t>JRE MALL</a:t>
              </a:r>
              <a:r>
                <a:rPr lang="ja-JP" altLang="en-US" sz="1200">
                  <a:solidFill>
                    <a:schemeClr val="tx1"/>
                  </a:solidFill>
                </a:rPr>
                <a:t>に関する今後の検討事項やスケジュールの検討・決定（</a:t>
              </a:r>
              <a:r>
                <a:rPr lang="en-US" altLang="ja-JP" sz="1200">
                  <a:solidFill>
                    <a:schemeClr val="tx1"/>
                  </a:solidFill>
                </a:rPr>
                <a:t>P11</a:t>
              </a:r>
              <a:r>
                <a:rPr lang="ja-JP" altLang="en-US" sz="1200">
                  <a:solidFill>
                    <a:schemeClr val="tx1"/>
                  </a:solidFill>
                </a:rPr>
                <a:t>～</a:t>
              </a:r>
              <a:r>
                <a:rPr lang="en-US" altLang="ja-JP" sz="1200">
                  <a:solidFill>
                    <a:schemeClr val="tx1"/>
                  </a:solidFill>
                </a:rPr>
                <a:t>13</a:t>
              </a:r>
              <a:r>
                <a:rPr lang="ja-JP" altLang="en-US" sz="1200">
                  <a:solidFill>
                    <a:schemeClr val="tx1"/>
                  </a:solidFill>
                </a:rPr>
                <a:t>参照）</a:t>
              </a:r>
              <a:endParaRPr lang="en-US" altLang="ja-JP" sz="1200">
                <a:solidFill>
                  <a:schemeClr val="tx1"/>
                </a:solidFill>
              </a:endParaRPr>
            </a:p>
            <a:p>
              <a:pPr marL="171450" indent="-171450">
                <a:lnSpc>
                  <a:spcPct val="130000"/>
                </a:lnSpc>
                <a:buFont typeface="Arial" panose="020B0604020202020204" pitchFamily="34" charset="0"/>
                <a:buChar char="•"/>
              </a:pPr>
              <a:r>
                <a:rPr lang="ja-JP" altLang="en-US" sz="1200">
                  <a:solidFill>
                    <a:schemeClr val="tx1"/>
                  </a:solidFill>
                </a:rPr>
                <a:t>本分科会が事務局として運営する</a:t>
              </a:r>
              <a:r>
                <a:rPr lang="en-US" altLang="ja-JP" sz="1200">
                  <a:solidFill>
                    <a:schemeClr val="tx1"/>
                  </a:solidFill>
                </a:rPr>
                <a:t>JRE MALL</a:t>
              </a:r>
              <a:r>
                <a:rPr lang="ja-JP" altLang="en-US" sz="1200">
                  <a:solidFill>
                    <a:schemeClr val="tx1"/>
                  </a:solidFill>
                </a:rPr>
                <a:t>に関する検討</a:t>
              </a:r>
              <a:r>
                <a:rPr lang="en-US" altLang="ja-JP" sz="1200">
                  <a:solidFill>
                    <a:schemeClr val="tx1"/>
                  </a:solidFill>
                </a:rPr>
                <a:t>WG</a:t>
              </a:r>
              <a:r>
                <a:rPr lang="en-US" altLang="ja-JP" sz="1200" baseline="30000">
                  <a:solidFill>
                    <a:schemeClr val="tx1"/>
                  </a:solidFill>
                </a:rPr>
                <a:t>※</a:t>
              </a:r>
              <a:r>
                <a:rPr lang="ja-JP" altLang="en-US" sz="1200">
                  <a:solidFill>
                    <a:schemeClr val="tx1"/>
                  </a:solidFill>
                </a:rPr>
                <a:t>の初回</a:t>
              </a:r>
              <a:r>
                <a:rPr lang="en-US" altLang="ja-JP" sz="1200">
                  <a:solidFill>
                    <a:schemeClr val="tx1"/>
                  </a:solidFill>
                </a:rPr>
                <a:t>MTG</a:t>
              </a:r>
              <a:r>
                <a:rPr lang="ja-JP" altLang="en-US" sz="1200">
                  <a:solidFill>
                    <a:schemeClr val="tx1"/>
                  </a:solidFill>
                </a:rPr>
                <a:t>を実施（</a:t>
              </a:r>
              <a:r>
                <a:rPr lang="en-US" altLang="ja-JP" sz="1200">
                  <a:solidFill>
                    <a:schemeClr val="tx1"/>
                  </a:solidFill>
                </a:rPr>
                <a:t>P11</a:t>
              </a:r>
              <a:r>
                <a:rPr lang="ja-JP" altLang="en-US" sz="1200">
                  <a:solidFill>
                    <a:schemeClr val="tx1"/>
                  </a:solidFill>
                </a:rPr>
                <a:t>～</a:t>
              </a:r>
              <a:r>
                <a:rPr lang="en-US" altLang="ja-JP" sz="1200">
                  <a:solidFill>
                    <a:schemeClr val="tx1"/>
                  </a:solidFill>
                </a:rPr>
                <a:t>14</a:t>
              </a:r>
              <a:r>
                <a:rPr lang="ja-JP" altLang="en-US" sz="1200">
                  <a:solidFill>
                    <a:schemeClr val="tx1"/>
                  </a:solidFill>
                </a:rPr>
                <a:t>：</a:t>
              </a:r>
              <a:r>
                <a:rPr lang="en-US" altLang="ja-JP" sz="1200">
                  <a:solidFill>
                    <a:schemeClr val="tx1"/>
                  </a:solidFill>
                </a:rPr>
                <a:t>WG</a:t>
              </a:r>
              <a:r>
                <a:rPr lang="ja-JP" altLang="en-US" sz="1200">
                  <a:solidFill>
                    <a:schemeClr val="tx1"/>
                  </a:solidFill>
                </a:rPr>
                <a:t>での説明資料）</a:t>
              </a:r>
              <a:endParaRPr lang="en-US" altLang="ja-JP" sz="1200">
                <a:solidFill>
                  <a:schemeClr val="tx1"/>
                </a:solidFill>
              </a:endParaRPr>
            </a:p>
            <a:p>
              <a:pPr marL="449263" lvl="1" indent="-285750">
                <a:lnSpc>
                  <a:spcPct val="130000"/>
                </a:lnSpc>
                <a:buFont typeface="Wingdings" panose="05000000000000000000" pitchFamily="2" charset="2"/>
                <a:buChar char="ü"/>
              </a:pPr>
              <a:r>
                <a:rPr lang="ja-JP" altLang="en-US" sz="1200">
                  <a:solidFill>
                    <a:schemeClr val="tx1"/>
                  </a:solidFill>
                </a:rPr>
                <a:t>今後の想定ワーク、およびスケジュールを説明</a:t>
              </a:r>
              <a:endParaRPr lang="en-US" altLang="ja-JP" sz="1200">
                <a:solidFill>
                  <a:schemeClr val="tx1"/>
                </a:solidFill>
              </a:endParaRPr>
            </a:p>
            <a:p>
              <a:pPr marL="449263" lvl="1" indent="-285750">
                <a:lnSpc>
                  <a:spcPct val="130000"/>
                </a:lnSpc>
                <a:buFont typeface="Wingdings" panose="05000000000000000000" pitchFamily="2" charset="2"/>
                <a:buChar char="ü"/>
              </a:pPr>
              <a:r>
                <a:rPr lang="en-US" altLang="ja-JP" sz="1200">
                  <a:solidFill>
                    <a:schemeClr val="tx1"/>
                  </a:solidFill>
                </a:rPr>
                <a:t>JRE MALL</a:t>
              </a:r>
              <a:r>
                <a:rPr lang="ja-JP" altLang="en-US" sz="1200">
                  <a:solidFill>
                    <a:schemeClr val="tx1"/>
                  </a:solidFill>
                </a:rPr>
                <a:t>のありたい姿の検討に着手</a:t>
              </a:r>
              <a:endParaRPr lang="en-US" altLang="ja-JP" sz="1200">
                <a:solidFill>
                  <a:schemeClr val="tx1"/>
                </a:solidFill>
              </a:endParaRPr>
            </a:p>
          </p:txBody>
        </p:sp>
      </p:grpSp>
      <p:grpSp>
        <p:nvGrpSpPr>
          <p:cNvPr id="20" name="グループ化 19">
            <a:extLst>
              <a:ext uri="{FF2B5EF4-FFF2-40B4-BE49-F238E27FC236}">
                <a16:creationId xmlns:a16="http://schemas.microsoft.com/office/drawing/2014/main" id="{A1249C83-C898-BA11-B98C-9EE59DCDA715}"/>
              </a:ext>
            </a:extLst>
          </p:cNvPr>
          <p:cNvGrpSpPr/>
          <p:nvPr/>
        </p:nvGrpSpPr>
        <p:grpSpPr>
          <a:xfrm>
            <a:off x="338371" y="4644831"/>
            <a:ext cx="11518667" cy="720000"/>
            <a:chOff x="337608" y="1776412"/>
            <a:chExt cx="11518667" cy="972000"/>
          </a:xfrm>
        </p:grpSpPr>
        <p:sp>
          <p:nvSpPr>
            <p:cNvPr id="21" name="正方形/長方形 20">
              <a:extLst>
                <a:ext uri="{FF2B5EF4-FFF2-40B4-BE49-F238E27FC236}">
                  <a16:creationId xmlns:a16="http://schemas.microsoft.com/office/drawing/2014/main" id="{D688CF22-7E1B-6C8A-95A6-0094D5C8C239}"/>
                </a:ext>
              </a:extLst>
            </p:cNvPr>
            <p:cNvSpPr/>
            <p:nvPr/>
          </p:nvSpPr>
          <p:spPr>
            <a:xfrm>
              <a:off x="337608" y="1776412"/>
              <a:ext cx="1800000" cy="9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t>課題</a:t>
              </a:r>
              <a:endParaRPr kumimoji="1" lang="ja-JP" altLang="en-US" sz="1400" baseline="30000"/>
            </a:p>
          </p:txBody>
        </p:sp>
        <p:sp>
          <p:nvSpPr>
            <p:cNvPr id="22" name="正方形/長方形 21">
              <a:extLst>
                <a:ext uri="{FF2B5EF4-FFF2-40B4-BE49-F238E27FC236}">
                  <a16:creationId xmlns:a16="http://schemas.microsoft.com/office/drawing/2014/main" id="{190D5F9F-9941-9321-E43D-9BD7083B5628}"/>
                </a:ext>
              </a:extLst>
            </p:cNvPr>
            <p:cNvSpPr/>
            <p:nvPr/>
          </p:nvSpPr>
          <p:spPr>
            <a:xfrm>
              <a:off x="2316275" y="1776412"/>
              <a:ext cx="9540000" cy="97200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171450" indent="-171450">
                <a:lnSpc>
                  <a:spcPct val="130000"/>
                </a:lnSpc>
                <a:buFont typeface="Arial" panose="020B0604020202020204" pitchFamily="34" charset="0"/>
                <a:buChar char="•"/>
              </a:pPr>
              <a:r>
                <a:rPr lang="ja-JP" altLang="en-US" sz="1400">
                  <a:solidFill>
                    <a:schemeClr val="tx1"/>
                  </a:solidFill>
                </a:rPr>
                <a:t>ー</a:t>
              </a:r>
              <a:endParaRPr lang="en-US" altLang="ja-JP" sz="1400">
                <a:solidFill>
                  <a:schemeClr val="tx1"/>
                </a:solidFill>
              </a:endParaRPr>
            </a:p>
          </p:txBody>
        </p:sp>
      </p:grpSp>
      <p:grpSp>
        <p:nvGrpSpPr>
          <p:cNvPr id="23" name="グループ化 22">
            <a:extLst>
              <a:ext uri="{FF2B5EF4-FFF2-40B4-BE49-F238E27FC236}">
                <a16:creationId xmlns:a16="http://schemas.microsoft.com/office/drawing/2014/main" id="{CD7B180D-062C-B805-9F6F-CFC74542BC99}"/>
              </a:ext>
            </a:extLst>
          </p:cNvPr>
          <p:cNvGrpSpPr/>
          <p:nvPr/>
        </p:nvGrpSpPr>
        <p:grpSpPr>
          <a:xfrm>
            <a:off x="337608" y="3484446"/>
            <a:ext cx="11518667" cy="1080000"/>
            <a:chOff x="337608" y="1776412"/>
            <a:chExt cx="11518667" cy="972000"/>
          </a:xfrm>
        </p:grpSpPr>
        <p:sp>
          <p:nvSpPr>
            <p:cNvPr id="24" name="正方形/長方形 23">
              <a:extLst>
                <a:ext uri="{FF2B5EF4-FFF2-40B4-BE49-F238E27FC236}">
                  <a16:creationId xmlns:a16="http://schemas.microsoft.com/office/drawing/2014/main" id="{C416D0DE-3460-090D-11BC-CA0FBD87F658}"/>
                </a:ext>
              </a:extLst>
            </p:cNvPr>
            <p:cNvSpPr/>
            <p:nvPr/>
          </p:nvSpPr>
          <p:spPr>
            <a:xfrm>
              <a:off x="337608" y="1776412"/>
              <a:ext cx="1800000" cy="9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t>決定事項</a:t>
              </a:r>
              <a:endParaRPr kumimoji="1" lang="en-US" altLang="ja-JP" sz="1400"/>
            </a:p>
          </p:txBody>
        </p:sp>
        <p:sp>
          <p:nvSpPr>
            <p:cNvPr id="25" name="正方形/長方形 24">
              <a:extLst>
                <a:ext uri="{FF2B5EF4-FFF2-40B4-BE49-F238E27FC236}">
                  <a16:creationId xmlns:a16="http://schemas.microsoft.com/office/drawing/2014/main" id="{115C69C1-F465-1AEB-36C3-868FFA51C1E9}"/>
                </a:ext>
              </a:extLst>
            </p:cNvPr>
            <p:cNvSpPr/>
            <p:nvPr/>
          </p:nvSpPr>
          <p:spPr>
            <a:xfrm>
              <a:off x="2316275" y="1776412"/>
              <a:ext cx="9540000" cy="97200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171450" indent="-171450">
                <a:lnSpc>
                  <a:spcPct val="120000"/>
                </a:lnSpc>
                <a:buFont typeface="Arial" panose="020B0604020202020204" pitchFamily="34" charset="0"/>
                <a:buChar char="•"/>
              </a:pPr>
              <a:r>
                <a:rPr lang="ja-JP" altLang="en-US" sz="1200">
                  <a:solidFill>
                    <a:schemeClr val="tx1"/>
                  </a:solidFill>
                </a:rPr>
                <a:t>「</a:t>
              </a:r>
              <a:r>
                <a:rPr lang="en-US" altLang="ja-JP" sz="1200">
                  <a:solidFill>
                    <a:schemeClr val="tx1"/>
                  </a:solidFill>
                </a:rPr>
                <a:t>A-0-5</a:t>
              </a:r>
              <a:r>
                <a:rPr lang="ja-JP" altLang="en-US" sz="1200">
                  <a:solidFill>
                    <a:schemeClr val="tx1"/>
                  </a:solidFill>
                </a:rPr>
                <a:t>：スマロジ：マルチキューブ利活用」、「</a:t>
              </a:r>
              <a:r>
                <a:rPr lang="en-US" altLang="ja-JP" sz="1200">
                  <a:solidFill>
                    <a:schemeClr val="tx1"/>
                  </a:solidFill>
                </a:rPr>
                <a:t>A-0-6</a:t>
              </a:r>
              <a:r>
                <a:rPr lang="ja-JP" altLang="en-US" sz="1200">
                  <a:solidFill>
                    <a:schemeClr val="tx1"/>
                  </a:solidFill>
                </a:rPr>
                <a:t>：まちづくり：街アプリのサービス群」、</a:t>
              </a:r>
              <a:br>
                <a:rPr lang="en-US" altLang="ja-JP" sz="1200">
                  <a:solidFill>
                    <a:schemeClr val="tx1"/>
                  </a:solidFill>
                </a:rPr>
              </a:br>
              <a:r>
                <a:rPr lang="ja-JP" altLang="en-US" sz="1200">
                  <a:solidFill>
                    <a:schemeClr val="tx1"/>
                  </a:solidFill>
                </a:rPr>
                <a:t>「</a:t>
              </a:r>
              <a:r>
                <a:rPr lang="en-US" altLang="ja-JP" sz="1200">
                  <a:solidFill>
                    <a:schemeClr val="tx1"/>
                  </a:solidFill>
                </a:rPr>
                <a:t>A-0-7</a:t>
              </a:r>
              <a:r>
                <a:rPr lang="ja-JP" altLang="en-US" sz="1200">
                  <a:solidFill>
                    <a:schemeClr val="tx1"/>
                  </a:solidFill>
                </a:rPr>
                <a:t>：都市開発：</a:t>
              </a:r>
              <a:r>
                <a:rPr lang="en-US" altLang="ja-JP" sz="1200" err="1">
                  <a:solidFill>
                    <a:schemeClr val="tx1"/>
                  </a:solidFill>
                </a:rPr>
                <a:t>ekisumu</a:t>
              </a:r>
              <a:r>
                <a:rPr lang="ja-JP" altLang="en-US" sz="1200">
                  <a:solidFill>
                    <a:schemeClr val="tx1"/>
                  </a:solidFill>
                </a:rPr>
                <a:t>住民向け差別化サービス」、「</a:t>
              </a:r>
              <a:r>
                <a:rPr lang="en-US" altLang="ja-JP" sz="1200">
                  <a:solidFill>
                    <a:schemeClr val="tx1"/>
                  </a:solidFill>
                </a:rPr>
                <a:t>A-0-8</a:t>
              </a:r>
              <a:r>
                <a:rPr lang="ja-JP" altLang="en-US" sz="1200">
                  <a:solidFill>
                    <a:schemeClr val="tx1"/>
                  </a:solidFill>
                </a:rPr>
                <a:t>：その他テーマ探索」は、</a:t>
              </a:r>
              <a:r>
                <a:rPr lang="ja-JP" altLang="en-US" sz="1200" b="1">
                  <a:solidFill>
                    <a:schemeClr val="tx1"/>
                  </a:solidFill>
                </a:rPr>
                <a:t>サービス化の検討をするのではなく、</a:t>
              </a:r>
              <a:br>
                <a:rPr lang="en-US" altLang="ja-JP" sz="1200" b="1">
                  <a:solidFill>
                    <a:schemeClr val="tx1"/>
                  </a:solidFill>
                </a:rPr>
              </a:br>
              <a:r>
                <a:rPr lang="en-US" altLang="ja-JP" sz="1200" b="1">
                  <a:solidFill>
                    <a:schemeClr val="tx1"/>
                  </a:solidFill>
                </a:rPr>
                <a:t>JRE MALL</a:t>
              </a:r>
              <a:r>
                <a:rPr lang="ja-JP" altLang="en-US" sz="1200" b="1">
                  <a:solidFill>
                    <a:schemeClr val="tx1"/>
                  </a:solidFill>
                </a:rPr>
                <a:t>のサービス検討のための要素として取り扱う </a:t>
              </a:r>
              <a:r>
                <a:rPr lang="en-US" altLang="ja-JP" sz="1200">
                  <a:solidFill>
                    <a:schemeClr val="tx1"/>
                  </a:solidFill>
                </a:rPr>
                <a:t>※</a:t>
              </a:r>
              <a:r>
                <a:rPr lang="ja-JP" altLang="en-US" sz="1200">
                  <a:solidFill>
                    <a:schemeClr val="tx1"/>
                  </a:solidFill>
                </a:rPr>
                <a:t>「</a:t>
              </a:r>
              <a:r>
                <a:rPr lang="en-US" altLang="ja-JP" sz="1200">
                  <a:solidFill>
                    <a:schemeClr val="tx1"/>
                  </a:solidFill>
                </a:rPr>
                <a:t>Club</a:t>
              </a:r>
              <a:r>
                <a:rPr lang="ja-JP" altLang="en-US" sz="1200">
                  <a:solidFill>
                    <a:schemeClr val="tx1"/>
                  </a:solidFill>
                </a:rPr>
                <a:t>、生活の定期券」や「</a:t>
              </a:r>
              <a:r>
                <a:rPr lang="en-US" altLang="ja-JP" sz="1200">
                  <a:solidFill>
                    <a:schemeClr val="tx1"/>
                  </a:solidFill>
                </a:rPr>
                <a:t>B</a:t>
              </a:r>
              <a:r>
                <a:rPr lang="ja-JP" altLang="en-US" sz="1200">
                  <a:solidFill>
                    <a:schemeClr val="tx1"/>
                  </a:solidFill>
                </a:rPr>
                <a:t>：未来起点のサービステーマ検討」、</a:t>
              </a:r>
              <a:br>
                <a:rPr lang="en-US" altLang="ja-JP" sz="1200">
                  <a:solidFill>
                    <a:schemeClr val="tx1"/>
                  </a:solidFill>
                </a:rPr>
              </a:br>
              <a:r>
                <a:rPr lang="ja-JP" altLang="en-US" sz="1200">
                  <a:solidFill>
                    <a:schemeClr val="tx1"/>
                  </a:solidFill>
                </a:rPr>
                <a:t>「</a:t>
              </a:r>
              <a:r>
                <a:rPr lang="en-US" altLang="ja-JP" sz="1200">
                  <a:solidFill>
                    <a:schemeClr val="tx1"/>
                  </a:solidFill>
                </a:rPr>
                <a:t>C</a:t>
              </a:r>
              <a:r>
                <a:rPr lang="ja-JP" altLang="en-US" sz="1200">
                  <a:solidFill>
                    <a:schemeClr val="tx1"/>
                  </a:solidFill>
                </a:rPr>
                <a:t>：競合調査起点のサービステーマ検討」も</a:t>
              </a:r>
              <a:r>
                <a:rPr lang="en-US" altLang="ja-JP" sz="1200">
                  <a:solidFill>
                    <a:schemeClr val="tx1"/>
                  </a:solidFill>
                </a:rPr>
                <a:t>JRE MALL</a:t>
              </a:r>
              <a:r>
                <a:rPr lang="ja-JP" altLang="en-US" sz="1200">
                  <a:solidFill>
                    <a:schemeClr val="tx1"/>
                  </a:solidFill>
                </a:rPr>
                <a:t>のサービス検討のための要素として取り扱う</a:t>
              </a:r>
              <a:endParaRPr lang="en-US" altLang="ja-JP" sz="1200">
                <a:solidFill>
                  <a:schemeClr val="tx1"/>
                </a:solidFill>
              </a:endParaRPr>
            </a:p>
          </p:txBody>
        </p:sp>
      </p:grpSp>
      <p:grpSp>
        <p:nvGrpSpPr>
          <p:cNvPr id="26" name="グループ化 25">
            <a:extLst>
              <a:ext uri="{FF2B5EF4-FFF2-40B4-BE49-F238E27FC236}">
                <a16:creationId xmlns:a16="http://schemas.microsoft.com/office/drawing/2014/main" id="{3BD17820-8BBB-17F8-9F97-B3DCE830193D}"/>
              </a:ext>
            </a:extLst>
          </p:cNvPr>
          <p:cNvGrpSpPr/>
          <p:nvPr/>
        </p:nvGrpSpPr>
        <p:grpSpPr>
          <a:xfrm>
            <a:off x="338371" y="5445215"/>
            <a:ext cx="11518667" cy="720000"/>
            <a:chOff x="337608" y="1776412"/>
            <a:chExt cx="11518667" cy="972000"/>
          </a:xfrm>
        </p:grpSpPr>
        <p:sp>
          <p:nvSpPr>
            <p:cNvPr id="27" name="正方形/長方形 26">
              <a:extLst>
                <a:ext uri="{FF2B5EF4-FFF2-40B4-BE49-F238E27FC236}">
                  <a16:creationId xmlns:a16="http://schemas.microsoft.com/office/drawing/2014/main" id="{6171E809-E261-1B6C-B53E-48BEA0E3E3E5}"/>
                </a:ext>
              </a:extLst>
            </p:cNvPr>
            <p:cNvSpPr/>
            <p:nvPr/>
          </p:nvSpPr>
          <p:spPr>
            <a:xfrm>
              <a:off x="337608" y="1776412"/>
              <a:ext cx="1800000" cy="9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t>今後の</a:t>
              </a:r>
              <a:br>
                <a:rPr kumimoji="1" lang="en-US" altLang="ja-JP" sz="1400"/>
              </a:br>
              <a:r>
                <a:rPr kumimoji="1" lang="ja-JP" altLang="en-US" sz="1400"/>
                <a:t>想定アクション</a:t>
              </a:r>
              <a:endParaRPr kumimoji="1" lang="ja-JP" altLang="en-US" sz="1400" baseline="30000"/>
            </a:p>
          </p:txBody>
        </p:sp>
        <p:sp>
          <p:nvSpPr>
            <p:cNvPr id="28" name="正方形/長方形 27">
              <a:extLst>
                <a:ext uri="{FF2B5EF4-FFF2-40B4-BE49-F238E27FC236}">
                  <a16:creationId xmlns:a16="http://schemas.microsoft.com/office/drawing/2014/main" id="{0ABA9395-3AB5-9D9A-75A0-BE6806D2196A}"/>
                </a:ext>
              </a:extLst>
            </p:cNvPr>
            <p:cNvSpPr/>
            <p:nvPr/>
          </p:nvSpPr>
          <p:spPr>
            <a:xfrm>
              <a:off x="2316275" y="1776412"/>
              <a:ext cx="9540000" cy="97200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171450" indent="-171450">
                <a:lnSpc>
                  <a:spcPct val="130000"/>
                </a:lnSpc>
                <a:buFont typeface="Arial" panose="020B0604020202020204" pitchFamily="34" charset="0"/>
                <a:buChar char="•"/>
              </a:pPr>
              <a:r>
                <a:rPr lang="en-US" altLang="ja-JP" sz="1400">
                  <a:solidFill>
                    <a:schemeClr val="tx1"/>
                  </a:solidFill>
                </a:rPr>
                <a:t>12</a:t>
              </a:r>
              <a:r>
                <a:rPr lang="ja-JP" altLang="en-US" sz="1400">
                  <a:solidFill>
                    <a:schemeClr val="tx1"/>
                  </a:solidFill>
                </a:rPr>
                <a:t>月中に</a:t>
              </a:r>
              <a:r>
                <a:rPr lang="en-US" altLang="ja-JP" sz="1400">
                  <a:solidFill>
                    <a:schemeClr val="tx1"/>
                  </a:solidFill>
                </a:rPr>
                <a:t>JRE MALL</a:t>
              </a:r>
              <a:r>
                <a:rPr lang="ja-JP" altLang="en-US" sz="1400">
                  <a:solidFill>
                    <a:schemeClr val="tx1"/>
                  </a:solidFill>
                </a:rPr>
                <a:t>のありたい姿コンセプト（案）、およびサービス（案）の検討を進める</a:t>
              </a:r>
              <a:endParaRPr lang="en-US" altLang="ja-JP" sz="1400">
                <a:solidFill>
                  <a:schemeClr val="tx1"/>
                </a:solidFill>
              </a:endParaRPr>
            </a:p>
          </p:txBody>
        </p:sp>
      </p:grpSp>
      <p:grpSp>
        <p:nvGrpSpPr>
          <p:cNvPr id="29" name="グループ化 28">
            <a:extLst>
              <a:ext uri="{FF2B5EF4-FFF2-40B4-BE49-F238E27FC236}">
                <a16:creationId xmlns:a16="http://schemas.microsoft.com/office/drawing/2014/main" id="{761B83AB-6C26-FF2B-9973-2B7B6A318215}"/>
              </a:ext>
            </a:extLst>
          </p:cNvPr>
          <p:cNvGrpSpPr/>
          <p:nvPr/>
        </p:nvGrpSpPr>
        <p:grpSpPr>
          <a:xfrm>
            <a:off x="337608" y="1775676"/>
            <a:ext cx="11518667" cy="540000"/>
            <a:chOff x="337608" y="1776412"/>
            <a:chExt cx="11518667" cy="972000"/>
          </a:xfrm>
        </p:grpSpPr>
        <p:sp>
          <p:nvSpPr>
            <p:cNvPr id="30" name="正方形/長方形 29">
              <a:extLst>
                <a:ext uri="{FF2B5EF4-FFF2-40B4-BE49-F238E27FC236}">
                  <a16:creationId xmlns:a16="http://schemas.microsoft.com/office/drawing/2014/main" id="{AD5A7C5B-C1CB-7188-E669-D27E4999571A}"/>
                </a:ext>
              </a:extLst>
            </p:cNvPr>
            <p:cNvSpPr/>
            <p:nvPr/>
          </p:nvSpPr>
          <p:spPr>
            <a:xfrm>
              <a:off x="337608" y="1776412"/>
              <a:ext cx="1800000" cy="9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mn-ea"/>
                </a:rPr>
                <a:t>分科会の</a:t>
              </a:r>
              <a:br>
                <a:rPr kumimoji="1" lang="en-US" altLang="ja-JP" sz="1400">
                  <a:latin typeface="+mn-ea"/>
                </a:rPr>
              </a:br>
              <a:r>
                <a:rPr kumimoji="1" lang="ja-JP" altLang="en-US" sz="1400">
                  <a:latin typeface="+mn-ea"/>
                </a:rPr>
                <a:t>基本情報</a:t>
              </a:r>
            </a:p>
          </p:txBody>
        </p:sp>
        <p:sp>
          <p:nvSpPr>
            <p:cNvPr id="31" name="正方形/長方形 30">
              <a:extLst>
                <a:ext uri="{FF2B5EF4-FFF2-40B4-BE49-F238E27FC236}">
                  <a16:creationId xmlns:a16="http://schemas.microsoft.com/office/drawing/2014/main" id="{663A164C-DAD3-3D90-8111-82127E0A7C50}"/>
                </a:ext>
              </a:extLst>
            </p:cNvPr>
            <p:cNvSpPr/>
            <p:nvPr/>
          </p:nvSpPr>
          <p:spPr>
            <a:xfrm>
              <a:off x="2316275" y="1776412"/>
              <a:ext cx="9540000" cy="97200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171450" indent="-171450">
                <a:lnSpc>
                  <a:spcPct val="120000"/>
                </a:lnSpc>
                <a:buFont typeface="Arial" panose="020B0604020202020204" pitchFamily="34" charset="0"/>
                <a:buChar char="•"/>
              </a:pPr>
              <a:r>
                <a:rPr lang="ja-JP" altLang="en-US" sz="1200" u="sng">
                  <a:solidFill>
                    <a:schemeClr val="tx1"/>
                  </a:solidFill>
                </a:rPr>
                <a:t>取扱テーマ</a:t>
              </a:r>
              <a:r>
                <a:rPr lang="ja-JP" altLang="en-US" sz="1200">
                  <a:solidFill>
                    <a:schemeClr val="tx1"/>
                  </a:solidFill>
                </a:rPr>
                <a:t>：</a:t>
              </a:r>
              <a:r>
                <a:rPr lang="en-US" altLang="ja-JP" sz="1200">
                  <a:solidFill>
                    <a:schemeClr val="tx1"/>
                  </a:solidFill>
                </a:rPr>
                <a:t>A-0</a:t>
              </a:r>
              <a:r>
                <a:rPr lang="ja-JP" altLang="en-US" sz="1200">
                  <a:solidFill>
                    <a:schemeClr val="tx1"/>
                  </a:solidFill>
                </a:rPr>
                <a:t>（テーマ探索活動）、</a:t>
              </a:r>
              <a:r>
                <a:rPr lang="en-US" altLang="ja-JP" sz="1200">
                  <a:solidFill>
                    <a:schemeClr val="tx1"/>
                  </a:solidFill>
                </a:rPr>
                <a:t>A-3-1</a:t>
              </a:r>
              <a:r>
                <a:rPr lang="ja-JP" altLang="en-US" sz="1200">
                  <a:solidFill>
                    <a:schemeClr val="tx1"/>
                  </a:solidFill>
                </a:rPr>
                <a:t>（タクラム社との協業結果（</a:t>
              </a:r>
              <a:r>
                <a:rPr lang="en-US" altLang="ja-JP" sz="1200">
                  <a:solidFill>
                    <a:schemeClr val="tx1"/>
                  </a:solidFill>
                </a:rPr>
                <a:t>JRE MALL</a:t>
              </a:r>
              <a:r>
                <a:rPr lang="ja-JP" altLang="en-US" sz="1200">
                  <a:solidFill>
                    <a:schemeClr val="tx1"/>
                  </a:solidFill>
                </a:rPr>
                <a:t>モバイルオーダー））</a:t>
              </a:r>
              <a:endParaRPr lang="en-US" altLang="ja-JP" sz="1200">
                <a:solidFill>
                  <a:schemeClr val="tx1"/>
                </a:solidFill>
              </a:endParaRPr>
            </a:p>
            <a:p>
              <a:pPr marL="171450" indent="-171450">
                <a:lnSpc>
                  <a:spcPct val="120000"/>
                </a:lnSpc>
                <a:buFont typeface="Arial" panose="020B0604020202020204" pitchFamily="34" charset="0"/>
                <a:buChar char="•"/>
              </a:pPr>
              <a:r>
                <a:rPr lang="ja-JP" altLang="en-US" sz="1200" u="sng">
                  <a:solidFill>
                    <a:schemeClr val="tx1"/>
                  </a:solidFill>
                </a:rPr>
                <a:t>主要関係者</a:t>
              </a:r>
              <a:r>
                <a:rPr lang="ja-JP" altLang="en-US" sz="1200">
                  <a:solidFill>
                    <a:schemeClr val="tx1"/>
                  </a:solidFill>
                  <a:sym typeface="Wingdings" panose="05000000000000000000" pitchFamily="2" charset="2"/>
                </a:rPr>
                <a:t>：</a:t>
              </a:r>
              <a:r>
                <a:rPr lang="ja-JP" altLang="en-US" sz="1200">
                  <a:solidFill>
                    <a:schemeClr val="tx1"/>
                  </a:solidFill>
                </a:rPr>
                <a:t> （</a:t>
              </a:r>
              <a:r>
                <a:rPr lang="en-US" altLang="ja-JP" sz="1200">
                  <a:solidFill>
                    <a:schemeClr val="tx1"/>
                  </a:solidFill>
                </a:rPr>
                <a:t>JRE</a:t>
              </a:r>
              <a:r>
                <a:rPr lang="ja-JP" altLang="en-US" sz="1200">
                  <a:solidFill>
                    <a:schemeClr val="tx1"/>
                  </a:solidFill>
                </a:rPr>
                <a:t>）大川、（</a:t>
              </a:r>
              <a:r>
                <a:rPr lang="en-US" altLang="ja-JP" sz="1200">
                  <a:solidFill>
                    <a:schemeClr val="tx1"/>
                  </a:solidFill>
                </a:rPr>
                <a:t>SX</a:t>
              </a:r>
              <a:r>
                <a:rPr lang="ja-JP" altLang="en-US" sz="1200">
                  <a:solidFill>
                    <a:schemeClr val="tx1"/>
                  </a:solidFill>
                </a:rPr>
                <a:t>）奥田・川口</a:t>
              </a:r>
              <a:endParaRPr lang="en-US" altLang="ja-JP" sz="1200">
                <a:solidFill>
                  <a:schemeClr val="tx1"/>
                </a:solidFill>
              </a:endParaRPr>
            </a:p>
          </p:txBody>
        </p:sp>
      </p:grpSp>
      <p:sp>
        <p:nvSpPr>
          <p:cNvPr id="32" name="正方形/長方形 31">
            <a:extLst>
              <a:ext uri="{FF2B5EF4-FFF2-40B4-BE49-F238E27FC236}">
                <a16:creationId xmlns:a16="http://schemas.microsoft.com/office/drawing/2014/main" id="{4F083C41-09F7-805D-14E1-405F892741A3}"/>
              </a:ext>
            </a:extLst>
          </p:cNvPr>
          <p:cNvSpPr/>
          <p:nvPr/>
        </p:nvSpPr>
        <p:spPr>
          <a:xfrm>
            <a:off x="350838" y="6181724"/>
            <a:ext cx="11506200"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kumimoji="1" lang="en-US" altLang="ja-JP" sz="1200">
                <a:solidFill>
                  <a:schemeClr val="bg1">
                    <a:lumMod val="50000"/>
                  </a:schemeClr>
                </a:solidFill>
              </a:rPr>
              <a:t>※</a:t>
            </a:r>
            <a:r>
              <a:rPr kumimoji="1" lang="ja-JP" altLang="en-US" sz="1200">
                <a:solidFill>
                  <a:schemeClr val="bg1">
                    <a:lumMod val="50000"/>
                  </a:schemeClr>
                </a:solidFill>
              </a:rPr>
              <a:t>分科会は、大川・奥田・川口が</a:t>
            </a:r>
            <a:r>
              <a:rPr kumimoji="1" lang="en-US" altLang="ja-JP" sz="1200">
                <a:solidFill>
                  <a:schemeClr val="bg1">
                    <a:lumMod val="50000"/>
                  </a:schemeClr>
                </a:solidFill>
              </a:rPr>
              <a:t>JRE MALL</a:t>
            </a:r>
            <a:r>
              <a:rPr kumimoji="1" lang="ja-JP" altLang="en-US" sz="1200">
                <a:solidFill>
                  <a:schemeClr val="bg1">
                    <a:lumMod val="50000"/>
                  </a:schemeClr>
                </a:solidFill>
              </a:rPr>
              <a:t>の検討を実施する会議体。</a:t>
            </a:r>
            <a:r>
              <a:rPr kumimoji="1" lang="en-US" altLang="ja-JP" sz="1200">
                <a:solidFill>
                  <a:schemeClr val="bg1">
                    <a:lumMod val="50000"/>
                  </a:schemeClr>
                </a:solidFill>
              </a:rPr>
              <a:t>WG</a:t>
            </a:r>
            <a:r>
              <a:rPr kumimoji="1" lang="ja-JP" altLang="en-US" sz="1200">
                <a:solidFill>
                  <a:schemeClr val="bg1">
                    <a:lumMod val="50000"/>
                  </a:schemeClr>
                </a:solidFill>
              </a:rPr>
              <a:t>は、</a:t>
            </a:r>
            <a:r>
              <a:rPr lang="en-US" altLang="ja-JP" sz="1200">
                <a:solidFill>
                  <a:schemeClr val="bg1">
                    <a:lumMod val="50000"/>
                  </a:schemeClr>
                </a:solidFill>
              </a:rPr>
              <a:t>JRE</a:t>
            </a:r>
            <a:r>
              <a:rPr lang="ja-JP" altLang="en-US" sz="1200">
                <a:solidFill>
                  <a:schemeClr val="bg1">
                    <a:lumMod val="50000"/>
                  </a:schemeClr>
                </a:solidFill>
              </a:rPr>
              <a:t>社内のメンバーを含めて</a:t>
            </a:r>
            <a:r>
              <a:rPr lang="en-US" altLang="ja-JP" sz="1200">
                <a:solidFill>
                  <a:schemeClr val="bg1">
                    <a:lumMod val="50000"/>
                  </a:schemeClr>
                </a:solidFill>
              </a:rPr>
              <a:t>JRE MALL</a:t>
            </a:r>
            <a:r>
              <a:rPr lang="ja-JP" altLang="en-US" sz="1200">
                <a:solidFill>
                  <a:schemeClr val="bg1">
                    <a:lumMod val="50000"/>
                  </a:schemeClr>
                </a:solidFill>
              </a:rPr>
              <a:t>の検討を実施する会議体</a:t>
            </a:r>
            <a:endParaRPr kumimoji="1" lang="ja-JP" altLang="en-US" sz="1200">
              <a:solidFill>
                <a:schemeClr val="bg1">
                  <a:lumMod val="50000"/>
                </a:schemeClr>
              </a:solidFill>
            </a:endParaRPr>
          </a:p>
        </p:txBody>
      </p:sp>
    </p:spTree>
    <p:extLst>
      <p:ext uri="{BB962C8B-B14F-4D97-AF65-F5344CB8AC3E}">
        <p14:creationId xmlns:p14="http://schemas.microsoft.com/office/powerpoint/2010/main" val="1711912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D2AC7-38FA-B228-40BD-72E537A9ACDF}"/>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A40D3940-3178-F552-6CF0-89985B08FA5F}"/>
              </a:ext>
            </a:extLst>
          </p:cNvPr>
          <p:cNvSpPr>
            <a:spLocks noGrp="1"/>
          </p:cNvSpPr>
          <p:nvPr>
            <p:ph type="body" sz="quarter" idx="12"/>
          </p:nvPr>
        </p:nvSpPr>
        <p:spPr/>
        <p:txBody>
          <a:bodyPr/>
          <a:lstStyle/>
          <a:p>
            <a:r>
              <a:rPr lang="ja-JP" altLang="en-US"/>
              <a:t>新</a:t>
            </a:r>
            <a:r>
              <a:rPr lang="en-US" altLang="ja-JP"/>
              <a:t>Suica</a:t>
            </a:r>
            <a:r>
              <a:rPr lang="ja-JP" altLang="en-US"/>
              <a:t>アプリのリリース時に</a:t>
            </a:r>
            <a:r>
              <a:rPr lang="en-US" altLang="ja-JP"/>
              <a:t>JRE MALL</a:t>
            </a:r>
            <a:r>
              <a:rPr lang="ja-JP" altLang="en-US"/>
              <a:t>が連続・非連続な成長を実現するための投資意思決定に必要な根拠が揃っている状態を目指して活動を推進する</a:t>
            </a:r>
          </a:p>
        </p:txBody>
      </p:sp>
      <p:sp>
        <p:nvSpPr>
          <p:cNvPr id="4" name="テキスト プレースホルダー 3">
            <a:extLst>
              <a:ext uri="{FF2B5EF4-FFF2-40B4-BE49-F238E27FC236}">
                <a16:creationId xmlns:a16="http://schemas.microsoft.com/office/drawing/2014/main" id="{9837860D-E10E-87B5-10A6-4504B6312009}"/>
              </a:ext>
            </a:extLst>
          </p:cNvPr>
          <p:cNvSpPr>
            <a:spLocks noGrp="1"/>
          </p:cNvSpPr>
          <p:nvPr>
            <p:ph type="body" sz="quarter" idx="10"/>
          </p:nvPr>
        </p:nvSpPr>
        <p:spPr/>
        <p:txBody>
          <a:bodyPr/>
          <a:lstStyle/>
          <a:p>
            <a:r>
              <a:rPr lang="en-US" altLang="ja-JP">
                <a:solidFill>
                  <a:schemeClr val="tx1"/>
                </a:solidFill>
              </a:rPr>
              <a:t>04_</a:t>
            </a:r>
            <a:r>
              <a:rPr lang="ja-JP" altLang="en-US">
                <a:solidFill>
                  <a:schemeClr val="tx1"/>
                </a:solidFill>
              </a:rPr>
              <a:t>分科会</a:t>
            </a:r>
            <a:r>
              <a:rPr lang="en-US" altLang="ja-JP">
                <a:solidFill>
                  <a:schemeClr val="tx1"/>
                </a:solidFill>
              </a:rPr>
              <a:t>A-1</a:t>
            </a:r>
            <a:r>
              <a:rPr lang="ja-JP" altLang="en-US">
                <a:solidFill>
                  <a:schemeClr val="tx1"/>
                </a:solidFill>
              </a:rPr>
              <a:t>（</a:t>
            </a:r>
            <a:r>
              <a:rPr lang="en-US" altLang="ja-JP">
                <a:solidFill>
                  <a:schemeClr val="tx1"/>
                </a:solidFill>
              </a:rPr>
              <a:t>JRE MALL</a:t>
            </a:r>
            <a:r>
              <a:rPr lang="ja-JP" altLang="en-US">
                <a:solidFill>
                  <a:schemeClr val="tx1"/>
                </a:solidFill>
              </a:rPr>
              <a:t>関連）の今後の想定ワーク</a:t>
            </a:r>
          </a:p>
        </p:txBody>
      </p:sp>
      <p:grpSp>
        <p:nvGrpSpPr>
          <p:cNvPr id="7" name="グループ化 6">
            <a:extLst>
              <a:ext uri="{FF2B5EF4-FFF2-40B4-BE49-F238E27FC236}">
                <a16:creationId xmlns:a16="http://schemas.microsoft.com/office/drawing/2014/main" id="{5EC2C4F5-BED4-9377-D122-2585D8FB5B1A}"/>
              </a:ext>
            </a:extLst>
          </p:cNvPr>
          <p:cNvGrpSpPr/>
          <p:nvPr/>
        </p:nvGrpSpPr>
        <p:grpSpPr>
          <a:xfrm>
            <a:off x="337608" y="1776412"/>
            <a:ext cx="11518667" cy="972000"/>
            <a:chOff x="337608" y="1776412"/>
            <a:chExt cx="11518667" cy="972000"/>
          </a:xfrm>
        </p:grpSpPr>
        <p:sp>
          <p:nvSpPr>
            <p:cNvPr id="8" name="正方形/長方形 7">
              <a:extLst>
                <a:ext uri="{FF2B5EF4-FFF2-40B4-BE49-F238E27FC236}">
                  <a16:creationId xmlns:a16="http://schemas.microsoft.com/office/drawing/2014/main" id="{76B581E2-759A-716D-E35F-EEF8C13EAE1D}"/>
                </a:ext>
              </a:extLst>
            </p:cNvPr>
            <p:cNvSpPr/>
            <p:nvPr/>
          </p:nvSpPr>
          <p:spPr>
            <a:xfrm>
              <a:off x="337608" y="1776412"/>
              <a:ext cx="1800000" cy="9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a:t>2026</a:t>
              </a:r>
              <a:r>
                <a:rPr kumimoji="1" lang="ja-JP" altLang="en-US" sz="1400"/>
                <a:t>年</a:t>
              </a:r>
              <a:r>
                <a:rPr kumimoji="1" lang="en-US" altLang="ja-JP" sz="1400"/>
                <a:t>3</a:t>
              </a:r>
              <a:r>
                <a:rPr kumimoji="1" lang="ja-JP" altLang="en-US" sz="1400"/>
                <a:t>月末時点で</a:t>
              </a:r>
              <a:br>
                <a:rPr kumimoji="1" lang="en-US" altLang="ja-JP" sz="1400"/>
              </a:br>
              <a:r>
                <a:rPr kumimoji="1" lang="en-US" altLang="ja-JP" sz="1400"/>
                <a:t>WG</a:t>
              </a:r>
              <a:r>
                <a:rPr kumimoji="1" lang="ja-JP" altLang="en-US" sz="1400"/>
                <a:t>のゴール</a:t>
              </a:r>
              <a:r>
                <a:rPr kumimoji="1" lang="en-US" altLang="ja-JP" sz="1400" baseline="30000"/>
                <a:t>※</a:t>
              </a:r>
              <a:endParaRPr kumimoji="1" lang="ja-JP" altLang="en-US" sz="1400" baseline="30000"/>
            </a:p>
          </p:txBody>
        </p:sp>
        <p:sp>
          <p:nvSpPr>
            <p:cNvPr id="9" name="正方形/長方形 8">
              <a:extLst>
                <a:ext uri="{FF2B5EF4-FFF2-40B4-BE49-F238E27FC236}">
                  <a16:creationId xmlns:a16="http://schemas.microsoft.com/office/drawing/2014/main" id="{21E86BBC-E348-4B9B-A121-23D872FEB643}"/>
                </a:ext>
              </a:extLst>
            </p:cNvPr>
            <p:cNvSpPr/>
            <p:nvPr/>
          </p:nvSpPr>
          <p:spPr>
            <a:xfrm>
              <a:off x="2316275" y="1776412"/>
              <a:ext cx="9540000" cy="97200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nSpc>
                  <a:spcPct val="130000"/>
                </a:lnSpc>
              </a:pPr>
              <a:r>
                <a:rPr kumimoji="1" lang="en-US" altLang="ja-JP" sz="1200">
                  <a:solidFill>
                    <a:schemeClr val="tx1"/>
                  </a:solidFill>
                </a:rPr>
                <a:t>2028</a:t>
              </a:r>
              <a:r>
                <a:rPr kumimoji="1" lang="ja-JP" altLang="en-US" sz="1200">
                  <a:solidFill>
                    <a:schemeClr val="tx1"/>
                  </a:solidFill>
                </a:rPr>
                <a:t>年</a:t>
              </a:r>
              <a:r>
                <a:rPr kumimoji="1" lang="en-US" altLang="ja-JP" sz="1200">
                  <a:solidFill>
                    <a:schemeClr val="tx1"/>
                  </a:solidFill>
                </a:rPr>
                <a:t>11</a:t>
              </a:r>
              <a:r>
                <a:rPr kumimoji="1" lang="ja-JP" altLang="en-US" sz="1200">
                  <a:solidFill>
                    <a:schemeClr val="tx1"/>
                  </a:solidFill>
                </a:rPr>
                <a:t>月の新</a:t>
              </a:r>
              <a:r>
                <a:rPr kumimoji="1" lang="en-US" altLang="ja-JP" sz="1200">
                  <a:solidFill>
                    <a:schemeClr val="tx1"/>
                  </a:solidFill>
                </a:rPr>
                <a:t>Suica</a:t>
              </a:r>
              <a:r>
                <a:rPr kumimoji="1" lang="ja-JP" altLang="en-US" sz="1200">
                  <a:solidFill>
                    <a:schemeClr val="tx1"/>
                  </a:solidFill>
                </a:rPr>
                <a:t>アプリリリースによって、「</a:t>
              </a:r>
              <a:r>
                <a:rPr kumimoji="1" lang="en-US" altLang="ja-JP" sz="1200">
                  <a:solidFill>
                    <a:schemeClr val="tx1"/>
                  </a:solidFill>
                </a:rPr>
                <a:t>JRE MALL</a:t>
              </a:r>
              <a:r>
                <a:rPr kumimoji="1" lang="ja-JP" altLang="en-US" sz="1200">
                  <a:solidFill>
                    <a:schemeClr val="tx1"/>
                  </a:solidFill>
                </a:rPr>
                <a:t>がどう</a:t>
              </a:r>
              <a:r>
                <a:rPr lang="ja-JP" altLang="en-US" sz="1200">
                  <a:solidFill>
                    <a:schemeClr val="tx1"/>
                  </a:solidFill>
                </a:rPr>
                <a:t>連続・</a:t>
              </a:r>
              <a:r>
                <a:rPr kumimoji="1" lang="ja-JP" altLang="en-US" sz="1200" b="1">
                  <a:solidFill>
                    <a:schemeClr val="tx1"/>
                  </a:solidFill>
                </a:rPr>
                <a:t>非連続</a:t>
              </a:r>
              <a:r>
                <a:rPr kumimoji="1" lang="ja-JP" altLang="en-US" sz="1200">
                  <a:solidFill>
                    <a:schemeClr val="tx1"/>
                  </a:solidFill>
                </a:rPr>
                <a:t>な成長（</a:t>
              </a:r>
              <a:r>
                <a:rPr kumimoji="1" lang="en-US" altLang="ja-JP" sz="1200">
                  <a:solidFill>
                    <a:schemeClr val="tx1"/>
                  </a:solidFill>
                </a:rPr>
                <a:t>After</a:t>
              </a:r>
              <a:r>
                <a:rPr kumimoji="1" lang="ja-JP" altLang="en-US" sz="1200">
                  <a:solidFill>
                    <a:schemeClr val="tx1"/>
                  </a:solidFill>
                </a:rPr>
                <a:t>）を遂げるか」の絵を</a:t>
              </a:r>
              <a:r>
                <a:rPr lang="ja-JP" altLang="en-US" sz="1200">
                  <a:solidFill>
                    <a:schemeClr val="tx1"/>
                  </a:solidFill>
                </a:rPr>
                <a:t>描いた</a:t>
              </a:r>
              <a:br>
                <a:rPr lang="en-US" altLang="ja-JP" sz="1200">
                  <a:solidFill>
                    <a:schemeClr val="tx1"/>
                  </a:solidFill>
                </a:rPr>
              </a:br>
              <a:r>
                <a:rPr lang="ja-JP" altLang="en-US" sz="1200">
                  <a:solidFill>
                    <a:schemeClr val="tx1"/>
                  </a:solidFill>
                </a:rPr>
                <a:t>（</a:t>
              </a:r>
              <a:r>
                <a:rPr lang="en-US" altLang="ja-JP" sz="1200">
                  <a:solidFill>
                    <a:schemeClr val="tx1"/>
                  </a:solidFill>
                </a:rPr>
                <a:t>=Before/After</a:t>
              </a:r>
              <a:r>
                <a:rPr lang="ja-JP" altLang="en-US" sz="1200">
                  <a:solidFill>
                    <a:schemeClr val="tx1"/>
                  </a:solidFill>
                </a:rPr>
                <a:t>が明確化）上で、</a:t>
              </a:r>
              <a:r>
                <a:rPr lang="en-US" altLang="ja-JP" sz="1200">
                  <a:solidFill>
                    <a:schemeClr val="tx1"/>
                  </a:solidFill>
                </a:rPr>
                <a:t> 2026</a:t>
              </a:r>
              <a:r>
                <a:rPr lang="ja-JP" altLang="en-US" sz="1200">
                  <a:solidFill>
                    <a:schemeClr val="tx1"/>
                  </a:solidFill>
                </a:rPr>
                <a:t>年</a:t>
              </a:r>
              <a:r>
                <a:rPr lang="en-US" altLang="ja-JP" sz="1200">
                  <a:solidFill>
                    <a:schemeClr val="tx1"/>
                  </a:solidFill>
                </a:rPr>
                <a:t>4</a:t>
              </a:r>
              <a:r>
                <a:rPr lang="ja-JP" altLang="en-US" sz="1200">
                  <a:solidFill>
                    <a:schemeClr val="tx1"/>
                  </a:solidFill>
                </a:rPr>
                <a:t>月以降、目指す姿の実現に向けたネクストアクション（</a:t>
              </a:r>
              <a:r>
                <a:rPr lang="en-US" altLang="ja-JP" sz="1200">
                  <a:solidFill>
                    <a:schemeClr val="tx1"/>
                  </a:solidFill>
                </a:rPr>
                <a:t>PoC</a:t>
              </a:r>
              <a:r>
                <a:rPr lang="ja-JP" altLang="en-US" sz="1200">
                  <a:solidFill>
                    <a:schemeClr val="tx1"/>
                  </a:solidFill>
                </a:rPr>
                <a:t>等）推進のための社内での</a:t>
              </a:r>
              <a:br>
                <a:rPr lang="en-US" altLang="ja-JP" sz="1200">
                  <a:solidFill>
                    <a:schemeClr val="tx1"/>
                  </a:solidFill>
                </a:rPr>
              </a:br>
              <a:r>
                <a:rPr lang="ja-JP" altLang="en-US" sz="1200">
                  <a:solidFill>
                    <a:schemeClr val="tx1"/>
                  </a:solidFill>
                </a:rPr>
                <a:t>意思決定（投資判断）ができていること</a:t>
              </a:r>
              <a:endParaRPr kumimoji="1" lang="en-US" altLang="ja-JP" sz="1200">
                <a:solidFill>
                  <a:schemeClr val="tx1"/>
                </a:solidFill>
              </a:endParaRPr>
            </a:p>
          </p:txBody>
        </p:sp>
      </p:grpSp>
      <p:grpSp>
        <p:nvGrpSpPr>
          <p:cNvPr id="10" name="グループ化 9">
            <a:extLst>
              <a:ext uri="{FF2B5EF4-FFF2-40B4-BE49-F238E27FC236}">
                <a16:creationId xmlns:a16="http://schemas.microsoft.com/office/drawing/2014/main" id="{BB510898-FCEB-49F6-2E0B-7EFDC878B028}"/>
              </a:ext>
            </a:extLst>
          </p:cNvPr>
          <p:cNvGrpSpPr/>
          <p:nvPr/>
        </p:nvGrpSpPr>
        <p:grpSpPr>
          <a:xfrm>
            <a:off x="337608" y="4474573"/>
            <a:ext cx="11518667" cy="1692000"/>
            <a:chOff x="337608" y="2765228"/>
            <a:chExt cx="11518667" cy="1692000"/>
          </a:xfrm>
        </p:grpSpPr>
        <p:sp>
          <p:nvSpPr>
            <p:cNvPr id="11" name="正方形/長方形 10">
              <a:extLst>
                <a:ext uri="{FF2B5EF4-FFF2-40B4-BE49-F238E27FC236}">
                  <a16:creationId xmlns:a16="http://schemas.microsoft.com/office/drawing/2014/main" id="{D4B55A53-DB71-1550-23F4-0AC6918DE3F1}"/>
                </a:ext>
              </a:extLst>
            </p:cNvPr>
            <p:cNvSpPr/>
            <p:nvPr/>
          </p:nvSpPr>
          <p:spPr>
            <a:xfrm>
              <a:off x="337608" y="2765228"/>
              <a:ext cx="1800000" cy="1692000"/>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t>（参考）</a:t>
              </a:r>
              <a:endParaRPr kumimoji="1" lang="en-US" altLang="ja-JP" sz="1400"/>
            </a:p>
            <a:p>
              <a:pPr algn="ctr"/>
              <a:r>
                <a:rPr kumimoji="1" lang="ja-JP" altLang="en-US" sz="1400"/>
                <a:t>検討事項</a:t>
              </a:r>
              <a:br>
                <a:rPr kumimoji="1" lang="en-US" altLang="ja-JP" sz="1400"/>
              </a:br>
              <a:r>
                <a:rPr kumimoji="1" lang="ja-JP" altLang="en-US" sz="1400"/>
                <a:t>当初案</a:t>
              </a:r>
            </a:p>
          </p:txBody>
        </p:sp>
        <p:sp>
          <p:nvSpPr>
            <p:cNvPr id="12" name="正方形/長方形 11">
              <a:extLst>
                <a:ext uri="{FF2B5EF4-FFF2-40B4-BE49-F238E27FC236}">
                  <a16:creationId xmlns:a16="http://schemas.microsoft.com/office/drawing/2014/main" id="{D48AA307-3861-1156-12A7-44861C21EA36}"/>
                </a:ext>
              </a:extLst>
            </p:cNvPr>
            <p:cNvSpPr/>
            <p:nvPr/>
          </p:nvSpPr>
          <p:spPr>
            <a:xfrm>
              <a:off x="2316275" y="2765228"/>
              <a:ext cx="9540000" cy="169200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179388" indent="-179388">
                <a:lnSpc>
                  <a:spcPct val="130000"/>
                </a:lnSpc>
                <a:buFont typeface="+mj-lt"/>
                <a:buAutoNum type="arabicPeriod"/>
              </a:pPr>
              <a:r>
                <a:rPr kumimoji="1" lang="ja-JP" altLang="en-US" sz="1200">
                  <a:solidFill>
                    <a:schemeClr val="tx1"/>
                  </a:solidFill>
                </a:rPr>
                <a:t>新</a:t>
              </a:r>
              <a:r>
                <a:rPr kumimoji="1" lang="en-US" altLang="ja-JP" sz="1200">
                  <a:solidFill>
                    <a:schemeClr val="tx1"/>
                  </a:solidFill>
                </a:rPr>
                <a:t>Suica</a:t>
              </a:r>
              <a:r>
                <a:rPr kumimoji="1" lang="ja-JP" altLang="en-US" sz="1200">
                  <a:solidFill>
                    <a:schemeClr val="tx1"/>
                  </a:solidFill>
                </a:rPr>
                <a:t>アプリ</a:t>
              </a:r>
              <a:r>
                <a:rPr kumimoji="1" lang="en-US" altLang="ja-JP" sz="1200">
                  <a:solidFill>
                    <a:schemeClr val="tx1"/>
                  </a:solidFill>
                </a:rPr>
                <a:t>(2028</a:t>
              </a:r>
              <a:r>
                <a:rPr kumimoji="1" lang="ja-JP" altLang="en-US" sz="1200">
                  <a:solidFill>
                    <a:schemeClr val="tx1"/>
                  </a:solidFill>
                </a:rPr>
                <a:t>年</a:t>
              </a:r>
              <a:r>
                <a:rPr kumimoji="1" lang="en-US" altLang="ja-JP" sz="1200">
                  <a:solidFill>
                    <a:schemeClr val="tx1"/>
                  </a:solidFill>
                </a:rPr>
                <a:t>11</a:t>
              </a:r>
              <a:r>
                <a:rPr kumimoji="1" lang="ja-JP" altLang="en-US" sz="1200">
                  <a:solidFill>
                    <a:schemeClr val="tx1"/>
                  </a:solidFill>
                </a:rPr>
                <a:t>月リリース</a:t>
              </a:r>
              <a:r>
                <a:rPr kumimoji="1" lang="en-US" altLang="ja-JP" sz="1200">
                  <a:solidFill>
                    <a:schemeClr val="tx1"/>
                  </a:solidFill>
                </a:rPr>
                <a:t>)</a:t>
              </a:r>
              <a:r>
                <a:rPr kumimoji="1" lang="ja-JP" altLang="en-US" sz="1200">
                  <a:solidFill>
                    <a:schemeClr val="tx1"/>
                  </a:solidFill>
                </a:rPr>
                <a:t>における</a:t>
              </a:r>
              <a:r>
                <a:rPr kumimoji="1" lang="en-US" altLang="ja-JP" sz="1200">
                  <a:solidFill>
                    <a:schemeClr val="tx1"/>
                  </a:solidFill>
                </a:rPr>
                <a:t>JRE MALL</a:t>
              </a:r>
              <a:r>
                <a:rPr kumimoji="1" lang="ja-JP" altLang="en-US" sz="1200">
                  <a:solidFill>
                    <a:schemeClr val="tx1"/>
                  </a:solidFill>
                </a:rPr>
                <a:t>の戦略的位置づけと目指す顧客体験（</a:t>
              </a:r>
              <a:r>
                <a:rPr kumimoji="1" lang="en-US" altLang="ja-JP" sz="1200">
                  <a:solidFill>
                    <a:schemeClr val="tx1"/>
                  </a:solidFill>
                </a:rPr>
                <a:t>To Be</a:t>
              </a:r>
              <a:r>
                <a:rPr kumimoji="1" lang="ja-JP" altLang="en-US" sz="1200">
                  <a:solidFill>
                    <a:schemeClr val="tx1"/>
                  </a:solidFill>
                </a:rPr>
                <a:t>モデル）の定義</a:t>
              </a:r>
            </a:p>
            <a:p>
              <a:pPr marL="179388" indent="-179388">
                <a:lnSpc>
                  <a:spcPct val="130000"/>
                </a:lnSpc>
                <a:buFont typeface="+mj-lt"/>
                <a:buAutoNum type="arabicPeriod"/>
              </a:pPr>
              <a:r>
                <a:rPr kumimoji="1" lang="en-US" altLang="ja-JP" sz="1200">
                  <a:solidFill>
                    <a:schemeClr val="tx1"/>
                  </a:solidFill>
                </a:rPr>
                <a:t>Suica</a:t>
              </a:r>
              <a:r>
                <a:rPr kumimoji="1" lang="ja-JP" altLang="en-US" sz="1200">
                  <a:solidFill>
                    <a:schemeClr val="tx1"/>
                  </a:solidFill>
                </a:rPr>
                <a:t>アプリを通じた統合的なユーザー体験（</a:t>
              </a:r>
              <a:r>
                <a:rPr kumimoji="1" lang="en-US" altLang="ja-JP" sz="1200">
                  <a:solidFill>
                    <a:schemeClr val="tx1"/>
                  </a:solidFill>
                </a:rPr>
                <a:t>Maas/EC</a:t>
              </a:r>
              <a:r>
                <a:rPr kumimoji="1" lang="ja-JP" altLang="en-US" sz="1200">
                  <a:solidFill>
                    <a:schemeClr val="tx1"/>
                  </a:solidFill>
                </a:rPr>
                <a:t>機能）提供における、現在のサービスラインナップと商品品揃えの競合優位性分析および、必要なサービス拡充・再構築の検討</a:t>
              </a:r>
            </a:p>
            <a:p>
              <a:pPr marL="179388" indent="-179388">
                <a:lnSpc>
                  <a:spcPct val="130000"/>
                </a:lnSpc>
                <a:buFont typeface="+mj-lt"/>
                <a:buAutoNum type="arabicPeriod"/>
              </a:pPr>
              <a:r>
                <a:rPr kumimoji="1" lang="en-US" altLang="ja-JP" sz="1200">
                  <a:solidFill>
                    <a:schemeClr val="tx1"/>
                  </a:solidFill>
                </a:rPr>
                <a:t>Suica</a:t>
              </a:r>
              <a:r>
                <a:rPr kumimoji="1" lang="ja-JP" altLang="en-US" sz="1200">
                  <a:solidFill>
                    <a:schemeClr val="tx1"/>
                  </a:solidFill>
                </a:rPr>
                <a:t>アプリ機能と</a:t>
              </a:r>
              <a:r>
                <a:rPr kumimoji="1" lang="en-US" altLang="ja-JP" sz="1200">
                  <a:solidFill>
                    <a:schemeClr val="tx1"/>
                  </a:solidFill>
                </a:rPr>
                <a:t>JRE MALL</a:t>
              </a:r>
              <a:r>
                <a:rPr kumimoji="1" lang="ja-JP" altLang="en-US" sz="1200">
                  <a:solidFill>
                    <a:schemeClr val="tx1"/>
                  </a:solidFill>
                </a:rPr>
                <a:t>システムとの</a:t>
              </a:r>
              <a:r>
                <a:rPr kumimoji="1" lang="en-US" altLang="ja-JP" sz="1200">
                  <a:solidFill>
                    <a:schemeClr val="tx1"/>
                  </a:solidFill>
                </a:rPr>
                <a:t>API</a:t>
              </a:r>
              <a:r>
                <a:rPr kumimoji="1" lang="ja-JP" altLang="en-US" sz="1200">
                  <a:solidFill>
                    <a:schemeClr val="tx1"/>
                  </a:solidFill>
                </a:rPr>
                <a:t>連携機能要件（スコープ）の定義と仕様確定</a:t>
              </a:r>
            </a:p>
            <a:p>
              <a:pPr marL="179388" indent="-179388">
                <a:lnSpc>
                  <a:spcPct val="130000"/>
                </a:lnSpc>
                <a:buFont typeface="+mj-lt"/>
                <a:buAutoNum type="arabicPeriod"/>
              </a:pPr>
              <a:r>
                <a:rPr kumimoji="1" lang="en-US" altLang="ja-JP" sz="1200">
                  <a:solidFill>
                    <a:schemeClr val="tx1"/>
                  </a:solidFill>
                </a:rPr>
                <a:t>2028</a:t>
              </a:r>
              <a:r>
                <a:rPr kumimoji="1" lang="ja-JP" altLang="en-US" sz="1200">
                  <a:solidFill>
                    <a:schemeClr val="tx1"/>
                  </a:solidFill>
                </a:rPr>
                <a:t>年</a:t>
              </a:r>
              <a:r>
                <a:rPr kumimoji="1" lang="en-US" altLang="ja-JP" sz="1200">
                  <a:solidFill>
                    <a:schemeClr val="tx1"/>
                  </a:solidFill>
                </a:rPr>
                <a:t>11</a:t>
              </a:r>
              <a:r>
                <a:rPr kumimoji="1" lang="ja-JP" altLang="en-US" sz="1200">
                  <a:solidFill>
                    <a:schemeClr val="tx1"/>
                  </a:solidFill>
                </a:rPr>
                <a:t>月より先行した</a:t>
              </a:r>
              <a:r>
                <a:rPr kumimoji="1" lang="en-US" altLang="ja-JP" sz="1200">
                  <a:solidFill>
                    <a:schemeClr val="tx1"/>
                  </a:solidFill>
                </a:rPr>
                <a:t>PoC</a:t>
              </a:r>
              <a:r>
                <a:rPr kumimoji="1" lang="ja-JP" altLang="en-US" sz="1200">
                  <a:solidFill>
                    <a:schemeClr val="tx1"/>
                  </a:solidFill>
                </a:rPr>
                <a:t>及びリリースサービス（提供価値）の検討</a:t>
              </a:r>
            </a:p>
            <a:p>
              <a:pPr marL="179388" indent="-179388">
                <a:lnSpc>
                  <a:spcPct val="130000"/>
                </a:lnSpc>
                <a:buFont typeface="+mj-lt"/>
                <a:buAutoNum type="arabicPeriod"/>
              </a:pPr>
              <a:r>
                <a:rPr kumimoji="1" lang="ja-JP" altLang="en-US" sz="1200">
                  <a:solidFill>
                    <a:schemeClr val="tx1"/>
                  </a:solidFill>
                </a:rPr>
                <a:t>上記を踏まえたシステム開発の方向性・考え方の整理</a:t>
              </a:r>
            </a:p>
            <a:p>
              <a:pPr marL="179388" indent="-179388">
                <a:lnSpc>
                  <a:spcPct val="130000"/>
                </a:lnSpc>
                <a:buFont typeface="+mj-lt"/>
                <a:buAutoNum type="arabicPeriod"/>
              </a:pPr>
              <a:r>
                <a:rPr kumimoji="1" lang="ja-JP" altLang="en-US" sz="1200">
                  <a:solidFill>
                    <a:schemeClr val="tx1"/>
                  </a:solidFill>
                </a:rPr>
                <a:t>検討内容での直接売上・間接グループ裨益試算</a:t>
              </a:r>
            </a:p>
          </p:txBody>
        </p:sp>
      </p:grpSp>
      <p:grpSp>
        <p:nvGrpSpPr>
          <p:cNvPr id="13" name="グループ化 12">
            <a:extLst>
              <a:ext uri="{FF2B5EF4-FFF2-40B4-BE49-F238E27FC236}">
                <a16:creationId xmlns:a16="http://schemas.microsoft.com/office/drawing/2014/main" id="{1403E704-CE30-0A41-5104-7F19F9AD5C5D}"/>
              </a:ext>
            </a:extLst>
          </p:cNvPr>
          <p:cNvGrpSpPr/>
          <p:nvPr/>
        </p:nvGrpSpPr>
        <p:grpSpPr>
          <a:xfrm>
            <a:off x="337608" y="2801493"/>
            <a:ext cx="11518667" cy="1620000"/>
            <a:chOff x="337608" y="4474044"/>
            <a:chExt cx="11518667" cy="1693057"/>
          </a:xfrm>
        </p:grpSpPr>
        <p:sp>
          <p:nvSpPr>
            <p:cNvPr id="14" name="正方形/長方形 13">
              <a:extLst>
                <a:ext uri="{FF2B5EF4-FFF2-40B4-BE49-F238E27FC236}">
                  <a16:creationId xmlns:a16="http://schemas.microsoft.com/office/drawing/2014/main" id="{44FBB667-C441-DBAD-515F-A6922435C0B5}"/>
                </a:ext>
              </a:extLst>
            </p:cNvPr>
            <p:cNvSpPr/>
            <p:nvPr/>
          </p:nvSpPr>
          <p:spPr>
            <a:xfrm>
              <a:off x="337608" y="4474044"/>
              <a:ext cx="1800000" cy="169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t>検討事項</a:t>
              </a:r>
              <a:br>
                <a:rPr kumimoji="1" lang="en-US" altLang="ja-JP" sz="1400"/>
              </a:br>
              <a:r>
                <a:rPr kumimoji="1" lang="ja-JP" altLang="en-US" sz="1400"/>
                <a:t>更新案</a:t>
              </a:r>
            </a:p>
          </p:txBody>
        </p:sp>
        <p:sp>
          <p:nvSpPr>
            <p:cNvPr id="15" name="正方形/長方形 14">
              <a:extLst>
                <a:ext uri="{FF2B5EF4-FFF2-40B4-BE49-F238E27FC236}">
                  <a16:creationId xmlns:a16="http://schemas.microsoft.com/office/drawing/2014/main" id="{5F6F2BC6-CB0E-90B8-FCBE-17E88EE08273}"/>
                </a:ext>
              </a:extLst>
            </p:cNvPr>
            <p:cNvSpPr/>
            <p:nvPr/>
          </p:nvSpPr>
          <p:spPr>
            <a:xfrm>
              <a:off x="2316275" y="4475101"/>
              <a:ext cx="9540000" cy="169200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177800" indent="-177800">
                <a:lnSpc>
                  <a:spcPct val="130000"/>
                </a:lnSpc>
                <a:buFont typeface="+mj-ea"/>
                <a:buAutoNum type="circleNumDbPlain"/>
              </a:pPr>
              <a:r>
                <a:rPr lang="ja-JP" altLang="en-US" sz="1200">
                  <a:solidFill>
                    <a:schemeClr val="tx1"/>
                  </a:solidFill>
                </a:rPr>
                <a:t>ありたい姿の定義、およびありたい姿が達成されたときにあると良さそうなサービスの考案（当初案の</a:t>
              </a:r>
              <a:r>
                <a:rPr lang="en-US" altLang="ja-JP" sz="1200">
                  <a:solidFill>
                    <a:schemeClr val="tx1"/>
                  </a:solidFill>
                </a:rPr>
                <a:t>1</a:t>
              </a:r>
              <a:r>
                <a:rPr lang="ja-JP" altLang="en-US" sz="1200">
                  <a:solidFill>
                    <a:schemeClr val="tx1"/>
                  </a:solidFill>
                </a:rPr>
                <a:t>、</a:t>
              </a:r>
              <a:r>
                <a:rPr lang="en-US" altLang="ja-JP" sz="1200">
                  <a:solidFill>
                    <a:schemeClr val="tx1"/>
                  </a:solidFill>
                </a:rPr>
                <a:t>2</a:t>
              </a:r>
              <a:r>
                <a:rPr lang="ja-JP" altLang="en-US" sz="1200">
                  <a:solidFill>
                    <a:schemeClr val="tx1"/>
                  </a:solidFill>
                </a:rPr>
                <a:t>に相当）</a:t>
              </a:r>
              <a:endParaRPr lang="en-US" altLang="ja-JP" sz="1200">
                <a:solidFill>
                  <a:schemeClr val="tx1"/>
                </a:solidFill>
              </a:endParaRPr>
            </a:p>
            <a:p>
              <a:pPr marL="177800" indent="-177800">
                <a:lnSpc>
                  <a:spcPct val="130000"/>
                </a:lnSpc>
                <a:buFont typeface="+mj-ea"/>
                <a:buAutoNum type="circleNumDbPlain"/>
              </a:pPr>
              <a:r>
                <a:rPr lang="ja-JP" altLang="en-US" sz="1200" b="1">
                  <a:solidFill>
                    <a:srgbClr val="3B8B42"/>
                  </a:solidFill>
                </a:rPr>
                <a:t>上記①で考案したサービスの受容性の検証</a:t>
              </a:r>
              <a:r>
                <a:rPr lang="ja-JP" altLang="en-US" sz="1200" b="1">
                  <a:solidFill>
                    <a:schemeClr val="tx1"/>
                  </a:solidFill>
                </a:rPr>
                <a:t>（新規追加）</a:t>
              </a:r>
              <a:endParaRPr lang="en-US" altLang="ja-JP" sz="1200" b="1">
                <a:solidFill>
                  <a:schemeClr val="tx1"/>
                </a:solidFill>
              </a:endParaRPr>
            </a:p>
            <a:p>
              <a:pPr marL="177800" indent="-177800">
                <a:lnSpc>
                  <a:spcPct val="130000"/>
                </a:lnSpc>
                <a:buFont typeface="+mj-ea"/>
                <a:buAutoNum type="circleNumDbPlain"/>
              </a:pPr>
              <a:r>
                <a:rPr lang="ja-JP" altLang="en-US" sz="1200">
                  <a:solidFill>
                    <a:schemeClr val="tx1"/>
                  </a:solidFill>
                </a:rPr>
                <a:t>（システムやオペレーションを踏まえた）実現性・持続可能性の検証（当初案の</a:t>
              </a:r>
              <a:r>
                <a:rPr lang="en-US" altLang="ja-JP" sz="1200">
                  <a:solidFill>
                    <a:schemeClr val="tx1"/>
                  </a:solidFill>
                </a:rPr>
                <a:t>6</a:t>
              </a:r>
              <a:r>
                <a:rPr lang="ja-JP" altLang="en-US" sz="1200">
                  <a:solidFill>
                    <a:schemeClr val="tx1"/>
                  </a:solidFill>
                </a:rPr>
                <a:t>に相当）</a:t>
              </a:r>
              <a:endParaRPr lang="en-US" altLang="ja-JP" sz="1200">
                <a:solidFill>
                  <a:schemeClr val="tx1"/>
                </a:solidFill>
              </a:endParaRPr>
            </a:p>
            <a:p>
              <a:pPr marL="177800" indent="-177800">
                <a:lnSpc>
                  <a:spcPct val="130000"/>
                </a:lnSpc>
                <a:buFont typeface="+mj-ea"/>
                <a:buAutoNum type="circleNumDbPlain"/>
              </a:pPr>
              <a:r>
                <a:rPr kumimoji="1" lang="en-US" altLang="ja-JP" sz="1200">
                  <a:solidFill>
                    <a:schemeClr val="tx1"/>
                  </a:solidFill>
                </a:rPr>
                <a:t>PoC</a:t>
              </a:r>
              <a:r>
                <a:rPr kumimoji="1" lang="ja-JP" altLang="en-US" sz="1200">
                  <a:solidFill>
                    <a:schemeClr val="tx1"/>
                  </a:solidFill>
                </a:rPr>
                <a:t>の実施計画書作成（当初案の</a:t>
              </a:r>
              <a:r>
                <a:rPr kumimoji="1" lang="en-US" altLang="ja-JP" sz="1200">
                  <a:solidFill>
                    <a:schemeClr val="tx1"/>
                  </a:solidFill>
                </a:rPr>
                <a:t>4</a:t>
              </a:r>
              <a:r>
                <a:rPr kumimoji="1" lang="ja-JP" altLang="en-US" sz="1200">
                  <a:solidFill>
                    <a:schemeClr val="tx1"/>
                  </a:solidFill>
                </a:rPr>
                <a:t>に相当）</a:t>
              </a:r>
              <a:endParaRPr kumimoji="1" lang="en-US" altLang="ja-JP" sz="1200">
                <a:solidFill>
                  <a:schemeClr val="tx1"/>
                </a:solidFill>
              </a:endParaRPr>
            </a:p>
            <a:p>
              <a:pPr>
                <a:lnSpc>
                  <a:spcPct val="130000"/>
                </a:lnSpc>
              </a:pPr>
              <a:r>
                <a:rPr lang="en-US" altLang="ja-JP" sz="1200">
                  <a:solidFill>
                    <a:schemeClr val="tx1"/>
                  </a:solidFill>
                </a:rPr>
                <a:t>※3</a:t>
              </a:r>
              <a:r>
                <a:rPr lang="ja-JP" altLang="en-US" sz="1200">
                  <a:solidFill>
                    <a:schemeClr val="tx1"/>
                  </a:solidFill>
                </a:rPr>
                <a:t>月までは、ありたい姿を定義の上、受容性・実現性・持続可能性の整理をすることに重点を置く。従い、上記、当初案の</a:t>
              </a:r>
              <a:r>
                <a:rPr lang="en-US" altLang="ja-JP" sz="1200">
                  <a:solidFill>
                    <a:schemeClr val="tx1"/>
                  </a:solidFill>
                </a:rPr>
                <a:t>3</a:t>
              </a:r>
              <a:r>
                <a:rPr lang="ja-JP" altLang="en-US" sz="1200">
                  <a:solidFill>
                    <a:schemeClr val="tx1"/>
                  </a:solidFill>
                </a:rPr>
                <a:t>、</a:t>
              </a:r>
              <a:r>
                <a:rPr lang="en-US" altLang="ja-JP" sz="1200">
                  <a:solidFill>
                    <a:schemeClr val="tx1"/>
                  </a:solidFill>
                </a:rPr>
                <a:t>5</a:t>
              </a:r>
              <a:r>
                <a:rPr lang="ja-JP" altLang="en-US" sz="1200">
                  <a:solidFill>
                    <a:schemeClr val="tx1"/>
                  </a:solidFill>
                </a:rPr>
                <a:t>は、</a:t>
              </a:r>
              <a:br>
                <a:rPr lang="en-US" altLang="ja-JP" sz="1200">
                  <a:solidFill>
                    <a:schemeClr val="tx1"/>
                  </a:solidFill>
                </a:rPr>
              </a:br>
              <a:r>
                <a:rPr lang="ja-JP" altLang="en-US" sz="1200">
                  <a:solidFill>
                    <a:schemeClr val="tx1"/>
                  </a:solidFill>
                </a:rPr>
                <a:t>必要に応じて検討する</a:t>
              </a:r>
              <a:endParaRPr kumimoji="1" lang="en-US" altLang="ja-JP" sz="1200">
                <a:solidFill>
                  <a:schemeClr val="tx1"/>
                </a:solidFill>
              </a:endParaRPr>
            </a:p>
          </p:txBody>
        </p:sp>
      </p:grpSp>
      <p:sp>
        <p:nvSpPr>
          <p:cNvPr id="16" name="正方形/長方形 15">
            <a:extLst>
              <a:ext uri="{FF2B5EF4-FFF2-40B4-BE49-F238E27FC236}">
                <a16:creationId xmlns:a16="http://schemas.microsoft.com/office/drawing/2014/main" id="{F47E0D63-AA6E-76C6-7937-532467381E82}"/>
              </a:ext>
            </a:extLst>
          </p:cNvPr>
          <p:cNvSpPr/>
          <p:nvPr/>
        </p:nvSpPr>
        <p:spPr>
          <a:xfrm>
            <a:off x="350838" y="6181724"/>
            <a:ext cx="11506200"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kumimoji="1" lang="en-US" altLang="ja-JP" sz="1400">
                <a:solidFill>
                  <a:schemeClr val="bg1">
                    <a:lumMod val="50000"/>
                  </a:schemeClr>
                </a:solidFill>
              </a:rPr>
              <a:t>※</a:t>
            </a:r>
            <a:r>
              <a:rPr kumimoji="1" lang="ja-JP" altLang="en-US" sz="1400">
                <a:solidFill>
                  <a:schemeClr val="bg1">
                    <a:lumMod val="50000"/>
                  </a:schemeClr>
                </a:solidFill>
              </a:rPr>
              <a:t>先週ご説明した「</a:t>
            </a:r>
            <a:r>
              <a:rPr kumimoji="1" lang="en-US" altLang="ja-JP" sz="1400">
                <a:solidFill>
                  <a:schemeClr val="bg1">
                    <a:lumMod val="50000"/>
                  </a:schemeClr>
                </a:solidFill>
              </a:rPr>
              <a:t>2028</a:t>
            </a:r>
            <a:r>
              <a:rPr kumimoji="1" lang="ja-JP" altLang="en-US" sz="1400">
                <a:solidFill>
                  <a:schemeClr val="bg1">
                    <a:lumMod val="50000"/>
                  </a:schemeClr>
                </a:solidFill>
              </a:rPr>
              <a:t>年リリースの</a:t>
            </a:r>
            <a:r>
              <a:rPr kumimoji="1" lang="en-US" altLang="ja-JP" sz="1400">
                <a:solidFill>
                  <a:schemeClr val="bg1">
                    <a:lumMod val="50000"/>
                  </a:schemeClr>
                </a:solidFill>
              </a:rPr>
              <a:t>Suica</a:t>
            </a:r>
            <a:r>
              <a:rPr kumimoji="1" lang="ja-JP" altLang="en-US" sz="1400">
                <a:solidFill>
                  <a:schemeClr val="bg1">
                    <a:lumMod val="50000"/>
                  </a:schemeClr>
                </a:solidFill>
              </a:rPr>
              <a:t>アプリにおける「カート」の再定義と提供するサービスの具体化」をより具体化したもの</a:t>
            </a:r>
          </a:p>
        </p:txBody>
      </p:sp>
      <p:sp>
        <p:nvSpPr>
          <p:cNvPr id="2" name="Clients">
            <a:extLst>
              <a:ext uri="{FF2B5EF4-FFF2-40B4-BE49-F238E27FC236}">
                <a16:creationId xmlns:a16="http://schemas.microsoft.com/office/drawing/2014/main" id="{84240869-2478-FFDB-65C4-E36EF4F61054}"/>
              </a:ext>
            </a:extLst>
          </p:cNvPr>
          <p:cNvSpPr/>
          <p:nvPr/>
        </p:nvSpPr>
        <p:spPr>
          <a:xfrm>
            <a:off x="8975725" y="127000"/>
            <a:ext cx="2881313" cy="571500"/>
          </a:xfrm>
          <a:prstGeom prst="rect">
            <a:avLst/>
          </a:prstGeom>
          <a:solidFill>
            <a:srgbClr val="AED0DB"/>
          </a:solidFill>
          <a:ln w="12700" cap="flat" cmpd="sng" algn="ctr">
            <a:noFill/>
            <a:prstDash val="solid"/>
            <a:miter lim="800000"/>
          </a:ln>
          <a:effectLst>
            <a:prstShdw prst="shdw6" dist="35921" dir="2699995">
              <a:scrgbClr r="0" g="0" b="0"/>
            </a:prstShdw>
          </a:effectLst>
          <a:extLst>
            <a:ext uri="{91240B29-F687-4F45-9708-019B960494DF}">
              <a14:hiddenLine xmlns:a14="http://schemas.microsoft.com/office/drawing/2010/main" w="12700" cap="flat" cmpd="sng" algn="ctr">
                <a:solidFill>
                  <a:schemeClr val="accent1"/>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kumimoji="1" lang="en-US" altLang="ja-JP" sz="1200">
                <a:solidFill>
                  <a:srgbClr val="000000"/>
                </a:solidFill>
              </a:rPr>
              <a:t>12/8</a:t>
            </a:r>
            <a:r>
              <a:rPr kumimoji="1" lang="ja-JP" altLang="en-US" sz="1200">
                <a:solidFill>
                  <a:srgbClr val="000000"/>
                </a:solidFill>
              </a:rPr>
              <a:t>（月）の</a:t>
            </a:r>
            <a:r>
              <a:rPr kumimoji="1" lang="en-US" altLang="ja-JP" sz="1200">
                <a:solidFill>
                  <a:srgbClr val="000000"/>
                </a:solidFill>
              </a:rPr>
              <a:t>WG MTG</a:t>
            </a:r>
            <a:r>
              <a:rPr kumimoji="1" lang="ja-JP" altLang="en-US" sz="1200">
                <a:solidFill>
                  <a:srgbClr val="000000"/>
                </a:solidFill>
              </a:rPr>
              <a:t>の資料</a:t>
            </a:r>
          </a:p>
        </p:txBody>
      </p:sp>
    </p:spTree>
    <p:extLst>
      <p:ext uri="{BB962C8B-B14F-4D97-AF65-F5344CB8AC3E}">
        <p14:creationId xmlns:p14="http://schemas.microsoft.com/office/powerpoint/2010/main" val="995625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A5271-D607-FB57-A1CB-D20638513655}"/>
            </a:ext>
          </a:extLst>
        </p:cNvPr>
        <p:cNvGrpSpPr/>
        <p:nvPr/>
      </p:nvGrpSpPr>
      <p:grpSpPr>
        <a:xfrm>
          <a:off x="0" y="0"/>
          <a:ext cx="0" cy="0"/>
          <a:chOff x="0" y="0"/>
          <a:chExt cx="0" cy="0"/>
        </a:xfrm>
      </p:grpSpPr>
      <p:graphicFrame>
        <p:nvGraphicFramePr>
          <p:cNvPr id="70" name="think-cell data - do not delete" hidden="1">
            <a:extLst>
              <a:ext uri="{FF2B5EF4-FFF2-40B4-BE49-F238E27FC236}">
                <a16:creationId xmlns:a16="http://schemas.microsoft.com/office/drawing/2014/main" id="{15DDE268-B933-2DB6-EF5F-F8A2C70D931F}"/>
              </a:ext>
            </a:extLst>
          </p:cNvPr>
          <p:cNvGraphicFramePr>
            <a:graphicFrameLocks noChangeAspect="1"/>
          </p:cNvGraphicFramePr>
          <p:nvPr>
            <p:custDataLst>
              <p:tags r:id="rId1"/>
            </p:custDataLst>
            <p:extLst>
              <p:ext uri="{D42A27DB-BD31-4B8C-83A1-F6EECF244321}">
                <p14:modId xmlns:p14="http://schemas.microsoft.com/office/powerpoint/2010/main" val="42537915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59" imgW="398" imgH="405" progId="TCLayout.ActiveDocument.1">
                  <p:embed/>
                </p:oleObj>
              </mc:Choice>
              <mc:Fallback>
                <p:oleObj name="think-cellスライド" r:id="rId59" imgW="398" imgH="405" progId="TCLayout.ActiveDocument.1">
                  <p:embed/>
                  <p:pic>
                    <p:nvPicPr>
                      <p:cNvPr id="70" name="think-cell data - do not delete" hidden="1">
                        <a:extLst>
                          <a:ext uri="{FF2B5EF4-FFF2-40B4-BE49-F238E27FC236}">
                            <a16:creationId xmlns:a16="http://schemas.microsoft.com/office/drawing/2014/main" id="{15DDE268-B933-2DB6-EF5F-F8A2C70D931F}"/>
                          </a:ext>
                        </a:extLst>
                      </p:cNvPr>
                      <p:cNvPicPr/>
                      <p:nvPr/>
                    </p:nvPicPr>
                    <p:blipFill>
                      <a:blip r:embed="rId60"/>
                      <a:stretch>
                        <a:fillRect/>
                      </a:stretch>
                    </p:blipFill>
                    <p:spPr>
                      <a:xfrm>
                        <a:off x="1588" y="1588"/>
                        <a:ext cx="1588" cy="1588"/>
                      </a:xfrm>
                      <a:prstGeom prst="rect">
                        <a:avLst/>
                      </a:prstGeom>
                    </p:spPr>
                  </p:pic>
                </p:oleObj>
              </mc:Fallback>
            </mc:AlternateContent>
          </a:graphicData>
        </a:graphic>
      </p:graphicFrame>
      <p:sp>
        <p:nvSpPr>
          <p:cNvPr id="3" name="テキスト プレースホルダー 2">
            <a:extLst>
              <a:ext uri="{FF2B5EF4-FFF2-40B4-BE49-F238E27FC236}">
                <a16:creationId xmlns:a16="http://schemas.microsoft.com/office/drawing/2014/main" id="{D8A182F1-6736-A6D3-C377-986418CE543A}"/>
              </a:ext>
            </a:extLst>
          </p:cNvPr>
          <p:cNvSpPr>
            <a:spLocks noGrp="1"/>
          </p:cNvSpPr>
          <p:nvPr>
            <p:ph type="body" sz="quarter" idx="12"/>
          </p:nvPr>
        </p:nvSpPr>
        <p:spPr/>
        <p:txBody>
          <a:bodyPr/>
          <a:lstStyle/>
          <a:p>
            <a:r>
              <a:rPr lang="en-US" altLang="ja-JP"/>
              <a:t>JRE</a:t>
            </a:r>
            <a:r>
              <a:rPr lang="ja-JP" altLang="en-US"/>
              <a:t>社内の</a:t>
            </a:r>
            <a:r>
              <a:rPr lang="en-US" altLang="ja-JP"/>
              <a:t>WG</a:t>
            </a:r>
            <a:r>
              <a:rPr lang="ja-JP" altLang="en-US"/>
              <a:t>の運営を通じて、</a:t>
            </a:r>
            <a:r>
              <a:rPr lang="en-US" altLang="ja-JP"/>
              <a:t>JRE MALL</a:t>
            </a:r>
            <a:r>
              <a:rPr lang="ja-JP" altLang="en-US"/>
              <a:t>に関する検討を推進する</a:t>
            </a:r>
          </a:p>
        </p:txBody>
      </p:sp>
      <p:sp>
        <p:nvSpPr>
          <p:cNvPr id="4" name="テキスト プレースホルダー 3">
            <a:extLst>
              <a:ext uri="{FF2B5EF4-FFF2-40B4-BE49-F238E27FC236}">
                <a16:creationId xmlns:a16="http://schemas.microsoft.com/office/drawing/2014/main" id="{30838D7A-6406-AC24-D1D4-48EEF9504A76}"/>
              </a:ext>
            </a:extLst>
          </p:cNvPr>
          <p:cNvSpPr>
            <a:spLocks noGrp="1"/>
          </p:cNvSpPr>
          <p:nvPr>
            <p:ph type="body" sz="quarter" idx="10"/>
          </p:nvPr>
        </p:nvSpPr>
        <p:spPr/>
        <p:txBody>
          <a:bodyPr/>
          <a:lstStyle/>
          <a:p>
            <a:r>
              <a:rPr lang="en-US" altLang="ja-JP">
                <a:solidFill>
                  <a:schemeClr val="tx1"/>
                </a:solidFill>
              </a:rPr>
              <a:t>04_</a:t>
            </a:r>
            <a:r>
              <a:rPr lang="ja-JP" altLang="en-US">
                <a:solidFill>
                  <a:schemeClr val="tx1"/>
                </a:solidFill>
              </a:rPr>
              <a:t>分科会</a:t>
            </a:r>
            <a:r>
              <a:rPr lang="en-US" altLang="ja-JP">
                <a:solidFill>
                  <a:schemeClr val="tx1"/>
                </a:solidFill>
              </a:rPr>
              <a:t>A-1</a:t>
            </a:r>
            <a:r>
              <a:rPr lang="ja-JP" altLang="en-US">
                <a:solidFill>
                  <a:schemeClr val="tx1"/>
                </a:solidFill>
              </a:rPr>
              <a:t>（</a:t>
            </a:r>
            <a:r>
              <a:rPr lang="en-US" altLang="ja-JP">
                <a:solidFill>
                  <a:schemeClr val="tx1"/>
                </a:solidFill>
              </a:rPr>
              <a:t>JRE MALL</a:t>
            </a:r>
            <a:r>
              <a:rPr lang="ja-JP" altLang="en-US">
                <a:solidFill>
                  <a:schemeClr val="tx1"/>
                </a:solidFill>
              </a:rPr>
              <a:t>関連）の想定スケジュール</a:t>
            </a:r>
          </a:p>
        </p:txBody>
      </p:sp>
      <p:sp>
        <p:nvSpPr>
          <p:cNvPr id="43" name="正方形/長方形 42">
            <a:extLst>
              <a:ext uri="{FF2B5EF4-FFF2-40B4-BE49-F238E27FC236}">
                <a16:creationId xmlns:a16="http://schemas.microsoft.com/office/drawing/2014/main" id="{21BC966D-DECC-F64C-60F6-088D4CC55885}"/>
              </a:ext>
            </a:extLst>
          </p:cNvPr>
          <p:cNvSpPr/>
          <p:nvPr>
            <p:custDataLst>
              <p:tags r:id="rId2"/>
            </p:custDataLst>
          </p:nvPr>
        </p:nvSpPr>
        <p:spPr bwMode="auto">
          <a:xfrm>
            <a:off x="6124576" y="1785938"/>
            <a:ext cx="1408113" cy="260350"/>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23813" rIns="0" bIns="23813" rtlCol="0" anchor="ctr"/>
          <a:lstStyle/>
          <a:p>
            <a:pPr algn="ctr">
              <a:spcBef>
                <a:spcPct val="0"/>
              </a:spcBef>
              <a:spcAft>
                <a:spcPct val="0"/>
              </a:spcAft>
            </a:pPr>
            <a:fld id="{9C183AD0-7294-4BA3-B41B-FC507AB2F651}" type="datetime'''''''''''''''''''''''''''''2''''0''''2''''''''''5'''''''''''">
              <a:rPr lang="ja-JP" altLang="en-US" sz="1400" b="1" smtClean="0">
                <a:solidFill>
                  <a:schemeClr val="tx1"/>
                </a:solidFill>
              </a:rPr>
              <a:pPr algn="ctr">
                <a:spcBef>
                  <a:spcPct val="0"/>
                </a:spcBef>
                <a:spcAft>
                  <a:spcPct val="0"/>
                </a:spcAft>
              </a:pPr>
              <a:t>2025</a:t>
            </a:fld>
            <a:endParaRPr kumimoji="1" lang="ja-JP" altLang="en-US" sz="1400" b="1">
              <a:solidFill>
                <a:schemeClr val="tx1"/>
              </a:solidFill>
            </a:endParaRPr>
          </a:p>
        </p:txBody>
      </p:sp>
      <p:sp>
        <p:nvSpPr>
          <p:cNvPr id="44" name="正方形/長方形 43">
            <a:extLst>
              <a:ext uri="{FF2B5EF4-FFF2-40B4-BE49-F238E27FC236}">
                <a16:creationId xmlns:a16="http://schemas.microsoft.com/office/drawing/2014/main" id="{30C5BFD0-7674-5F3B-21D6-17E0498EDB2F}"/>
              </a:ext>
            </a:extLst>
          </p:cNvPr>
          <p:cNvSpPr/>
          <p:nvPr>
            <p:custDataLst>
              <p:tags r:id="rId3"/>
            </p:custDataLst>
          </p:nvPr>
        </p:nvSpPr>
        <p:spPr bwMode="auto">
          <a:xfrm>
            <a:off x="7532688" y="1785938"/>
            <a:ext cx="4316413" cy="260350"/>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23813" rIns="0" bIns="23813" rtlCol="0" anchor="ctr"/>
          <a:lstStyle/>
          <a:p>
            <a:pPr algn="ctr">
              <a:spcBef>
                <a:spcPct val="0"/>
              </a:spcBef>
              <a:spcAft>
                <a:spcPct val="0"/>
              </a:spcAft>
            </a:pPr>
            <a:fld id="{4CEAE7C7-674F-4CBA-9859-9D55E89E7582}" type="datetime'''''''''''20''''''''''2''''''''''''6'''''''''''''''">
              <a:rPr lang="ja-JP" altLang="en-US" sz="1400" b="1" smtClean="0">
                <a:solidFill>
                  <a:schemeClr val="tx1"/>
                </a:solidFill>
              </a:rPr>
              <a:pPr algn="ctr">
                <a:spcBef>
                  <a:spcPct val="0"/>
                </a:spcBef>
                <a:spcAft>
                  <a:spcPct val="0"/>
                </a:spcAft>
              </a:pPr>
              <a:t>2026</a:t>
            </a:fld>
            <a:endParaRPr kumimoji="1" lang="ja-JP" altLang="en-US" sz="1400" b="1">
              <a:solidFill>
                <a:schemeClr val="tx1"/>
              </a:solidFill>
            </a:endParaRPr>
          </a:p>
        </p:txBody>
      </p:sp>
      <p:sp>
        <p:nvSpPr>
          <p:cNvPr id="173" name="正方形/長方形 172">
            <a:extLst>
              <a:ext uri="{FF2B5EF4-FFF2-40B4-BE49-F238E27FC236}">
                <a16:creationId xmlns:a16="http://schemas.microsoft.com/office/drawing/2014/main" id="{4D8EB211-76F5-C795-5F23-497638A073EC}"/>
              </a:ext>
            </a:extLst>
          </p:cNvPr>
          <p:cNvSpPr/>
          <p:nvPr>
            <p:custDataLst>
              <p:tags r:id="rId4"/>
            </p:custDataLst>
          </p:nvPr>
        </p:nvSpPr>
        <p:spPr bwMode="auto">
          <a:xfrm>
            <a:off x="6124576" y="2046288"/>
            <a:ext cx="1408113" cy="260350"/>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23813" rIns="0" bIns="23813" rtlCol="0" anchor="ctr"/>
          <a:lstStyle/>
          <a:p>
            <a:pPr algn="ctr">
              <a:spcBef>
                <a:spcPct val="0"/>
              </a:spcBef>
              <a:spcAft>
                <a:spcPct val="0"/>
              </a:spcAft>
            </a:pPr>
            <a:fld id="{955A0ACA-29ED-48C3-A25A-80D228BC43BF}" type="datetime'''''1''''''''''''''''''''''''2''''''''''''''''''''''月'''''''">
              <a:rPr lang="ja-JP" altLang="en-US" sz="1400" b="1" smtClean="0">
                <a:solidFill>
                  <a:schemeClr val="tx1"/>
                </a:solidFill>
                <a:effectLst/>
              </a:rPr>
              <a:pPr algn="ctr">
                <a:spcBef>
                  <a:spcPct val="0"/>
                </a:spcBef>
                <a:spcAft>
                  <a:spcPct val="0"/>
                </a:spcAft>
              </a:pPr>
              <a:t>12月</a:t>
            </a:fld>
            <a:endParaRPr kumimoji="1" lang="ja-JP" altLang="en-US" sz="1400" b="1">
              <a:solidFill>
                <a:schemeClr val="tx1"/>
              </a:solidFill>
            </a:endParaRPr>
          </a:p>
        </p:txBody>
      </p:sp>
      <p:sp>
        <p:nvSpPr>
          <p:cNvPr id="175" name="正方形/長方形 174">
            <a:extLst>
              <a:ext uri="{FF2B5EF4-FFF2-40B4-BE49-F238E27FC236}">
                <a16:creationId xmlns:a16="http://schemas.microsoft.com/office/drawing/2014/main" id="{AF0EC83A-62D6-A775-F409-619527B06D66}"/>
              </a:ext>
            </a:extLst>
          </p:cNvPr>
          <p:cNvSpPr/>
          <p:nvPr>
            <p:custDataLst>
              <p:tags r:id="rId5"/>
            </p:custDataLst>
          </p:nvPr>
        </p:nvSpPr>
        <p:spPr bwMode="auto">
          <a:xfrm>
            <a:off x="7532689" y="2046288"/>
            <a:ext cx="1408113" cy="260350"/>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23813" rIns="0" bIns="23813" rtlCol="0" anchor="ctr"/>
          <a:lstStyle/>
          <a:p>
            <a:pPr algn="ctr">
              <a:spcBef>
                <a:spcPct val="0"/>
              </a:spcBef>
              <a:spcAft>
                <a:spcPct val="0"/>
              </a:spcAft>
            </a:pPr>
            <a:fld id="{E96619A2-D029-4DE6-ABEA-CF0F4C817A3D}" type="datetime'''''''''''''''''''''''''''''''''''''1''''''''''月'''''">
              <a:rPr lang="ja-JP" altLang="en-US" sz="1400" b="1" smtClean="0">
                <a:solidFill>
                  <a:schemeClr val="tx1"/>
                </a:solidFill>
                <a:effectLst/>
              </a:rPr>
              <a:pPr algn="ctr">
                <a:spcBef>
                  <a:spcPct val="0"/>
                </a:spcBef>
                <a:spcAft>
                  <a:spcPct val="0"/>
                </a:spcAft>
              </a:pPr>
              <a:t>1月</a:t>
            </a:fld>
            <a:endParaRPr kumimoji="1" lang="ja-JP" altLang="en-US" sz="1400" b="1">
              <a:solidFill>
                <a:schemeClr val="tx1"/>
              </a:solidFill>
            </a:endParaRPr>
          </a:p>
        </p:txBody>
      </p:sp>
      <p:sp>
        <p:nvSpPr>
          <p:cNvPr id="176" name="正方形/長方形 175">
            <a:extLst>
              <a:ext uri="{FF2B5EF4-FFF2-40B4-BE49-F238E27FC236}">
                <a16:creationId xmlns:a16="http://schemas.microsoft.com/office/drawing/2014/main" id="{B608395E-7A91-15E4-5322-FAE69923F885}"/>
              </a:ext>
            </a:extLst>
          </p:cNvPr>
          <p:cNvSpPr/>
          <p:nvPr>
            <p:custDataLst>
              <p:tags r:id="rId6"/>
            </p:custDataLst>
          </p:nvPr>
        </p:nvSpPr>
        <p:spPr bwMode="auto">
          <a:xfrm>
            <a:off x="8940800" y="2046288"/>
            <a:ext cx="1273175" cy="260350"/>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23813" rIns="0" bIns="23813" rtlCol="0" anchor="ctr"/>
          <a:lstStyle/>
          <a:p>
            <a:pPr algn="ctr">
              <a:spcBef>
                <a:spcPct val="0"/>
              </a:spcBef>
              <a:spcAft>
                <a:spcPct val="0"/>
              </a:spcAft>
            </a:pPr>
            <a:fld id="{B9C23B34-462D-4635-9299-7D5E86AF6645}" type="datetime'''''''''''2''''''''''''''''''''月'">
              <a:rPr lang="ja-JP" altLang="en-US" sz="1400" b="1" smtClean="0">
                <a:solidFill>
                  <a:schemeClr val="tx1"/>
                </a:solidFill>
                <a:effectLst/>
              </a:rPr>
              <a:pPr algn="ctr">
                <a:spcBef>
                  <a:spcPct val="0"/>
                </a:spcBef>
                <a:spcAft>
                  <a:spcPct val="0"/>
                </a:spcAft>
              </a:pPr>
              <a:t>2月</a:t>
            </a:fld>
            <a:endParaRPr kumimoji="1" lang="ja-JP" altLang="en-US" sz="1400" b="1">
              <a:solidFill>
                <a:schemeClr val="tx1"/>
              </a:solidFill>
            </a:endParaRPr>
          </a:p>
        </p:txBody>
      </p:sp>
      <p:sp>
        <p:nvSpPr>
          <p:cNvPr id="177" name="正方形/長方形 176">
            <a:extLst>
              <a:ext uri="{FF2B5EF4-FFF2-40B4-BE49-F238E27FC236}">
                <a16:creationId xmlns:a16="http://schemas.microsoft.com/office/drawing/2014/main" id="{7850CB4F-05D8-009F-1EFF-B0F5A77ADC7B}"/>
              </a:ext>
            </a:extLst>
          </p:cNvPr>
          <p:cNvSpPr/>
          <p:nvPr>
            <p:custDataLst>
              <p:tags r:id="rId7"/>
            </p:custDataLst>
          </p:nvPr>
        </p:nvSpPr>
        <p:spPr bwMode="auto">
          <a:xfrm>
            <a:off x="10213976" y="2046288"/>
            <a:ext cx="1408113" cy="260350"/>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23813" rIns="0" bIns="23813" rtlCol="0" anchor="ctr"/>
          <a:lstStyle/>
          <a:p>
            <a:pPr algn="ctr">
              <a:spcBef>
                <a:spcPct val="0"/>
              </a:spcBef>
              <a:spcAft>
                <a:spcPct val="0"/>
              </a:spcAft>
            </a:pPr>
            <a:fld id="{65AFE65B-95E0-4549-B4FD-4BA6E0F534C3}" type="datetime'''3''''''月'''''''''''''''''''''''''''''''''''''''">
              <a:rPr lang="ja-JP" altLang="en-US" sz="1400" b="1" smtClean="0">
                <a:solidFill>
                  <a:schemeClr val="tx1"/>
                </a:solidFill>
                <a:effectLst/>
              </a:rPr>
              <a:pPr algn="ctr">
                <a:spcBef>
                  <a:spcPct val="0"/>
                </a:spcBef>
                <a:spcAft>
                  <a:spcPct val="0"/>
                </a:spcAft>
              </a:pPr>
              <a:t>3月</a:t>
            </a:fld>
            <a:endParaRPr kumimoji="1" lang="ja-JP" altLang="en-US" sz="1400" b="1">
              <a:solidFill>
                <a:schemeClr val="tx1"/>
              </a:solidFill>
            </a:endParaRPr>
          </a:p>
        </p:txBody>
      </p:sp>
      <p:sp>
        <p:nvSpPr>
          <p:cNvPr id="6" name="正方形/長方形 5">
            <a:extLst>
              <a:ext uri="{FF2B5EF4-FFF2-40B4-BE49-F238E27FC236}">
                <a16:creationId xmlns:a16="http://schemas.microsoft.com/office/drawing/2014/main" id="{0A35A060-C17F-A791-A5D6-1FACCD2788C8}"/>
              </a:ext>
            </a:extLst>
          </p:cNvPr>
          <p:cNvSpPr/>
          <p:nvPr>
            <p:custDataLst>
              <p:tags r:id="rId8"/>
            </p:custDataLst>
          </p:nvPr>
        </p:nvSpPr>
        <p:spPr bwMode="auto">
          <a:xfrm>
            <a:off x="11622089" y="2046288"/>
            <a:ext cx="227013" cy="260350"/>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23813" rIns="0" bIns="23813" rtlCol="0" anchor="ctr"/>
          <a:lstStyle/>
          <a:p>
            <a:pPr algn="ctr">
              <a:spcBef>
                <a:spcPct val="0"/>
              </a:spcBef>
              <a:spcAft>
                <a:spcPct val="0"/>
              </a:spcAft>
            </a:pPr>
            <a:endParaRPr kumimoji="1" lang="ja-JP" altLang="en-US" sz="1400" b="1">
              <a:solidFill>
                <a:schemeClr val="tx1"/>
              </a:solidFill>
            </a:endParaRPr>
          </a:p>
        </p:txBody>
      </p:sp>
      <p:sp>
        <p:nvSpPr>
          <p:cNvPr id="154" name="正方形/長方形 153">
            <a:extLst>
              <a:ext uri="{FF2B5EF4-FFF2-40B4-BE49-F238E27FC236}">
                <a16:creationId xmlns:a16="http://schemas.microsoft.com/office/drawing/2014/main" id="{5AB87E96-4D82-7785-6899-F29FC8AF7AD7}"/>
              </a:ext>
            </a:extLst>
          </p:cNvPr>
          <p:cNvSpPr/>
          <p:nvPr>
            <p:custDataLst>
              <p:tags r:id="rId9"/>
            </p:custDataLst>
          </p:nvPr>
        </p:nvSpPr>
        <p:spPr bwMode="auto">
          <a:xfrm>
            <a:off x="6124575" y="2306638"/>
            <a:ext cx="317500" cy="260350"/>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23813" rIns="0" bIns="23813" rtlCol="0" anchor="ctr"/>
          <a:lstStyle/>
          <a:p>
            <a:pPr algn="ctr">
              <a:spcBef>
                <a:spcPct val="0"/>
              </a:spcBef>
              <a:spcAft>
                <a:spcPct val="0"/>
              </a:spcAft>
            </a:pPr>
            <a:fld id="{8ED05A0F-DF63-423A-A86C-06345ED70291}" type="datetime'''''''''0''1'''''''''''''''''''''''''''''''''''''''''''''''">
              <a:rPr lang="ja-JP" altLang="en-US" sz="1400" b="1" smtClean="0">
                <a:solidFill>
                  <a:schemeClr val="tx1"/>
                </a:solidFill>
              </a:rPr>
              <a:pPr algn="ctr">
                <a:spcBef>
                  <a:spcPct val="0"/>
                </a:spcBef>
                <a:spcAft>
                  <a:spcPct val="0"/>
                </a:spcAft>
              </a:pPr>
              <a:t>01</a:t>
            </a:fld>
            <a:endParaRPr kumimoji="1" lang="ja-JP" altLang="en-US" sz="1400" b="1">
              <a:solidFill>
                <a:schemeClr val="tx1"/>
              </a:solidFill>
            </a:endParaRPr>
          </a:p>
        </p:txBody>
      </p:sp>
      <p:sp>
        <p:nvSpPr>
          <p:cNvPr id="156" name="正方形/長方形 155">
            <a:extLst>
              <a:ext uri="{FF2B5EF4-FFF2-40B4-BE49-F238E27FC236}">
                <a16:creationId xmlns:a16="http://schemas.microsoft.com/office/drawing/2014/main" id="{657C3C62-B43E-81F0-BC6E-AF0A5B29778B}"/>
              </a:ext>
            </a:extLst>
          </p:cNvPr>
          <p:cNvSpPr/>
          <p:nvPr>
            <p:custDataLst>
              <p:tags r:id="rId10"/>
            </p:custDataLst>
          </p:nvPr>
        </p:nvSpPr>
        <p:spPr bwMode="auto">
          <a:xfrm>
            <a:off x="6442075" y="2306638"/>
            <a:ext cx="319088" cy="260350"/>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23813" rIns="0" bIns="23813" rtlCol="0" anchor="ctr"/>
          <a:lstStyle/>
          <a:p>
            <a:pPr algn="ctr">
              <a:spcBef>
                <a:spcPct val="0"/>
              </a:spcBef>
              <a:spcAft>
                <a:spcPct val="0"/>
              </a:spcAft>
            </a:pPr>
            <a:fld id="{9A0D6503-25EA-43CD-A8F1-8019B5ADE781}" type="datetime'''''0''''''''''''''''''''''''''''''''''''''''''''''8'''">
              <a:rPr lang="ja-JP" altLang="en-US" sz="1400" b="1" smtClean="0">
                <a:solidFill>
                  <a:schemeClr val="tx1"/>
                </a:solidFill>
              </a:rPr>
              <a:pPr algn="ctr">
                <a:spcBef>
                  <a:spcPct val="0"/>
                </a:spcBef>
                <a:spcAft>
                  <a:spcPct val="0"/>
                </a:spcAft>
              </a:pPr>
              <a:t>08</a:t>
            </a:fld>
            <a:endParaRPr kumimoji="1" lang="ja-JP" altLang="en-US" sz="1400" b="1">
              <a:solidFill>
                <a:schemeClr val="tx1"/>
              </a:solidFill>
            </a:endParaRPr>
          </a:p>
        </p:txBody>
      </p:sp>
      <p:sp>
        <p:nvSpPr>
          <p:cNvPr id="157" name="正方形/長方形 156">
            <a:extLst>
              <a:ext uri="{FF2B5EF4-FFF2-40B4-BE49-F238E27FC236}">
                <a16:creationId xmlns:a16="http://schemas.microsoft.com/office/drawing/2014/main" id="{B9E408E0-AB13-78AA-398E-AFBA812D1C64}"/>
              </a:ext>
            </a:extLst>
          </p:cNvPr>
          <p:cNvSpPr/>
          <p:nvPr>
            <p:custDataLst>
              <p:tags r:id="rId11"/>
            </p:custDataLst>
          </p:nvPr>
        </p:nvSpPr>
        <p:spPr bwMode="auto">
          <a:xfrm>
            <a:off x="6761163" y="2306638"/>
            <a:ext cx="317500" cy="260350"/>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23813" rIns="0" bIns="23813" rtlCol="0" anchor="ctr"/>
          <a:lstStyle/>
          <a:p>
            <a:pPr algn="ctr">
              <a:spcBef>
                <a:spcPct val="0"/>
              </a:spcBef>
              <a:spcAft>
                <a:spcPct val="0"/>
              </a:spcAft>
            </a:pPr>
            <a:fld id="{A2EE555B-FA7E-4D84-A258-7C58005568C4}" type="datetime'''''''''''''''''''''''''''''''''''''''''1''''''''''''5'''''">
              <a:rPr lang="ja-JP" altLang="en-US" sz="1400" b="1" smtClean="0">
                <a:solidFill>
                  <a:schemeClr val="tx1"/>
                </a:solidFill>
              </a:rPr>
              <a:pPr algn="ctr">
                <a:spcBef>
                  <a:spcPct val="0"/>
                </a:spcBef>
                <a:spcAft>
                  <a:spcPct val="0"/>
                </a:spcAft>
              </a:pPr>
              <a:t>15</a:t>
            </a:fld>
            <a:endParaRPr kumimoji="1" lang="ja-JP" altLang="en-US" sz="1400" b="1">
              <a:solidFill>
                <a:schemeClr val="tx1"/>
              </a:solidFill>
            </a:endParaRPr>
          </a:p>
        </p:txBody>
      </p:sp>
      <p:sp>
        <p:nvSpPr>
          <p:cNvPr id="158" name="正方形/長方形 157">
            <a:extLst>
              <a:ext uri="{FF2B5EF4-FFF2-40B4-BE49-F238E27FC236}">
                <a16:creationId xmlns:a16="http://schemas.microsoft.com/office/drawing/2014/main" id="{AB45494A-EF05-BB82-1716-7F7D9383DDEC}"/>
              </a:ext>
            </a:extLst>
          </p:cNvPr>
          <p:cNvSpPr/>
          <p:nvPr>
            <p:custDataLst>
              <p:tags r:id="rId12"/>
            </p:custDataLst>
          </p:nvPr>
        </p:nvSpPr>
        <p:spPr bwMode="auto">
          <a:xfrm>
            <a:off x="7078663" y="2306638"/>
            <a:ext cx="317500" cy="260350"/>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23813" rIns="0" bIns="23813" rtlCol="0" anchor="ctr"/>
          <a:lstStyle/>
          <a:p>
            <a:pPr algn="ctr">
              <a:spcBef>
                <a:spcPct val="0"/>
              </a:spcBef>
              <a:spcAft>
                <a:spcPct val="0"/>
              </a:spcAft>
            </a:pPr>
            <a:fld id="{7411B15E-4F8A-46F4-A4DB-5538D160140E}" type="datetime'''''''''''''2''''2'''''''''''''''''''''''''">
              <a:rPr lang="ja-JP" altLang="en-US" sz="1400" b="1" smtClean="0">
                <a:solidFill>
                  <a:schemeClr val="tx1"/>
                </a:solidFill>
              </a:rPr>
              <a:pPr algn="ctr">
                <a:spcBef>
                  <a:spcPct val="0"/>
                </a:spcBef>
                <a:spcAft>
                  <a:spcPct val="0"/>
                </a:spcAft>
              </a:pPr>
              <a:t>22</a:t>
            </a:fld>
            <a:endParaRPr kumimoji="1" lang="ja-JP" altLang="en-US" sz="1400" b="1">
              <a:solidFill>
                <a:schemeClr val="tx1"/>
              </a:solidFill>
            </a:endParaRPr>
          </a:p>
        </p:txBody>
      </p:sp>
      <p:sp>
        <p:nvSpPr>
          <p:cNvPr id="159" name="正方形/長方形 158">
            <a:extLst>
              <a:ext uri="{FF2B5EF4-FFF2-40B4-BE49-F238E27FC236}">
                <a16:creationId xmlns:a16="http://schemas.microsoft.com/office/drawing/2014/main" id="{F112F1C9-E234-D6FB-6C92-CF7362F3C916}"/>
              </a:ext>
            </a:extLst>
          </p:cNvPr>
          <p:cNvSpPr/>
          <p:nvPr>
            <p:custDataLst>
              <p:tags r:id="rId13"/>
            </p:custDataLst>
          </p:nvPr>
        </p:nvSpPr>
        <p:spPr bwMode="auto">
          <a:xfrm>
            <a:off x="7396163" y="2306638"/>
            <a:ext cx="319088" cy="260350"/>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23813" rIns="0" bIns="23813" rtlCol="0" anchor="ctr"/>
          <a:lstStyle/>
          <a:p>
            <a:pPr algn="ctr">
              <a:spcBef>
                <a:spcPct val="0"/>
              </a:spcBef>
              <a:spcAft>
                <a:spcPct val="0"/>
              </a:spcAft>
            </a:pPr>
            <a:fld id="{A2EE6F9E-F601-4604-BA89-2C3E796809C7}" type="datetime'2''''''9'''''''''''''''''''''">
              <a:rPr lang="ja-JP" altLang="en-US" sz="1400" b="1" smtClean="0">
                <a:solidFill>
                  <a:schemeClr val="tx1"/>
                </a:solidFill>
              </a:rPr>
              <a:pPr algn="ctr">
                <a:spcBef>
                  <a:spcPct val="0"/>
                </a:spcBef>
                <a:spcAft>
                  <a:spcPct val="0"/>
                </a:spcAft>
              </a:pPr>
              <a:t>29</a:t>
            </a:fld>
            <a:endParaRPr kumimoji="1" lang="ja-JP" altLang="en-US" sz="1400" b="1">
              <a:solidFill>
                <a:schemeClr val="tx1"/>
              </a:solidFill>
            </a:endParaRPr>
          </a:p>
        </p:txBody>
      </p:sp>
      <p:sp>
        <p:nvSpPr>
          <p:cNvPr id="160" name="正方形/長方形 159">
            <a:extLst>
              <a:ext uri="{FF2B5EF4-FFF2-40B4-BE49-F238E27FC236}">
                <a16:creationId xmlns:a16="http://schemas.microsoft.com/office/drawing/2014/main" id="{22C17DFF-A250-93AF-ADC8-19F0A187117E}"/>
              </a:ext>
            </a:extLst>
          </p:cNvPr>
          <p:cNvSpPr/>
          <p:nvPr>
            <p:custDataLst>
              <p:tags r:id="rId14"/>
            </p:custDataLst>
          </p:nvPr>
        </p:nvSpPr>
        <p:spPr bwMode="auto">
          <a:xfrm>
            <a:off x="7715250" y="2306638"/>
            <a:ext cx="317500" cy="260350"/>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23813" rIns="0" bIns="23813" rtlCol="0" anchor="ctr"/>
          <a:lstStyle/>
          <a:p>
            <a:pPr algn="ctr">
              <a:spcBef>
                <a:spcPct val="0"/>
              </a:spcBef>
              <a:spcAft>
                <a:spcPct val="0"/>
              </a:spcAft>
            </a:pPr>
            <a:fld id="{A0CCF449-3A63-46CE-B3CF-677AB337258C}" type="datetime'''''''''''''''''''''''''''''''''''''''''''''0''''''5'''''''">
              <a:rPr lang="ja-JP" altLang="en-US" sz="1400" b="1" smtClean="0">
                <a:solidFill>
                  <a:schemeClr val="tx1"/>
                </a:solidFill>
              </a:rPr>
              <a:pPr algn="ctr">
                <a:spcBef>
                  <a:spcPct val="0"/>
                </a:spcBef>
                <a:spcAft>
                  <a:spcPct val="0"/>
                </a:spcAft>
              </a:pPr>
              <a:t>05</a:t>
            </a:fld>
            <a:endParaRPr kumimoji="1" lang="ja-JP" altLang="en-US" sz="1400" b="1">
              <a:solidFill>
                <a:schemeClr val="tx1"/>
              </a:solidFill>
            </a:endParaRPr>
          </a:p>
        </p:txBody>
      </p:sp>
      <p:sp>
        <p:nvSpPr>
          <p:cNvPr id="161" name="正方形/長方形 160">
            <a:extLst>
              <a:ext uri="{FF2B5EF4-FFF2-40B4-BE49-F238E27FC236}">
                <a16:creationId xmlns:a16="http://schemas.microsoft.com/office/drawing/2014/main" id="{0EBF5157-2B98-1B6D-2EF1-79855383CA11}"/>
              </a:ext>
            </a:extLst>
          </p:cNvPr>
          <p:cNvSpPr/>
          <p:nvPr>
            <p:custDataLst>
              <p:tags r:id="rId15"/>
            </p:custDataLst>
          </p:nvPr>
        </p:nvSpPr>
        <p:spPr bwMode="auto">
          <a:xfrm>
            <a:off x="8032750" y="2306638"/>
            <a:ext cx="317500" cy="260350"/>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23813" rIns="0" bIns="23813" rtlCol="0" anchor="ctr"/>
          <a:lstStyle/>
          <a:p>
            <a:pPr algn="ctr">
              <a:spcBef>
                <a:spcPct val="0"/>
              </a:spcBef>
              <a:spcAft>
                <a:spcPct val="0"/>
              </a:spcAft>
            </a:pPr>
            <a:fld id="{F38A97D2-42EE-44BA-82D9-5BF59E62A97E}" type="datetime'''''''''''1''2'''''''''''''''''''''''''''''">
              <a:rPr lang="ja-JP" altLang="en-US" sz="1400" b="1" smtClean="0">
                <a:solidFill>
                  <a:schemeClr val="tx1"/>
                </a:solidFill>
              </a:rPr>
              <a:pPr algn="ctr">
                <a:spcBef>
                  <a:spcPct val="0"/>
                </a:spcBef>
                <a:spcAft>
                  <a:spcPct val="0"/>
                </a:spcAft>
              </a:pPr>
              <a:t>12</a:t>
            </a:fld>
            <a:endParaRPr kumimoji="1" lang="ja-JP" altLang="en-US" sz="1400" b="1">
              <a:solidFill>
                <a:schemeClr val="tx1"/>
              </a:solidFill>
            </a:endParaRPr>
          </a:p>
        </p:txBody>
      </p:sp>
      <p:sp>
        <p:nvSpPr>
          <p:cNvPr id="162" name="正方形/長方形 161">
            <a:extLst>
              <a:ext uri="{FF2B5EF4-FFF2-40B4-BE49-F238E27FC236}">
                <a16:creationId xmlns:a16="http://schemas.microsoft.com/office/drawing/2014/main" id="{A16AF77A-5F4E-2974-14C4-6A1736D0F640}"/>
              </a:ext>
            </a:extLst>
          </p:cNvPr>
          <p:cNvSpPr/>
          <p:nvPr>
            <p:custDataLst>
              <p:tags r:id="rId16"/>
            </p:custDataLst>
          </p:nvPr>
        </p:nvSpPr>
        <p:spPr bwMode="auto">
          <a:xfrm>
            <a:off x="8350250" y="2306638"/>
            <a:ext cx="319088" cy="260350"/>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23813" rIns="0" bIns="23813" rtlCol="0" anchor="ctr"/>
          <a:lstStyle/>
          <a:p>
            <a:pPr algn="ctr">
              <a:spcBef>
                <a:spcPct val="0"/>
              </a:spcBef>
              <a:spcAft>
                <a:spcPct val="0"/>
              </a:spcAft>
            </a:pPr>
            <a:fld id="{E7ABBF2E-66A7-4F0F-8EE4-6C6338B81E5B}" type="datetime'''''''''''''''''''''''''''''''''''''''''''''''''''''''19'">
              <a:rPr lang="ja-JP" altLang="en-US" sz="1400" b="1" smtClean="0">
                <a:solidFill>
                  <a:schemeClr val="tx1"/>
                </a:solidFill>
              </a:rPr>
              <a:pPr algn="ctr">
                <a:spcBef>
                  <a:spcPct val="0"/>
                </a:spcBef>
                <a:spcAft>
                  <a:spcPct val="0"/>
                </a:spcAft>
              </a:pPr>
              <a:t>19</a:t>
            </a:fld>
            <a:endParaRPr kumimoji="1" lang="ja-JP" altLang="en-US" sz="1400" b="1">
              <a:solidFill>
                <a:schemeClr val="tx1"/>
              </a:solidFill>
            </a:endParaRPr>
          </a:p>
        </p:txBody>
      </p:sp>
      <p:sp>
        <p:nvSpPr>
          <p:cNvPr id="163" name="正方形/長方形 162">
            <a:extLst>
              <a:ext uri="{FF2B5EF4-FFF2-40B4-BE49-F238E27FC236}">
                <a16:creationId xmlns:a16="http://schemas.microsoft.com/office/drawing/2014/main" id="{71F41CDE-2B95-638A-16F9-91A079A1A704}"/>
              </a:ext>
            </a:extLst>
          </p:cNvPr>
          <p:cNvSpPr/>
          <p:nvPr>
            <p:custDataLst>
              <p:tags r:id="rId17"/>
            </p:custDataLst>
          </p:nvPr>
        </p:nvSpPr>
        <p:spPr bwMode="auto">
          <a:xfrm>
            <a:off x="8669338" y="2306638"/>
            <a:ext cx="317500" cy="260350"/>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23813" rIns="0" bIns="23813" rtlCol="0" anchor="ctr"/>
          <a:lstStyle/>
          <a:p>
            <a:pPr algn="ctr">
              <a:spcBef>
                <a:spcPct val="0"/>
              </a:spcBef>
              <a:spcAft>
                <a:spcPct val="0"/>
              </a:spcAft>
            </a:pPr>
            <a:fld id="{0C450B15-9064-493E-AC3A-225055B6FBB5}" type="datetime'''''''2''''''''''''''''''''6'''''''''''''''''">
              <a:rPr lang="ja-JP" altLang="en-US" sz="1400" b="1" smtClean="0">
                <a:solidFill>
                  <a:schemeClr val="tx1"/>
                </a:solidFill>
              </a:rPr>
              <a:pPr algn="ctr">
                <a:spcBef>
                  <a:spcPct val="0"/>
                </a:spcBef>
                <a:spcAft>
                  <a:spcPct val="0"/>
                </a:spcAft>
              </a:pPr>
              <a:t>26</a:t>
            </a:fld>
            <a:endParaRPr kumimoji="1" lang="ja-JP" altLang="en-US" sz="1400" b="1">
              <a:solidFill>
                <a:schemeClr val="tx1"/>
              </a:solidFill>
            </a:endParaRPr>
          </a:p>
        </p:txBody>
      </p:sp>
      <p:sp>
        <p:nvSpPr>
          <p:cNvPr id="164" name="正方形/長方形 163">
            <a:extLst>
              <a:ext uri="{FF2B5EF4-FFF2-40B4-BE49-F238E27FC236}">
                <a16:creationId xmlns:a16="http://schemas.microsoft.com/office/drawing/2014/main" id="{A5358E38-1AF3-CBA9-2831-74256222EAC6}"/>
              </a:ext>
            </a:extLst>
          </p:cNvPr>
          <p:cNvSpPr/>
          <p:nvPr>
            <p:custDataLst>
              <p:tags r:id="rId18"/>
            </p:custDataLst>
          </p:nvPr>
        </p:nvSpPr>
        <p:spPr bwMode="auto">
          <a:xfrm>
            <a:off x="8986838" y="2306638"/>
            <a:ext cx="317500" cy="260350"/>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23813" rIns="0" bIns="23813" rtlCol="0" anchor="ctr"/>
          <a:lstStyle/>
          <a:p>
            <a:pPr algn="ctr">
              <a:spcBef>
                <a:spcPct val="0"/>
              </a:spcBef>
              <a:spcAft>
                <a:spcPct val="0"/>
              </a:spcAft>
            </a:pPr>
            <a:fld id="{CC528A3B-15B7-49C2-92F4-569333E76D02}" type="datetime'''''''0''''''''''''''''''''''''''''''''''2'''''''">
              <a:rPr lang="ja-JP" altLang="en-US" sz="1400" b="1" smtClean="0">
                <a:solidFill>
                  <a:schemeClr val="tx1"/>
                </a:solidFill>
              </a:rPr>
              <a:pPr algn="ctr">
                <a:spcBef>
                  <a:spcPct val="0"/>
                </a:spcBef>
                <a:spcAft>
                  <a:spcPct val="0"/>
                </a:spcAft>
              </a:pPr>
              <a:t>02</a:t>
            </a:fld>
            <a:endParaRPr kumimoji="1" lang="ja-JP" altLang="en-US" sz="1400" b="1">
              <a:solidFill>
                <a:schemeClr val="tx1"/>
              </a:solidFill>
            </a:endParaRPr>
          </a:p>
        </p:txBody>
      </p:sp>
      <p:sp>
        <p:nvSpPr>
          <p:cNvPr id="165" name="正方形/長方形 164">
            <a:extLst>
              <a:ext uri="{FF2B5EF4-FFF2-40B4-BE49-F238E27FC236}">
                <a16:creationId xmlns:a16="http://schemas.microsoft.com/office/drawing/2014/main" id="{CA1DD8CF-D640-9241-8FB8-8842EA9F9F28}"/>
              </a:ext>
            </a:extLst>
          </p:cNvPr>
          <p:cNvSpPr/>
          <p:nvPr>
            <p:custDataLst>
              <p:tags r:id="rId19"/>
            </p:custDataLst>
          </p:nvPr>
        </p:nvSpPr>
        <p:spPr bwMode="auto">
          <a:xfrm>
            <a:off x="9304338" y="2306638"/>
            <a:ext cx="319088" cy="260350"/>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23813" rIns="0" bIns="23813" rtlCol="0" anchor="ctr"/>
          <a:lstStyle/>
          <a:p>
            <a:pPr algn="ctr">
              <a:spcBef>
                <a:spcPct val="0"/>
              </a:spcBef>
              <a:spcAft>
                <a:spcPct val="0"/>
              </a:spcAft>
            </a:pPr>
            <a:fld id="{8CC26158-6B39-48EA-9DE1-B155B9B2CFCD}" type="datetime'''''''''''''''''''''''''0''9'''''''''''''''''''''''''">
              <a:rPr lang="ja-JP" altLang="en-US" sz="1400" b="1" smtClean="0">
                <a:solidFill>
                  <a:schemeClr val="tx1"/>
                </a:solidFill>
              </a:rPr>
              <a:pPr algn="ctr">
                <a:spcBef>
                  <a:spcPct val="0"/>
                </a:spcBef>
                <a:spcAft>
                  <a:spcPct val="0"/>
                </a:spcAft>
              </a:pPr>
              <a:t>09</a:t>
            </a:fld>
            <a:endParaRPr kumimoji="1" lang="ja-JP" altLang="en-US" sz="1400" b="1">
              <a:solidFill>
                <a:schemeClr val="tx1"/>
              </a:solidFill>
            </a:endParaRPr>
          </a:p>
        </p:txBody>
      </p:sp>
      <p:sp>
        <p:nvSpPr>
          <p:cNvPr id="166" name="正方形/長方形 165">
            <a:extLst>
              <a:ext uri="{FF2B5EF4-FFF2-40B4-BE49-F238E27FC236}">
                <a16:creationId xmlns:a16="http://schemas.microsoft.com/office/drawing/2014/main" id="{10F6A3F8-0758-E834-875A-EFBB786CE850}"/>
              </a:ext>
            </a:extLst>
          </p:cNvPr>
          <p:cNvSpPr/>
          <p:nvPr>
            <p:custDataLst>
              <p:tags r:id="rId20"/>
            </p:custDataLst>
          </p:nvPr>
        </p:nvSpPr>
        <p:spPr bwMode="auto">
          <a:xfrm>
            <a:off x="9623425" y="2306638"/>
            <a:ext cx="317500" cy="260350"/>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23813" rIns="0" bIns="23813" rtlCol="0" anchor="ctr"/>
          <a:lstStyle/>
          <a:p>
            <a:pPr algn="ctr">
              <a:spcBef>
                <a:spcPct val="0"/>
              </a:spcBef>
              <a:spcAft>
                <a:spcPct val="0"/>
              </a:spcAft>
            </a:pPr>
            <a:fld id="{140188A2-1302-49AD-9111-897755B93A47}" type="datetime'''''''1''''''''''''''''''''6'">
              <a:rPr lang="ja-JP" altLang="en-US" sz="1400" b="1" smtClean="0">
                <a:solidFill>
                  <a:schemeClr val="tx1"/>
                </a:solidFill>
              </a:rPr>
              <a:pPr algn="ctr">
                <a:spcBef>
                  <a:spcPct val="0"/>
                </a:spcBef>
                <a:spcAft>
                  <a:spcPct val="0"/>
                </a:spcAft>
              </a:pPr>
              <a:t>16</a:t>
            </a:fld>
            <a:endParaRPr kumimoji="1" lang="ja-JP" altLang="en-US" sz="1400" b="1">
              <a:solidFill>
                <a:schemeClr val="tx1"/>
              </a:solidFill>
            </a:endParaRPr>
          </a:p>
        </p:txBody>
      </p:sp>
      <p:sp>
        <p:nvSpPr>
          <p:cNvPr id="167" name="正方形/長方形 166">
            <a:extLst>
              <a:ext uri="{FF2B5EF4-FFF2-40B4-BE49-F238E27FC236}">
                <a16:creationId xmlns:a16="http://schemas.microsoft.com/office/drawing/2014/main" id="{E6C51226-8A96-5980-04CA-189BF5A414D4}"/>
              </a:ext>
            </a:extLst>
          </p:cNvPr>
          <p:cNvSpPr/>
          <p:nvPr>
            <p:custDataLst>
              <p:tags r:id="rId21"/>
            </p:custDataLst>
          </p:nvPr>
        </p:nvSpPr>
        <p:spPr bwMode="auto">
          <a:xfrm>
            <a:off x="9940925" y="2306638"/>
            <a:ext cx="317500" cy="260350"/>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23813" rIns="0" bIns="23813" rtlCol="0" anchor="ctr"/>
          <a:lstStyle/>
          <a:p>
            <a:pPr algn="ctr">
              <a:spcBef>
                <a:spcPct val="0"/>
              </a:spcBef>
              <a:spcAft>
                <a:spcPct val="0"/>
              </a:spcAft>
            </a:pPr>
            <a:fld id="{1440CC78-9301-4AD7-8A61-594A7D7C592B}" type="datetime'''''''''''''''''2''''''''''''3'''''''''''''">
              <a:rPr lang="ja-JP" altLang="en-US" sz="1400" b="1" smtClean="0">
                <a:solidFill>
                  <a:schemeClr val="tx1"/>
                </a:solidFill>
              </a:rPr>
              <a:pPr algn="ctr">
                <a:spcBef>
                  <a:spcPct val="0"/>
                </a:spcBef>
                <a:spcAft>
                  <a:spcPct val="0"/>
                </a:spcAft>
              </a:pPr>
              <a:t>23</a:t>
            </a:fld>
            <a:endParaRPr kumimoji="1" lang="ja-JP" altLang="en-US" sz="1400" b="1">
              <a:solidFill>
                <a:schemeClr val="tx1"/>
              </a:solidFill>
            </a:endParaRPr>
          </a:p>
        </p:txBody>
      </p:sp>
      <p:sp>
        <p:nvSpPr>
          <p:cNvPr id="168" name="正方形/長方形 167">
            <a:extLst>
              <a:ext uri="{FF2B5EF4-FFF2-40B4-BE49-F238E27FC236}">
                <a16:creationId xmlns:a16="http://schemas.microsoft.com/office/drawing/2014/main" id="{D8103BD3-9F1D-F4E7-BCD9-D3E90C90DCA9}"/>
              </a:ext>
            </a:extLst>
          </p:cNvPr>
          <p:cNvSpPr/>
          <p:nvPr>
            <p:custDataLst>
              <p:tags r:id="rId22"/>
            </p:custDataLst>
          </p:nvPr>
        </p:nvSpPr>
        <p:spPr bwMode="auto">
          <a:xfrm>
            <a:off x="10258425" y="2306638"/>
            <a:ext cx="319088" cy="260350"/>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23813" rIns="0" bIns="23813" rtlCol="0" anchor="ctr"/>
          <a:lstStyle/>
          <a:p>
            <a:pPr algn="ctr">
              <a:spcBef>
                <a:spcPct val="0"/>
              </a:spcBef>
              <a:spcAft>
                <a:spcPct val="0"/>
              </a:spcAft>
            </a:pPr>
            <a:fld id="{BC2B5318-91BF-43FD-AE00-B1282CB5B365}" type="datetime'''0''''''''''''''''''''''''''''''''''''''''''''''2'''''">
              <a:rPr lang="ja-JP" altLang="en-US" sz="1400" b="1" smtClean="0">
                <a:solidFill>
                  <a:schemeClr val="tx1"/>
                </a:solidFill>
              </a:rPr>
              <a:pPr algn="ctr">
                <a:spcBef>
                  <a:spcPct val="0"/>
                </a:spcBef>
                <a:spcAft>
                  <a:spcPct val="0"/>
                </a:spcAft>
              </a:pPr>
              <a:t>02</a:t>
            </a:fld>
            <a:endParaRPr kumimoji="1" lang="ja-JP" altLang="en-US" sz="1400" b="1">
              <a:solidFill>
                <a:schemeClr val="tx1"/>
              </a:solidFill>
            </a:endParaRPr>
          </a:p>
        </p:txBody>
      </p:sp>
      <p:sp>
        <p:nvSpPr>
          <p:cNvPr id="169" name="正方形/長方形 168">
            <a:extLst>
              <a:ext uri="{FF2B5EF4-FFF2-40B4-BE49-F238E27FC236}">
                <a16:creationId xmlns:a16="http://schemas.microsoft.com/office/drawing/2014/main" id="{FBBF59D1-72D9-FDF8-AA83-EA9E4AB1562F}"/>
              </a:ext>
            </a:extLst>
          </p:cNvPr>
          <p:cNvSpPr/>
          <p:nvPr>
            <p:custDataLst>
              <p:tags r:id="rId23"/>
            </p:custDataLst>
          </p:nvPr>
        </p:nvSpPr>
        <p:spPr bwMode="auto">
          <a:xfrm>
            <a:off x="10577513" y="2306638"/>
            <a:ext cx="317500" cy="260350"/>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23813" rIns="0" bIns="23813" rtlCol="0" anchor="ctr"/>
          <a:lstStyle/>
          <a:p>
            <a:pPr algn="ctr">
              <a:spcBef>
                <a:spcPct val="0"/>
              </a:spcBef>
              <a:spcAft>
                <a:spcPct val="0"/>
              </a:spcAft>
            </a:pPr>
            <a:fld id="{8E509D91-F5AB-438C-BAED-6356348EA34D}" type="datetime'''''''''''''''0''''''''''''''''9'''''''''''''''''''">
              <a:rPr lang="ja-JP" altLang="en-US" sz="1400" b="1" smtClean="0">
                <a:solidFill>
                  <a:schemeClr val="tx1"/>
                </a:solidFill>
              </a:rPr>
              <a:pPr algn="ctr">
                <a:spcBef>
                  <a:spcPct val="0"/>
                </a:spcBef>
                <a:spcAft>
                  <a:spcPct val="0"/>
                </a:spcAft>
              </a:pPr>
              <a:t>09</a:t>
            </a:fld>
            <a:endParaRPr kumimoji="1" lang="ja-JP" altLang="en-US" sz="1400" b="1">
              <a:solidFill>
                <a:schemeClr val="tx1"/>
              </a:solidFill>
            </a:endParaRPr>
          </a:p>
        </p:txBody>
      </p:sp>
      <p:sp>
        <p:nvSpPr>
          <p:cNvPr id="170" name="正方形/長方形 169">
            <a:extLst>
              <a:ext uri="{FF2B5EF4-FFF2-40B4-BE49-F238E27FC236}">
                <a16:creationId xmlns:a16="http://schemas.microsoft.com/office/drawing/2014/main" id="{EEC122B5-41AA-3D32-3BC7-C2C3F311F3C2}"/>
              </a:ext>
            </a:extLst>
          </p:cNvPr>
          <p:cNvSpPr/>
          <p:nvPr>
            <p:custDataLst>
              <p:tags r:id="rId24"/>
            </p:custDataLst>
          </p:nvPr>
        </p:nvSpPr>
        <p:spPr bwMode="auto">
          <a:xfrm>
            <a:off x="10895013" y="2306638"/>
            <a:ext cx="317500" cy="260350"/>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23813" rIns="0" bIns="23813" rtlCol="0" anchor="ctr"/>
          <a:lstStyle/>
          <a:p>
            <a:pPr algn="ctr">
              <a:spcBef>
                <a:spcPct val="0"/>
              </a:spcBef>
              <a:spcAft>
                <a:spcPct val="0"/>
              </a:spcAft>
            </a:pPr>
            <a:fld id="{C7BDFC99-9601-4663-AC10-3F4E951EA8A4}" type="datetime'''''''''''''''''1''''''6'''''''''''''''''''''''''''''">
              <a:rPr lang="ja-JP" altLang="en-US" sz="1400" b="1" smtClean="0">
                <a:solidFill>
                  <a:schemeClr val="tx1"/>
                </a:solidFill>
              </a:rPr>
              <a:pPr algn="ctr">
                <a:spcBef>
                  <a:spcPct val="0"/>
                </a:spcBef>
                <a:spcAft>
                  <a:spcPct val="0"/>
                </a:spcAft>
              </a:pPr>
              <a:t>16</a:t>
            </a:fld>
            <a:endParaRPr kumimoji="1" lang="ja-JP" altLang="en-US" sz="1400" b="1">
              <a:solidFill>
                <a:schemeClr val="tx1"/>
              </a:solidFill>
            </a:endParaRPr>
          </a:p>
        </p:txBody>
      </p:sp>
      <p:sp>
        <p:nvSpPr>
          <p:cNvPr id="171" name="正方形/長方形 170">
            <a:extLst>
              <a:ext uri="{FF2B5EF4-FFF2-40B4-BE49-F238E27FC236}">
                <a16:creationId xmlns:a16="http://schemas.microsoft.com/office/drawing/2014/main" id="{A5A7CF93-9527-D629-F6D3-C89FAE9669A8}"/>
              </a:ext>
            </a:extLst>
          </p:cNvPr>
          <p:cNvSpPr/>
          <p:nvPr>
            <p:custDataLst>
              <p:tags r:id="rId25"/>
            </p:custDataLst>
          </p:nvPr>
        </p:nvSpPr>
        <p:spPr bwMode="auto">
          <a:xfrm>
            <a:off x="11212513" y="2306638"/>
            <a:ext cx="319088" cy="260350"/>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23813" rIns="0" bIns="23813" rtlCol="0" anchor="ctr"/>
          <a:lstStyle/>
          <a:p>
            <a:pPr algn="ctr">
              <a:spcBef>
                <a:spcPct val="0"/>
              </a:spcBef>
              <a:spcAft>
                <a:spcPct val="0"/>
              </a:spcAft>
            </a:pPr>
            <a:fld id="{35152936-3FDE-42E0-9673-E708793CB4E5}" type="datetime'''2''''''''''''''''''''''3'''''''''''''''''''''''''''''''''">
              <a:rPr lang="ja-JP" altLang="en-US" sz="1400" b="1" smtClean="0">
                <a:solidFill>
                  <a:schemeClr val="tx1"/>
                </a:solidFill>
              </a:rPr>
              <a:pPr algn="ctr">
                <a:spcBef>
                  <a:spcPct val="0"/>
                </a:spcBef>
                <a:spcAft>
                  <a:spcPct val="0"/>
                </a:spcAft>
              </a:pPr>
              <a:t>23</a:t>
            </a:fld>
            <a:endParaRPr kumimoji="1" lang="ja-JP" altLang="en-US" sz="1400" b="1">
              <a:solidFill>
                <a:schemeClr val="tx1"/>
              </a:solidFill>
            </a:endParaRPr>
          </a:p>
        </p:txBody>
      </p:sp>
      <p:sp>
        <p:nvSpPr>
          <p:cNvPr id="172" name="正方形/長方形 171">
            <a:extLst>
              <a:ext uri="{FF2B5EF4-FFF2-40B4-BE49-F238E27FC236}">
                <a16:creationId xmlns:a16="http://schemas.microsoft.com/office/drawing/2014/main" id="{16A5F12C-ECEF-ACC1-0257-D57CCDC90552}"/>
              </a:ext>
            </a:extLst>
          </p:cNvPr>
          <p:cNvSpPr/>
          <p:nvPr>
            <p:custDataLst>
              <p:tags r:id="rId26"/>
            </p:custDataLst>
          </p:nvPr>
        </p:nvSpPr>
        <p:spPr bwMode="auto">
          <a:xfrm>
            <a:off x="11531600" y="2306638"/>
            <a:ext cx="317500" cy="260350"/>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23813" rIns="0" bIns="23813" rtlCol="0" anchor="ctr"/>
          <a:lstStyle/>
          <a:p>
            <a:pPr algn="ctr">
              <a:spcBef>
                <a:spcPct val="0"/>
              </a:spcBef>
              <a:spcAft>
                <a:spcPct val="0"/>
              </a:spcAft>
            </a:pPr>
            <a:fld id="{83DD0659-4D33-4431-90D0-5C5354B202EF}" type="datetime'''''''''''''''''3''''''''0'''''''''''''''''''''''''''''''''">
              <a:rPr lang="ja-JP" altLang="en-US" sz="1400" b="1" smtClean="0">
                <a:solidFill>
                  <a:schemeClr val="tx1"/>
                </a:solidFill>
              </a:rPr>
              <a:pPr algn="ctr">
                <a:spcBef>
                  <a:spcPct val="0"/>
                </a:spcBef>
                <a:spcAft>
                  <a:spcPct val="0"/>
                </a:spcAft>
              </a:pPr>
              <a:t>30</a:t>
            </a:fld>
            <a:endParaRPr kumimoji="1" lang="ja-JP" altLang="en-US" sz="1400" b="1">
              <a:solidFill>
                <a:schemeClr val="tx1"/>
              </a:solidFill>
            </a:endParaRPr>
          </a:p>
        </p:txBody>
      </p:sp>
      <p:cxnSp>
        <p:nvCxnSpPr>
          <p:cNvPr id="66" name="直線コネクタ 65">
            <a:extLst>
              <a:ext uri="{FF2B5EF4-FFF2-40B4-BE49-F238E27FC236}">
                <a16:creationId xmlns:a16="http://schemas.microsoft.com/office/drawing/2014/main" id="{67DBBAD5-A1E4-0CC8-13F5-DAE11180C6EE}"/>
              </a:ext>
            </a:extLst>
          </p:cNvPr>
          <p:cNvCxnSpPr/>
          <p:nvPr>
            <p:custDataLst>
              <p:tags r:id="rId27"/>
            </p:custDataLst>
          </p:nvPr>
        </p:nvCxnSpPr>
        <p:spPr bwMode="auto">
          <a:xfrm>
            <a:off x="11849100" y="2566988"/>
            <a:ext cx="0" cy="969963"/>
          </a:xfrm>
          <a:prstGeom prst="line">
            <a:avLst/>
          </a:prstGeom>
          <a:ln w="952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7" name="直線コネクタ 66">
            <a:extLst>
              <a:ext uri="{FF2B5EF4-FFF2-40B4-BE49-F238E27FC236}">
                <a16:creationId xmlns:a16="http://schemas.microsoft.com/office/drawing/2014/main" id="{5A7B11DB-A7AF-258D-EFD7-6D379A6036EB}"/>
              </a:ext>
            </a:extLst>
          </p:cNvPr>
          <p:cNvCxnSpPr/>
          <p:nvPr>
            <p:custDataLst>
              <p:tags r:id="rId28"/>
            </p:custDataLst>
          </p:nvPr>
        </p:nvCxnSpPr>
        <p:spPr bwMode="auto">
          <a:xfrm>
            <a:off x="342900" y="2566988"/>
            <a:ext cx="0" cy="969963"/>
          </a:xfrm>
          <a:prstGeom prst="line">
            <a:avLst/>
          </a:prstGeom>
          <a:ln w="952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3" name="直線コネクタ 132">
            <a:extLst>
              <a:ext uri="{FF2B5EF4-FFF2-40B4-BE49-F238E27FC236}">
                <a16:creationId xmlns:a16="http://schemas.microsoft.com/office/drawing/2014/main" id="{35E05F6C-2899-7A4A-2D93-79A88BC9E737}"/>
              </a:ext>
            </a:extLst>
          </p:cNvPr>
          <p:cNvCxnSpPr/>
          <p:nvPr>
            <p:custDataLst>
              <p:tags r:id="rId29"/>
            </p:custDataLst>
          </p:nvPr>
        </p:nvCxnSpPr>
        <p:spPr bwMode="auto">
          <a:xfrm>
            <a:off x="11212513" y="2566988"/>
            <a:ext cx="0" cy="969963"/>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0" name="直線コネクタ 119">
            <a:extLst>
              <a:ext uri="{FF2B5EF4-FFF2-40B4-BE49-F238E27FC236}">
                <a16:creationId xmlns:a16="http://schemas.microsoft.com/office/drawing/2014/main" id="{10F5B5D4-8F13-397B-82F8-2D60978E5F42}"/>
              </a:ext>
            </a:extLst>
          </p:cNvPr>
          <p:cNvCxnSpPr/>
          <p:nvPr>
            <p:custDataLst>
              <p:tags r:id="rId30"/>
            </p:custDataLst>
          </p:nvPr>
        </p:nvCxnSpPr>
        <p:spPr bwMode="auto">
          <a:xfrm>
            <a:off x="7078663" y="2566988"/>
            <a:ext cx="0" cy="969963"/>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9" name="直線コネクタ 118">
            <a:extLst>
              <a:ext uri="{FF2B5EF4-FFF2-40B4-BE49-F238E27FC236}">
                <a16:creationId xmlns:a16="http://schemas.microsoft.com/office/drawing/2014/main" id="{8309D7FB-ED73-E498-FA26-3B80D29AA083}"/>
              </a:ext>
            </a:extLst>
          </p:cNvPr>
          <p:cNvCxnSpPr/>
          <p:nvPr>
            <p:custDataLst>
              <p:tags r:id="rId31"/>
            </p:custDataLst>
          </p:nvPr>
        </p:nvCxnSpPr>
        <p:spPr bwMode="auto">
          <a:xfrm>
            <a:off x="6442075" y="2566988"/>
            <a:ext cx="0" cy="969963"/>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9" name="直線コネクタ 188">
            <a:extLst>
              <a:ext uri="{FF2B5EF4-FFF2-40B4-BE49-F238E27FC236}">
                <a16:creationId xmlns:a16="http://schemas.microsoft.com/office/drawing/2014/main" id="{BCD6C4AD-DAB9-1A6E-9BB6-D747FB3CCE9E}"/>
              </a:ext>
            </a:extLst>
          </p:cNvPr>
          <p:cNvCxnSpPr/>
          <p:nvPr>
            <p:custDataLst>
              <p:tags r:id="rId32"/>
            </p:custDataLst>
          </p:nvPr>
        </p:nvCxnSpPr>
        <p:spPr bwMode="auto">
          <a:xfrm>
            <a:off x="6761163" y="2566988"/>
            <a:ext cx="0" cy="969963"/>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1" name="直線コネクタ 120">
            <a:extLst>
              <a:ext uri="{FF2B5EF4-FFF2-40B4-BE49-F238E27FC236}">
                <a16:creationId xmlns:a16="http://schemas.microsoft.com/office/drawing/2014/main" id="{C995A64A-B9D3-3676-45FA-DC3466F6B40C}"/>
              </a:ext>
            </a:extLst>
          </p:cNvPr>
          <p:cNvCxnSpPr/>
          <p:nvPr>
            <p:custDataLst>
              <p:tags r:id="rId33"/>
            </p:custDataLst>
          </p:nvPr>
        </p:nvCxnSpPr>
        <p:spPr bwMode="auto">
          <a:xfrm>
            <a:off x="7396163" y="2566988"/>
            <a:ext cx="0" cy="969963"/>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2" name="直線コネクタ 121">
            <a:extLst>
              <a:ext uri="{FF2B5EF4-FFF2-40B4-BE49-F238E27FC236}">
                <a16:creationId xmlns:a16="http://schemas.microsoft.com/office/drawing/2014/main" id="{38CEC4F5-83DE-7DF8-F073-752184C392AD}"/>
              </a:ext>
            </a:extLst>
          </p:cNvPr>
          <p:cNvCxnSpPr/>
          <p:nvPr>
            <p:custDataLst>
              <p:tags r:id="rId34"/>
            </p:custDataLst>
          </p:nvPr>
        </p:nvCxnSpPr>
        <p:spPr bwMode="auto">
          <a:xfrm>
            <a:off x="7715250" y="2566988"/>
            <a:ext cx="0" cy="969963"/>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3" name="直線コネクタ 122">
            <a:extLst>
              <a:ext uri="{FF2B5EF4-FFF2-40B4-BE49-F238E27FC236}">
                <a16:creationId xmlns:a16="http://schemas.microsoft.com/office/drawing/2014/main" id="{0186AAD9-A3D5-E321-3B00-EAA807A7032A}"/>
              </a:ext>
            </a:extLst>
          </p:cNvPr>
          <p:cNvCxnSpPr/>
          <p:nvPr>
            <p:custDataLst>
              <p:tags r:id="rId35"/>
            </p:custDataLst>
          </p:nvPr>
        </p:nvCxnSpPr>
        <p:spPr bwMode="auto">
          <a:xfrm>
            <a:off x="8032750" y="2566988"/>
            <a:ext cx="0" cy="969963"/>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4" name="直線コネクタ 123">
            <a:extLst>
              <a:ext uri="{FF2B5EF4-FFF2-40B4-BE49-F238E27FC236}">
                <a16:creationId xmlns:a16="http://schemas.microsoft.com/office/drawing/2014/main" id="{CA1AC257-13C2-EA35-9C3A-4314D2E17C22}"/>
              </a:ext>
            </a:extLst>
          </p:cNvPr>
          <p:cNvCxnSpPr/>
          <p:nvPr>
            <p:custDataLst>
              <p:tags r:id="rId36"/>
            </p:custDataLst>
          </p:nvPr>
        </p:nvCxnSpPr>
        <p:spPr bwMode="auto">
          <a:xfrm>
            <a:off x="8350250" y="2566988"/>
            <a:ext cx="0" cy="969963"/>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5" name="直線コネクタ 124">
            <a:extLst>
              <a:ext uri="{FF2B5EF4-FFF2-40B4-BE49-F238E27FC236}">
                <a16:creationId xmlns:a16="http://schemas.microsoft.com/office/drawing/2014/main" id="{E8556062-5AB3-74FC-F651-24039E2C2C5D}"/>
              </a:ext>
            </a:extLst>
          </p:cNvPr>
          <p:cNvCxnSpPr/>
          <p:nvPr>
            <p:custDataLst>
              <p:tags r:id="rId37"/>
            </p:custDataLst>
          </p:nvPr>
        </p:nvCxnSpPr>
        <p:spPr bwMode="auto">
          <a:xfrm>
            <a:off x="8669338" y="2566988"/>
            <a:ext cx="0" cy="969963"/>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7" name="直線コネクタ 126">
            <a:extLst>
              <a:ext uri="{FF2B5EF4-FFF2-40B4-BE49-F238E27FC236}">
                <a16:creationId xmlns:a16="http://schemas.microsoft.com/office/drawing/2014/main" id="{C41AB776-E622-6E97-B62E-583059328205}"/>
              </a:ext>
            </a:extLst>
          </p:cNvPr>
          <p:cNvCxnSpPr/>
          <p:nvPr>
            <p:custDataLst>
              <p:tags r:id="rId38"/>
            </p:custDataLst>
          </p:nvPr>
        </p:nvCxnSpPr>
        <p:spPr bwMode="auto">
          <a:xfrm>
            <a:off x="9304338" y="2566988"/>
            <a:ext cx="0" cy="969963"/>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8" name="直線コネクタ 127">
            <a:extLst>
              <a:ext uri="{FF2B5EF4-FFF2-40B4-BE49-F238E27FC236}">
                <a16:creationId xmlns:a16="http://schemas.microsoft.com/office/drawing/2014/main" id="{CC55EC2B-19D6-410D-E795-FFC49FDF48DE}"/>
              </a:ext>
            </a:extLst>
          </p:cNvPr>
          <p:cNvCxnSpPr/>
          <p:nvPr>
            <p:custDataLst>
              <p:tags r:id="rId39"/>
            </p:custDataLst>
          </p:nvPr>
        </p:nvCxnSpPr>
        <p:spPr bwMode="auto">
          <a:xfrm>
            <a:off x="9623425" y="2566988"/>
            <a:ext cx="0" cy="969963"/>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9" name="直線コネクタ 128">
            <a:extLst>
              <a:ext uri="{FF2B5EF4-FFF2-40B4-BE49-F238E27FC236}">
                <a16:creationId xmlns:a16="http://schemas.microsoft.com/office/drawing/2014/main" id="{78E44544-E217-D994-3CA3-EED75EECBBFF}"/>
              </a:ext>
            </a:extLst>
          </p:cNvPr>
          <p:cNvCxnSpPr/>
          <p:nvPr>
            <p:custDataLst>
              <p:tags r:id="rId40"/>
            </p:custDataLst>
          </p:nvPr>
        </p:nvCxnSpPr>
        <p:spPr bwMode="auto">
          <a:xfrm>
            <a:off x="9940925" y="2566988"/>
            <a:ext cx="0" cy="969963"/>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0" name="直線コネクタ 129">
            <a:extLst>
              <a:ext uri="{FF2B5EF4-FFF2-40B4-BE49-F238E27FC236}">
                <a16:creationId xmlns:a16="http://schemas.microsoft.com/office/drawing/2014/main" id="{593B83FB-1EFF-F299-3C69-9253A044A8E2}"/>
              </a:ext>
            </a:extLst>
          </p:cNvPr>
          <p:cNvCxnSpPr/>
          <p:nvPr>
            <p:custDataLst>
              <p:tags r:id="rId41"/>
            </p:custDataLst>
          </p:nvPr>
        </p:nvCxnSpPr>
        <p:spPr bwMode="auto">
          <a:xfrm>
            <a:off x="10258425" y="2566988"/>
            <a:ext cx="0" cy="969963"/>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1" name="直線コネクタ 130">
            <a:extLst>
              <a:ext uri="{FF2B5EF4-FFF2-40B4-BE49-F238E27FC236}">
                <a16:creationId xmlns:a16="http://schemas.microsoft.com/office/drawing/2014/main" id="{62A83BA1-AEE8-5026-B557-A3371F38DE08}"/>
              </a:ext>
            </a:extLst>
          </p:cNvPr>
          <p:cNvCxnSpPr/>
          <p:nvPr>
            <p:custDataLst>
              <p:tags r:id="rId42"/>
            </p:custDataLst>
          </p:nvPr>
        </p:nvCxnSpPr>
        <p:spPr bwMode="auto">
          <a:xfrm>
            <a:off x="10577513" y="2566988"/>
            <a:ext cx="0" cy="969963"/>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2" name="直線コネクタ 131">
            <a:extLst>
              <a:ext uri="{FF2B5EF4-FFF2-40B4-BE49-F238E27FC236}">
                <a16:creationId xmlns:a16="http://schemas.microsoft.com/office/drawing/2014/main" id="{D9F2C96E-32E7-3D9C-9931-E3228C85E51A}"/>
              </a:ext>
            </a:extLst>
          </p:cNvPr>
          <p:cNvCxnSpPr/>
          <p:nvPr>
            <p:custDataLst>
              <p:tags r:id="rId43"/>
            </p:custDataLst>
          </p:nvPr>
        </p:nvCxnSpPr>
        <p:spPr bwMode="auto">
          <a:xfrm>
            <a:off x="10895013" y="2566988"/>
            <a:ext cx="0" cy="969963"/>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6" name="直線コネクタ 125">
            <a:extLst>
              <a:ext uri="{FF2B5EF4-FFF2-40B4-BE49-F238E27FC236}">
                <a16:creationId xmlns:a16="http://schemas.microsoft.com/office/drawing/2014/main" id="{719E79F6-828B-1BD6-F79A-DD42155B94B3}"/>
              </a:ext>
            </a:extLst>
          </p:cNvPr>
          <p:cNvCxnSpPr/>
          <p:nvPr>
            <p:custDataLst>
              <p:tags r:id="rId44"/>
            </p:custDataLst>
          </p:nvPr>
        </p:nvCxnSpPr>
        <p:spPr bwMode="auto">
          <a:xfrm>
            <a:off x="8986838" y="2566988"/>
            <a:ext cx="0" cy="969963"/>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4" name="直線コネクタ 133">
            <a:extLst>
              <a:ext uri="{FF2B5EF4-FFF2-40B4-BE49-F238E27FC236}">
                <a16:creationId xmlns:a16="http://schemas.microsoft.com/office/drawing/2014/main" id="{68AB4515-A8BB-4F0B-A2A1-267A1B78991F}"/>
              </a:ext>
            </a:extLst>
          </p:cNvPr>
          <p:cNvCxnSpPr/>
          <p:nvPr>
            <p:custDataLst>
              <p:tags r:id="rId45"/>
            </p:custDataLst>
          </p:nvPr>
        </p:nvCxnSpPr>
        <p:spPr bwMode="auto">
          <a:xfrm>
            <a:off x="11531600" y="2566988"/>
            <a:ext cx="0" cy="969963"/>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5" name="直線コネクタ 64">
            <a:extLst>
              <a:ext uri="{FF2B5EF4-FFF2-40B4-BE49-F238E27FC236}">
                <a16:creationId xmlns:a16="http://schemas.microsoft.com/office/drawing/2014/main" id="{53EFCD70-C4CD-2A2D-B6BC-5D88DD81338E}"/>
              </a:ext>
            </a:extLst>
          </p:cNvPr>
          <p:cNvCxnSpPr/>
          <p:nvPr>
            <p:custDataLst>
              <p:tags r:id="rId46"/>
            </p:custDataLst>
          </p:nvPr>
        </p:nvCxnSpPr>
        <p:spPr bwMode="auto">
          <a:xfrm>
            <a:off x="6124575" y="2566988"/>
            <a:ext cx="0" cy="969963"/>
          </a:xfrm>
          <a:prstGeom prst="line">
            <a:avLst/>
          </a:prstGeom>
          <a:ln w="952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9" name="直線コネクタ 68">
            <a:extLst>
              <a:ext uri="{FF2B5EF4-FFF2-40B4-BE49-F238E27FC236}">
                <a16:creationId xmlns:a16="http://schemas.microsoft.com/office/drawing/2014/main" id="{06DF578A-8E5A-9537-018F-89347D9CDE54}"/>
              </a:ext>
            </a:extLst>
          </p:cNvPr>
          <p:cNvCxnSpPr/>
          <p:nvPr>
            <p:custDataLst>
              <p:tags r:id="rId47"/>
            </p:custDataLst>
          </p:nvPr>
        </p:nvCxnSpPr>
        <p:spPr bwMode="auto">
          <a:xfrm>
            <a:off x="342900" y="3536950"/>
            <a:ext cx="11506200" cy="0"/>
          </a:xfrm>
          <a:prstGeom prst="line">
            <a:avLst/>
          </a:prstGeom>
          <a:ln w="952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8" name="直線コネクタ 67">
            <a:extLst>
              <a:ext uri="{FF2B5EF4-FFF2-40B4-BE49-F238E27FC236}">
                <a16:creationId xmlns:a16="http://schemas.microsoft.com/office/drawing/2014/main" id="{8D37294B-448D-0598-5890-3A026682A0A9}"/>
              </a:ext>
            </a:extLst>
          </p:cNvPr>
          <p:cNvCxnSpPr/>
          <p:nvPr>
            <p:custDataLst>
              <p:tags r:id="rId48"/>
            </p:custDataLst>
          </p:nvPr>
        </p:nvCxnSpPr>
        <p:spPr bwMode="auto">
          <a:xfrm>
            <a:off x="342900" y="2566988"/>
            <a:ext cx="11506200" cy="0"/>
          </a:xfrm>
          <a:prstGeom prst="line">
            <a:avLst/>
          </a:prstGeom>
          <a:ln w="952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8" name="正方形/長方形 47">
            <a:extLst>
              <a:ext uri="{FF2B5EF4-FFF2-40B4-BE49-F238E27FC236}">
                <a16:creationId xmlns:a16="http://schemas.microsoft.com/office/drawing/2014/main" id="{6856B153-DC5C-5A8B-8783-127A51A6BB18}"/>
              </a:ext>
            </a:extLst>
          </p:cNvPr>
          <p:cNvSpPr/>
          <p:nvPr>
            <p:custDataLst>
              <p:tags r:id="rId49"/>
            </p:custDataLst>
          </p:nvPr>
        </p:nvSpPr>
        <p:spPr bwMode="auto">
          <a:xfrm>
            <a:off x="6170613" y="2611438"/>
            <a:ext cx="2179638" cy="9842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5" name="正方形/長方形 194">
            <a:extLst>
              <a:ext uri="{FF2B5EF4-FFF2-40B4-BE49-F238E27FC236}">
                <a16:creationId xmlns:a16="http://schemas.microsoft.com/office/drawing/2014/main" id="{C8F7341F-5F7D-5A25-65A0-FB52D08257A1}"/>
              </a:ext>
            </a:extLst>
          </p:cNvPr>
          <p:cNvSpPr/>
          <p:nvPr>
            <p:custDataLst>
              <p:tags r:id="rId50"/>
            </p:custDataLst>
          </p:nvPr>
        </p:nvSpPr>
        <p:spPr bwMode="auto">
          <a:xfrm>
            <a:off x="7124700" y="2989263"/>
            <a:ext cx="3133725" cy="9842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7" name="正方形/長方形 196">
            <a:extLst>
              <a:ext uri="{FF2B5EF4-FFF2-40B4-BE49-F238E27FC236}">
                <a16:creationId xmlns:a16="http://schemas.microsoft.com/office/drawing/2014/main" id="{59459555-C4FD-3408-3B8A-CD303A5E4537}"/>
              </a:ext>
            </a:extLst>
          </p:cNvPr>
          <p:cNvSpPr/>
          <p:nvPr>
            <p:custDataLst>
              <p:tags r:id="rId51"/>
            </p:custDataLst>
          </p:nvPr>
        </p:nvSpPr>
        <p:spPr bwMode="auto">
          <a:xfrm>
            <a:off x="10258425" y="3379788"/>
            <a:ext cx="1273175" cy="9842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6" name="正方形/長方形 195">
            <a:extLst>
              <a:ext uri="{FF2B5EF4-FFF2-40B4-BE49-F238E27FC236}">
                <a16:creationId xmlns:a16="http://schemas.microsoft.com/office/drawing/2014/main" id="{C0AE3153-6F8D-18EB-8AA6-E424BD41904C}"/>
              </a:ext>
            </a:extLst>
          </p:cNvPr>
          <p:cNvSpPr/>
          <p:nvPr>
            <p:custDataLst>
              <p:tags r:id="rId52"/>
            </p:custDataLst>
          </p:nvPr>
        </p:nvSpPr>
        <p:spPr bwMode="auto">
          <a:xfrm>
            <a:off x="8669338" y="3184525"/>
            <a:ext cx="1589088" cy="9842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A846F755-EB11-19A4-9A1D-7408E448805D}"/>
              </a:ext>
            </a:extLst>
          </p:cNvPr>
          <p:cNvSpPr/>
          <p:nvPr>
            <p:custDataLst>
              <p:tags r:id="rId53"/>
            </p:custDataLst>
          </p:nvPr>
        </p:nvSpPr>
        <p:spPr bwMode="auto">
          <a:xfrm>
            <a:off x="414338" y="2576513"/>
            <a:ext cx="5638800" cy="3651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lang="ja-JP" altLang="en-US" sz="1200">
                <a:solidFill>
                  <a:schemeClr val="tx1"/>
                </a:solidFill>
              </a:rPr>
              <a:t>①ありたい姿の定義</a:t>
            </a:r>
            <a:r>
              <a:rPr lang="en-US" altLang="ja-JP" sz="1200">
                <a:solidFill>
                  <a:schemeClr val="tx1"/>
                </a:solidFill>
              </a:rPr>
              <a:t>+</a:t>
            </a:r>
            <a:br>
              <a:rPr lang="en-US" altLang="ja-JP" sz="1200" b="1">
                <a:solidFill>
                  <a:schemeClr val="tx1"/>
                </a:solidFill>
              </a:rPr>
            </a:br>
            <a:r>
              <a:rPr lang="ja-JP" altLang="en-US" sz="1200">
                <a:solidFill>
                  <a:schemeClr val="tx1"/>
                </a:solidFill>
              </a:rPr>
              <a:t>ありたい姿が達成されたときにあると良さそうなサービス（連続・</a:t>
            </a:r>
            <a:r>
              <a:rPr lang="ja-JP" altLang="en-US" sz="1200" b="1">
                <a:solidFill>
                  <a:schemeClr val="tx1"/>
                </a:solidFill>
              </a:rPr>
              <a:t>非連続</a:t>
            </a:r>
            <a:r>
              <a:rPr lang="ja-JP" altLang="en-US" sz="1200">
                <a:solidFill>
                  <a:schemeClr val="tx1"/>
                </a:solidFill>
              </a:rPr>
              <a:t>）の考案</a:t>
            </a:r>
            <a:endParaRPr kumimoji="1" lang="ja-JP" altLang="en-US" sz="1200">
              <a:solidFill>
                <a:schemeClr val="tx1"/>
              </a:solidFill>
            </a:endParaRPr>
          </a:p>
        </p:txBody>
      </p:sp>
      <p:sp>
        <p:nvSpPr>
          <p:cNvPr id="13" name="正方形/長方形 12">
            <a:extLst>
              <a:ext uri="{FF2B5EF4-FFF2-40B4-BE49-F238E27FC236}">
                <a16:creationId xmlns:a16="http://schemas.microsoft.com/office/drawing/2014/main" id="{64158CED-0D46-EC3C-5B70-01B74245CBE0}"/>
              </a:ext>
            </a:extLst>
          </p:cNvPr>
          <p:cNvSpPr/>
          <p:nvPr>
            <p:custDataLst>
              <p:tags r:id="rId54"/>
            </p:custDataLst>
          </p:nvPr>
        </p:nvSpPr>
        <p:spPr bwMode="auto">
          <a:xfrm>
            <a:off x="414338" y="3344863"/>
            <a:ext cx="1666875" cy="182563"/>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fld id="{CF3F286A-C5A0-4BCA-9D49-24BBC0B91CF7}" type="datetime'④''''Po''''''''C''の''''実''''''施''''''''計画書作''成'''''''''''">
              <a:rPr lang="ja-JP" altLang="en-US" sz="1200" smtClean="0">
                <a:solidFill>
                  <a:schemeClr val="tx1"/>
                </a:solidFill>
              </a:rPr>
              <a:pPr>
                <a:spcBef>
                  <a:spcPct val="0"/>
                </a:spcBef>
                <a:spcAft>
                  <a:spcPct val="0"/>
                </a:spcAft>
              </a:pPr>
              <a:t>④PoCの実施計画書作成</a:t>
            </a:fld>
            <a:endParaRPr kumimoji="1" lang="ja-JP" altLang="en-US" sz="1200">
              <a:solidFill>
                <a:schemeClr val="tx1"/>
              </a:solidFill>
            </a:endParaRPr>
          </a:p>
        </p:txBody>
      </p:sp>
      <p:sp>
        <p:nvSpPr>
          <p:cNvPr id="16" name="正方形/長方形 15">
            <a:extLst>
              <a:ext uri="{FF2B5EF4-FFF2-40B4-BE49-F238E27FC236}">
                <a16:creationId xmlns:a16="http://schemas.microsoft.com/office/drawing/2014/main" id="{5F84D292-4DB5-63D2-660E-316669033BF1}"/>
              </a:ext>
            </a:extLst>
          </p:cNvPr>
          <p:cNvSpPr/>
          <p:nvPr>
            <p:custDataLst>
              <p:tags r:id="rId55"/>
            </p:custDataLst>
          </p:nvPr>
        </p:nvSpPr>
        <p:spPr bwMode="auto">
          <a:xfrm>
            <a:off x="414338" y="2330450"/>
            <a:ext cx="8302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b"/>
          <a:lstStyle/>
          <a:p>
            <a:pPr>
              <a:spcBef>
                <a:spcPct val="0"/>
              </a:spcBef>
              <a:spcAft>
                <a:spcPct val="0"/>
              </a:spcAft>
            </a:pPr>
            <a:r>
              <a:rPr lang="ja-JP" altLang="en-US" sz="1400" b="1">
                <a:solidFill>
                  <a:schemeClr val="tx1"/>
                </a:solidFill>
              </a:rPr>
              <a:t>検討事項</a:t>
            </a:r>
            <a:r>
              <a:rPr lang="en-US" altLang="ja-JP" sz="1400" b="1" baseline="30000">
                <a:solidFill>
                  <a:schemeClr val="tx1"/>
                </a:solidFill>
              </a:rPr>
              <a:t>※</a:t>
            </a:r>
            <a:endParaRPr kumimoji="1" lang="ja-JP" altLang="en-US" sz="1400" b="1" baseline="30000">
              <a:solidFill>
                <a:schemeClr val="tx1"/>
              </a:solidFill>
            </a:endParaRPr>
          </a:p>
        </p:txBody>
      </p:sp>
      <p:sp>
        <p:nvSpPr>
          <p:cNvPr id="12" name="正方形/長方形 11">
            <a:extLst>
              <a:ext uri="{FF2B5EF4-FFF2-40B4-BE49-F238E27FC236}">
                <a16:creationId xmlns:a16="http://schemas.microsoft.com/office/drawing/2014/main" id="{7045502E-86FB-5020-2E0B-831BE353B6F2}"/>
              </a:ext>
            </a:extLst>
          </p:cNvPr>
          <p:cNvSpPr/>
          <p:nvPr>
            <p:custDataLst>
              <p:tags r:id="rId56"/>
            </p:custDataLst>
          </p:nvPr>
        </p:nvSpPr>
        <p:spPr bwMode="auto">
          <a:xfrm>
            <a:off x="414338" y="3149600"/>
            <a:ext cx="4876800" cy="182563"/>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fld id="{DE77016B-4F45-4621-8069-820E5D66F3E0}" type="datetime'③（''システムや''''''''オペレー''''ションを踏ま''''''え''た）実現性・''持続可能性''の検''証'">
              <a:rPr lang="ja-JP" altLang="en-US" sz="1200" smtClean="0">
                <a:solidFill>
                  <a:schemeClr val="tx1"/>
                </a:solidFill>
              </a:rPr>
              <a:pPr>
                <a:spcBef>
                  <a:spcPct val="0"/>
                </a:spcBef>
                <a:spcAft>
                  <a:spcPct val="0"/>
                </a:spcAft>
              </a:pPr>
              <a:t>③（システムやオペレーションを踏まえた）実現性・持続可能性の検証</a:t>
            </a:fld>
            <a:endParaRPr kumimoji="1" lang="ja-JP" altLang="en-US" sz="1200">
              <a:solidFill>
                <a:schemeClr val="tx1"/>
              </a:solidFill>
            </a:endParaRPr>
          </a:p>
        </p:txBody>
      </p:sp>
      <p:sp>
        <p:nvSpPr>
          <p:cNvPr id="11" name="正方形/長方形 10">
            <a:extLst>
              <a:ext uri="{FF2B5EF4-FFF2-40B4-BE49-F238E27FC236}">
                <a16:creationId xmlns:a16="http://schemas.microsoft.com/office/drawing/2014/main" id="{5B33365A-E13C-1929-8F06-054CFAC025FE}"/>
              </a:ext>
            </a:extLst>
          </p:cNvPr>
          <p:cNvSpPr/>
          <p:nvPr>
            <p:custDataLst>
              <p:tags r:id="rId57"/>
            </p:custDataLst>
          </p:nvPr>
        </p:nvSpPr>
        <p:spPr bwMode="auto">
          <a:xfrm>
            <a:off x="414338" y="2954338"/>
            <a:ext cx="3048000" cy="182563"/>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fld id="{A9265361-116F-4FB9-95FE-2AE432E2C5C6}" type="datetime'②''''上''''''記①で''''''考案''''''し''''''たサービスの''''''受''容性''の''検証'">
              <a:rPr lang="ja-JP" altLang="en-US" sz="1200" smtClean="0">
                <a:solidFill>
                  <a:schemeClr val="tx1"/>
                </a:solidFill>
              </a:rPr>
              <a:pPr>
                <a:spcBef>
                  <a:spcPct val="0"/>
                </a:spcBef>
                <a:spcAft>
                  <a:spcPct val="0"/>
                </a:spcAft>
              </a:pPr>
              <a:t>②上記①で考案したサービスの受容性の検証</a:t>
            </a:fld>
            <a:endParaRPr kumimoji="1" lang="ja-JP" altLang="en-US" sz="1200">
              <a:solidFill>
                <a:schemeClr val="tx1"/>
              </a:solidFill>
            </a:endParaRPr>
          </a:p>
        </p:txBody>
      </p:sp>
      <p:sp>
        <p:nvSpPr>
          <p:cNvPr id="198" name="正方形/長方形 197">
            <a:extLst>
              <a:ext uri="{FF2B5EF4-FFF2-40B4-BE49-F238E27FC236}">
                <a16:creationId xmlns:a16="http://schemas.microsoft.com/office/drawing/2014/main" id="{58318A0E-4141-B6EB-2CC1-609A07D3EAC0}"/>
              </a:ext>
            </a:extLst>
          </p:cNvPr>
          <p:cNvSpPr/>
          <p:nvPr/>
        </p:nvSpPr>
        <p:spPr>
          <a:xfrm>
            <a:off x="7385051" y="2576513"/>
            <a:ext cx="330200" cy="969961"/>
          </a:xfrm>
          <a:prstGeom prst="rect">
            <a:avLst/>
          </a:prstGeom>
          <a:solidFill>
            <a:schemeClr val="bg1">
              <a:lumMod val="50000"/>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7" name="正方形/長方形 206">
            <a:extLst>
              <a:ext uri="{FF2B5EF4-FFF2-40B4-BE49-F238E27FC236}">
                <a16:creationId xmlns:a16="http://schemas.microsoft.com/office/drawing/2014/main" id="{EAFE677A-2590-90B6-A478-34B5B415ECAA}"/>
              </a:ext>
            </a:extLst>
          </p:cNvPr>
          <p:cNvSpPr/>
          <p:nvPr/>
        </p:nvSpPr>
        <p:spPr>
          <a:xfrm>
            <a:off x="350838" y="6181724"/>
            <a:ext cx="11506200"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kumimoji="1" lang="en-US" altLang="ja-JP" sz="1400">
                <a:solidFill>
                  <a:schemeClr val="bg1">
                    <a:lumMod val="50000"/>
                  </a:schemeClr>
                </a:solidFill>
              </a:rPr>
              <a:t>※</a:t>
            </a:r>
            <a:r>
              <a:rPr kumimoji="1" lang="ja-JP" altLang="en-US" sz="1400">
                <a:solidFill>
                  <a:schemeClr val="bg1">
                    <a:lumMod val="50000"/>
                  </a:schemeClr>
                </a:solidFill>
              </a:rPr>
              <a:t>検討事項に紐づく、具体的なワークが存在する</a:t>
            </a:r>
          </a:p>
        </p:txBody>
      </p:sp>
      <p:graphicFrame>
        <p:nvGraphicFramePr>
          <p:cNvPr id="138" name="表 137">
            <a:extLst>
              <a:ext uri="{FF2B5EF4-FFF2-40B4-BE49-F238E27FC236}">
                <a16:creationId xmlns:a16="http://schemas.microsoft.com/office/drawing/2014/main" id="{DE63ACA7-527B-9A1E-523C-4DBE5E879339}"/>
              </a:ext>
            </a:extLst>
          </p:cNvPr>
          <p:cNvGraphicFramePr>
            <a:graphicFrameLocks noGrp="1"/>
          </p:cNvGraphicFramePr>
          <p:nvPr/>
        </p:nvGraphicFramePr>
        <p:xfrm>
          <a:off x="350838" y="3743324"/>
          <a:ext cx="4860000" cy="2438400"/>
        </p:xfrm>
        <a:graphic>
          <a:graphicData uri="http://schemas.openxmlformats.org/drawingml/2006/table">
            <a:tbl>
              <a:tblPr firstRow="1" bandRow="1">
                <a:tableStyleId>{5C22544A-7EE6-4342-B048-85BDC9FD1C3A}</a:tableStyleId>
              </a:tblPr>
              <a:tblGrid>
                <a:gridCol w="540000">
                  <a:extLst>
                    <a:ext uri="{9D8B030D-6E8A-4147-A177-3AD203B41FA5}">
                      <a16:colId xmlns:a16="http://schemas.microsoft.com/office/drawing/2014/main" val="3075129416"/>
                    </a:ext>
                  </a:extLst>
                </a:gridCol>
                <a:gridCol w="1260000">
                  <a:extLst>
                    <a:ext uri="{9D8B030D-6E8A-4147-A177-3AD203B41FA5}">
                      <a16:colId xmlns:a16="http://schemas.microsoft.com/office/drawing/2014/main" val="3474340025"/>
                    </a:ext>
                  </a:extLst>
                </a:gridCol>
                <a:gridCol w="1260000">
                  <a:extLst>
                    <a:ext uri="{9D8B030D-6E8A-4147-A177-3AD203B41FA5}">
                      <a16:colId xmlns:a16="http://schemas.microsoft.com/office/drawing/2014/main" val="2955300979"/>
                    </a:ext>
                  </a:extLst>
                </a:gridCol>
                <a:gridCol w="1800000">
                  <a:extLst>
                    <a:ext uri="{9D8B030D-6E8A-4147-A177-3AD203B41FA5}">
                      <a16:colId xmlns:a16="http://schemas.microsoft.com/office/drawing/2014/main" val="2080486457"/>
                    </a:ext>
                  </a:extLst>
                </a:gridCol>
              </a:tblGrid>
              <a:tr h="289127">
                <a:tc>
                  <a:txBody>
                    <a:bodyPr/>
                    <a:lstStyle/>
                    <a:p>
                      <a:pPr algn="ctr"/>
                      <a:r>
                        <a:rPr kumimoji="1" lang="en-US" altLang="ja-JP" sz="1400">
                          <a:solidFill>
                            <a:schemeClr val="bg1"/>
                          </a:solidFill>
                        </a:rPr>
                        <a:t>#</a:t>
                      </a:r>
                      <a:endParaRPr kumimoji="1" lang="ja-JP" altLang="en-US" sz="1400">
                        <a:solidFill>
                          <a:schemeClr val="bg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3B8B42"/>
                    </a:solidFill>
                  </a:tcPr>
                </a:tc>
                <a:tc>
                  <a:txBody>
                    <a:bodyPr/>
                    <a:lstStyle/>
                    <a:p>
                      <a:pPr algn="ctr"/>
                      <a:r>
                        <a:rPr kumimoji="1" lang="ja-JP" altLang="en-US" sz="1400">
                          <a:solidFill>
                            <a:schemeClr val="bg1"/>
                          </a:solidFill>
                        </a:rPr>
                        <a:t>日付</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3B8B42"/>
                    </a:solidFill>
                  </a:tcPr>
                </a:tc>
                <a:tc>
                  <a:txBody>
                    <a:bodyPr/>
                    <a:lstStyle/>
                    <a:p>
                      <a:pPr algn="ctr"/>
                      <a:r>
                        <a:rPr kumimoji="1" lang="ja-JP" altLang="en-US" sz="1400">
                          <a:solidFill>
                            <a:schemeClr val="bg1"/>
                          </a:solidFill>
                        </a:rPr>
                        <a:t>曜日</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3B8B42"/>
                    </a:solidFill>
                  </a:tcPr>
                </a:tc>
                <a:tc>
                  <a:txBody>
                    <a:bodyPr/>
                    <a:lstStyle/>
                    <a:p>
                      <a:pPr algn="ctr"/>
                      <a:r>
                        <a:rPr kumimoji="1" lang="ja-JP" altLang="en-US" sz="1400">
                          <a:solidFill>
                            <a:schemeClr val="bg1"/>
                          </a:solidFill>
                        </a:rPr>
                        <a:t>時間</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3B8B42"/>
                    </a:solidFill>
                  </a:tcPr>
                </a:tc>
                <a:extLst>
                  <a:ext uri="{0D108BD9-81ED-4DB2-BD59-A6C34878D82A}">
                    <a16:rowId xmlns:a16="http://schemas.microsoft.com/office/drawing/2014/main" val="1763561915"/>
                  </a:ext>
                </a:extLst>
              </a:tr>
              <a:tr h="289127">
                <a:tc>
                  <a:txBody>
                    <a:bodyPr/>
                    <a:lstStyle/>
                    <a:p>
                      <a:pPr algn="ctr"/>
                      <a:r>
                        <a:rPr kumimoji="1" lang="en-US" altLang="ja-JP" sz="1400">
                          <a:solidFill>
                            <a:schemeClr val="tx1"/>
                          </a:solidFill>
                        </a:rPr>
                        <a:t>1</a:t>
                      </a:r>
                      <a:endParaRPr kumimoji="1" lang="ja-JP" altLang="en-US" sz="140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spcAft>
                          <a:spcPts val="1000"/>
                        </a:spcAft>
                        <a:buNone/>
                      </a:pPr>
                      <a:r>
                        <a:rPr lang="en-US" altLang="ja-JP" sz="1400" b="0" baseline="0">
                          <a:effectLst/>
                          <a:latin typeface="Arial" panose="020B0604020202020204" pitchFamily="34" charset="0"/>
                          <a:ea typeface="Meiryo UI" panose="020B0604030504040204" pitchFamily="50" charset="-128"/>
                          <a:cs typeface="Times New Roman" panose="02020603050405020304" pitchFamily="18" charset="0"/>
                        </a:rPr>
                        <a:t>12/8</a:t>
                      </a:r>
                      <a:endParaRPr lang="ja-JP" sz="1400" b="0" baseline="0">
                        <a:effectLst/>
                        <a:latin typeface="Arial" panose="020B0604020202020204" pitchFamily="34" charset="0"/>
                        <a:ea typeface="Meiryo UI" panose="020B0604030504040204" pitchFamily="50" charset="-128"/>
                        <a:cs typeface="Times New Roman" panose="02020603050405020304" pitchFamily="18" charset="0"/>
                      </a:endParaRPr>
                    </a:p>
                  </a:txBody>
                  <a:tcPr marL="62865" marR="62865"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kumimoji="1" lang="ja-JP" altLang="en-US" sz="1400" b="0">
                          <a:solidFill>
                            <a:schemeClr val="tx1"/>
                          </a:solidFill>
                        </a:rPr>
                        <a:t>月</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400" b="0">
                          <a:solidFill>
                            <a:schemeClr val="tx1"/>
                          </a:solidFill>
                        </a:rPr>
                        <a:t>13-14</a:t>
                      </a:r>
                      <a:r>
                        <a:rPr kumimoji="1" lang="ja-JP" altLang="en-US" sz="1400" b="0">
                          <a:solidFill>
                            <a:schemeClr val="tx1"/>
                          </a:solidFill>
                        </a:rPr>
                        <a:t>時</a:t>
                      </a:r>
                      <a:endParaRPr kumimoji="1" lang="en-US" altLang="ja-JP" sz="1400" b="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860697059"/>
                  </a:ext>
                </a:extLst>
              </a:tr>
              <a:tr h="289127">
                <a:tc>
                  <a:txBody>
                    <a:bodyPr/>
                    <a:lstStyle/>
                    <a:p>
                      <a:pPr algn="ctr"/>
                      <a:r>
                        <a:rPr kumimoji="1" lang="en-US" altLang="ja-JP" sz="1400">
                          <a:solidFill>
                            <a:schemeClr val="tx1"/>
                          </a:solidFill>
                        </a:rPr>
                        <a:t>2</a:t>
                      </a:r>
                      <a:endParaRPr kumimoji="1" lang="ja-JP" altLang="en-US" sz="140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1000"/>
                        </a:spcAft>
                        <a:buClrTx/>
                        <a:buSzTx/>
                        <a:buFontTx/>
                        <a:buNone/>
                        <a:tabLst/>
                        <a:defRPr/>
                      </a:pPr>
                      <a:r>
                        <a:rPr lang="en-US" altLang="ja-JP" sz="1400" b="0" baseline="0">
                          <a:effectLst/>
                          <a:latin typeface="Arial" panose="020B0604020202020204" pitchFamily="34" charset="0"/>
                          <a:ea typeface="Meiryo UI" panose="020B0604030504040204" pitchFamily="50" charset="-128"/>
                          <a:cs typeface="Times New Roman" panose="02020603050405020304" pitchFamily="18" charset="0"/>
                        </a:rPr>
                        <a:t>12/16</a:t>
                      </a:r>
                      <a:endParaRPr lang="ja-JP" altLang="ja-JP" sz="1400" b="0" baseline="0">
                        <a:effectLst/>
                        <a:latin typeface="Arial" panose="020B0604020202020204" pitchFamily="34" charset="0"/>
                        <a:ea typeface="Meiryo UI" panose="020B0604030504040204" pitchFamily="50" charset="-128"/>
                        <a:cs typeface="Times New Roman" panose="02020603050405020304" pitchFamily="18" charset="0"/>
                      </a:endParaRPr>
                    </a:p>
                  </a:txBody>
                  <a:tcPr marL="62865" marR="62865"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kumimoji="1" lang="ja-JP" altLang="en-US" sz="1400" b="0">
                          <a:solidFill>
                            <a:schemeClr val="tx1"/>
                          </a:solidFill>
                        </a:rPr>
                        <a:t>火</a:t>
                      </a:r>
                      <a:endParaRPr kumimoji="1" lang="en-US" altLang="ja-JP" sz="1400" b="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メイリオ"/>
                          <a:ea typeface="メイリオ"/>
                          <a:cs typeface="+mn-cs"/>
                        </a:rPr>
                        <a:t>12-13</a:t>
                      </a: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時</a:t>
                      </a:r>
                      <a:endParaRPr kumimoji="1" lang="en-US" altLang="ja-JP" sz="1400" b="0" i="0" u="none" strike="noStrike" kern="1200" cap="none" spc="0" normalizeH="0" baseline="0" noProof="0">
                        <a:ln>
                          <a:noFill/>
                        </a:ln>
                        <a:solidFill>
                          <a:srgbClr val="000000"/>
                        </a:solidFill>
                        <a:effectLst/>
                        <a:uLnTx/>
                        <a:uFillTx/>
                        <a:latin typeface="メイリオ"/>
                        <a:ea typeface="メイリオ"/>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1760849"/>
                  </a:ext>
                </a:extLst>
              </a:tr>
              <a:tr h="289127">
                <a:tc>
                  <a:txBody>
                    <a:bodyPr/>
                    <a:lstStyle/>
                    <a:p>
                      <a:pPr algn="ctr"/>
                      <a:r>
                        <a:rPr kumimoji="1" lang="en-US" altLang="ja-JP" sz="1400">
                          <a:solidFill>
                            <a:schemeClr val="tx1"/>
                          </a:solidFill>
                        </a:rPr>
                        <a:t>3</a:t>
                      </a:r>
                      <a:endParaRPr kumimoji="1" lang="ja-JP" altLang="en-US" sz="140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spcAft>
                          <a:spcPts val="1000"/>
                        </a:spcAft>
                        <a:buNone/>
                      </a:pPr>
                      <a:r>
                        <a:rPr lang="en-US" altLang="ja-JP" sz="1400" b="0" baseline="0">
                          <a:effectLst/>
                          <a:latin typeface="Arial" panose="020B0604020202020204" pitchFamily="34" charset="0"/>
                          <a:ea typeface="Meiryo UI" panose="020B0604030504040204" pitchFamily="50" charset="-128"/>
                          <a:cs typeface="Times New Roman" panose="02020603050405020304" pitchFamily="18" charset="0"/>
                        </a:rPr>
                        <a:t>12/22</a:t>
                      </a:r>
                      <a:endParaRPr lang="ja-JP" sz="1400" b="0" baseline="0">
                        <a:effectLst/>
                        <a:latin typeface="Arial" panose="020B0604020202020204" pitchFamily="34" charset="0"/>
                        <a:ea typeface="Meiryo UI" panose="020B0604030504040204" pitchFamily="50" charset="-128"/>
                        <a:cs typeface="Times New Roman" panose="02020603050405020304" pitchFamily="18" charset="0"/>
                      </a:endParaRPr>
                    </a:p>
                  </a:txBody>
                  <a:tcPr marL="62865" marR="62865"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kumimoji="1" lang="ja-JP" altLang="en-US" sz="1400" b="0">
                          <a:solidFill>
                            <a:schemeClr val="tx1"/>
                          </a:solidFill>
                        </a:rPr>
                        <a:t>水</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メイリオ"/>
                          <a:ea typeface="メイリオ"/>
                          <a:cs typeface="+mn-cs"/>
                        </a:rPr>
                        <a:t>15-16</a:t>
                      </a: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時</a:t>
                      </a:r>
                      <a:endParaRPr kumimoji="1" lang="en-US" altLang="ja-JP" sz="1400" b="0" i="0" u="none" strike="noStrike" kern="1200" cap="none" spc="0" normalizeH="0" baseline="0" noProof="0">
                        <a:ln>
                          <a:noFill/>
                        </a:ln>
                        <a:solidFill>
                          <a:srgbClr val="000000"/>
                        </a:solidFill>
                        <a:effectLst/>
                        <a:uLnTx/>
                        <a:uFillTx/>
                        <a:latin typeface="メイリオ"/>
                        <a:ea typeface="メイリオ"/>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925706826"/>
                  </a:ext>
                </a:extLst>
              </a:tr>
              <a:tr h="289127">
                <a:tc>
                  <a:txBody>
                    <a:bodyPr/>
                    <a:lstStyle/>
                    <a:p>
                      <a:pPr algn="ctr"/>
                      <a:r>
                        <a:rPr kumimoji="1" lang="en-US" altLang="ja-JP" sz="1400">
                          <a:solidFill>
                            <a:schemeClr val="tx1"/>
                          </a:solidFill>
                        </a:rPr>
                        <a:t>4</a:t>
                      </a:r>
                      <a:endParaRPr kumimoji="1" lang="ja-JP" altLang="en-US" sz="140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spcAft>
                          <a:spcPts val="1000"/>
                        </a:spcAft>
                        <a:buNone/>
                      </a:pPr>
                      <a:r>
                        <a:rPr lang="en-US" altLang="ja-JP" sz="1400" b="0" baseline="0">
                          <a:effectLst/>
                          <a:latin typeface="Arial" panose="020B0604020202020204" pitchFamily="34" charset="0"/>
                          <a:ea typeface="Meiryo UI" panose="020B0604030504040204" pitchFamily="50" charset="-128"/>
                          <a:cs typeface="Times New Roman" panose="02020603050405020304" pitchFamily="18" charset="0"/>
                        </a:rPr>
                        <a:t>1/8</a:t>
                      </a:r>
                      <a:endParaRPr lang="ja-JP" sz="1400" b="0" baseline="0">
                        <a:effectLst/>
                        <a:latin typeface="Arial" panose="020B0604020202020204" pitchFamily="34" charset="0"/>
                        <a:ea typeface="Meiryo UI" panose="020B0604030504040204" pitchFamily="50" charset="-128"/>
                        <a:cs typeface="Times New Roman" panose="02020603050405020304" pitchFamily="18" charset="0"/>
                      </a:endParaRPr>
                    </a:p>
                  </a:txBody>
                  <a:tcPr marL="62865" marR="62865"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kumimoji="1" lang="ja-JP" altLang="en-US" sz="1400" b="0">
                          <a:solidFill>
                            <a:schemeClr val="tx1"/>
                          </a:solidFill>
                        </a:rPr>
                        <a:t>木</a:t>
                      </a:r>
                      <a:endParaRPr kumimoji="1" lang="en-US" altLang="ja-JP" sz="1400" b="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メイリオ"/>
                          <a:ea typeface="メイリオ"/>
                          <a:cs typeface="+mn-cs"/>
                        </a:rPr>
                        <a:t>12-13</a:t>
                      </a: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時</a:t>
                      </a:r>
                      <a:endParaRPr kumimoji="1" lang="en-US" altLang="ja-JP" sz="1400" b="0" i="0" u="none" strike="noStrike" kern="1200" cap="none" spc="0" normalizeH="0" baseline="0" noProof="0">
                        <a:ln>
                          <a:noFill/>
                        </a:ln>
                        <a:solidFill>
                          <a:srgbClr val="000000"/>
                        </a:solidFill>
                        <a:effectLst/>
                        <a:uLnTx/>
                        <a:uFillTx/>
                        <a:latin typeface="メイリオ"/>
                        <a:ea typeface="メイリオ"/>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812943175"/>
                  </a:ext>
                </a:extLst>
              </a:tr>
              <a:tr h="289127">
                <a:tc>
                  <a:txBody>
                    <a:bodyPr/>
                    <a:lstStyle/>
                    <a:p>
                      <a:pPr algn="ctr"/>
                      <a:r>
                        <a:rPr kumimoji="1" lang="en-US" altLang="ja-JP" sz="1400">
                          <a:solidFill>
                            <a:schemeClr val="tx1"/>
                          </a:solidFill>
                        </a:rPr>
                        <a:t>5</a:t>
                      </a:r>
                      <a:endParaRPr kumimoji="1" lang="ja-JP" altLang="en-US" sz="140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spcAft>
                          <a:spcPts val="1000"/>
                        </a:spcAft>
                        <a:buNone/>
                      </a:pPr>
                      <a:r>
                        <a:rPr lang="en-US" altLang="ja-JP" sz="1400" b="0" baseline="0">
                          <a:effectLst/>
                          <a:latin typeface="Arial" panose="020B0604020202020204" pitchFamily="34" charset="0"/>
                          <a:ea typeface="Meiryo UI" panose="020B0604030504040204" pitchFamily="50" charset="-128"/>
                          <a:cs typeface="Times New Roman" panose="02020603050405020304" pitchFamily="18" charset="0"/>
                        </a:rPr>
                        <a:t>1/19</a:t>
                      </a:r>
                      <a:endParaRPr lang="ja-JP" sz="1400" b="0" baseline="0">
                        <a:effectLst/>
                        <a:latin typeface="Arial" panose="020B0604020202020204" pitchFamily="34" charset="0"/>
                        <a:ea typeface="Meiryo UI" panose="020B0604030504040204" pitchFamily="50" charset="-128"/>
                        <a:cs typeface="Times New Roman" panose="02020603050405020304" pitchFamily="18" charset="0"/>
                      </a:endParaRPr>
                    </a:p>
                  </a:txBody>
                  <a:tcPr marL="62865" marR="62865"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kumimoji="1" lang="ja-JP" altLang="en-US" sz="1400" b="0">
                          <a:solidFill>
                            <a:schemeClr val="tx1"/>
                          </a:solidFill>
                        </a:rPr>
                        <a:t>月</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メイリオ"/>
                          <a:ea typeface="メイリオ"/>
                          <a:cs typeface="+mn-cs"/>
                        </a:rPr>
                        <a:t>14-15</a:t>
                      </a: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時</a:t>
                      </a:r>
                      <a:endParaRPr kumimoji="1" lang="en-US" altLang="ja-JP" sz="1400" b="0" i="0" u="none" strike="noStrike" kern="1200" cap="none" spc="0" normalizeH="0" baseline="0" noProof="0">
                        <a:ln>
                          <a:noFill/>
                        </a:ln>
                        <a:solidFill>
                          <a:srgbClr val="000000"/>
                        </a:solidFill>
                        <a:effectLst/>
                        <a:uLnTx/>
                        <a:uFillTx/>
                        <a:latin typeface="メイリオ"/>
                        <a:ea typeface="メイリオ"/>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327427519"/>
                  </a:ext>
                </a:extLst>
              </a:tr>
              <a:tr h="289127">
                <a:tc>
                  <a:txBody>
                    <a:bodyPr/>
                    <a:lstStyle/>
                    <a:p>
                      <a:pPr algn="ctr"/>
                      <a:r>
                        <a:rPr kumimoji="1" lang="en-US" altLang="ja-JP" sz="1400">
                          <a:solidFill>
                            <a:schemeClr val="tx1"/>
                          </a:solidFill>
                        </a:rPr>
                        <a:t>6</a:t>
                      </a:r>
                      <a:endParaRPr kumimoji="1" lang="ja-JP" altLang="en-US" sz="140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spcAft>
                          <a:spcPts val="1000"/>
                        </a:spcAft>
                        <a:buNone/>
                      </a:pPr>
                      <a:r>
                        <a:rPr lang="en-US" altLang="ja-JP" sz="1400" b="0" baseline="0">
                          <a:effectLst/>
                          <a:latin typeface="Arial" panose="020B0604020202020204" pitchFamily="34" charset="0"/>
                          <a:ea typeface="Meiryo UI" panose="020B0604030504040204" pitchFamily="50" charset="-128"/>
                          <a:cs typeface="Times New Roman" panose="02020603050405020304" pitchFamily="18" charset="0"/>
                        </a:rPr>
                        <a:t>1/26</a:t>
                      </a:r>
                      <a:endParaRPr lang="ja-JP" sz="1400" b="0" baseline="0">
                        <a:effectLst/>
                        <a:latin typeface="Arial" panose="020B0604020202020204" pitchFamily="34" charset="0"/>
                        <a:ea typeface="Meiryo UI" panose="020B0604030504040204" pitchFamily="50" charset="-128"/>
                        <a:cs typeface="Times New Roman" panose="02020603050405020304" pitchFamily="18" charset="0"/>
                      </a:endParaRPr>
                    </a:p>
                  </a:txBody>
                  <a:tcPr marL="62865" marR="62865"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kumimoji="1" lang="ja-JP" altLang="en-US" sz="1400" b="0">
                          <a:solidFill>
                            <a:schemeClr val="tx1"/>
                          </a:solidFill>
                        </a:rPr>
                        <a:t>月</a:t>
                      </a:r>
                      <a:endParaRPr kumimoji="1" lang="en-US" altLang="ja-JP" sz="1400" b="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メイリオ"/>
                          <a:ea typeface="+mn-ea"/>
                          <a:cs typeface="+mn-cs"/>
                        </a:rPr>
                        <a:t>14-15</a:t>
                      </a:r>
                      <a:r>
                        <a:rPr kumimoji="1" lang="ja-JP" altLang="en-US" sz="1400" b="0" i="0" u="none" strike="noStrike" kern="1200" cap="none" spc="0" normalizeH="0" baseline="0" noProof="0">
                          <a:ln>
                            <a:noFill/>
                          </a:ln>
                          <a:solidFill>
                            <a:srgbClr val="000000"/>
                          </a:solidFill>
                          <a:effectLst/>
                          <a:uLnTx/>
                          <a:uFillTx/>
                          <a:latin typeface="メイリオ"/>
                          <a:ea typeface="+mn-ea"/>
                          <a:cs typeface="+mn-cs"/>
                        </a:rPr>
                        <a:t>時</a:t>
                      </a:r>
                      <a:endParaRPr kumimoji="1" lang="en-US" altLang="ja-JP" sz="1400" b="0" i="0" u="none" strike="noStrike" kern="1200" cap="none" spc="0" normalizeH="0" baseline="0" noProof="0">
                        <a:ln>
                          <a:noFill/>
                        </a:ln>
                        <a:solidFill>
                          <a:srgbClr val="000000"/>
                        </a:solidFill>
                        <a:effectLst/>
                        <a:uLnTx/>
                        <a:uFillTx/>
                        <a:latin typeface="メイリオ"/>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3883068"/>
                  </a:ext>
                </a:extLst>
              </a:tr>
              <a:tr h="289127">
                <a:tc>
                  <a:txBody>
                    <a:bodyPr/>
                    <a:lstStyle/>
                    <a:p>
                      <a:pPr algn="ctr"/>
                      <a:r>
                        <a:rPr kumimoji="1" lang="en-US" altLang="ja-JP" sz="1400">
                          <a:solidFill>
                            <a:schemeClr val="tx1"/>
                          </a:solidFill>
                        </a:rPr>
                        <a:t>7</a:t>
                      </a:r>
                      <a:endParaRPr kumimoji="1" lang="ja-JP" altLang="en-US" sz="140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spcAft>
                          <a:spcPts val="1000"/>
                        </a:spcAft>
                        <a:buNone/>
                      </a:pPr>
                      <a:r>
                        <a:rPr lang="en-US" altLang="ja-JP" sz="1400" b="0" baseline="0">
                          <a:effectLst/>
                          <a:latin typeface="Arial" panose="020B0604020202020204" pitchFamily="34" charset="0"/>
                          <a:ea typeface="Meiryo UI" panose="020B0604030504040204" pitchFamily="50" charset="-128"/>
                          <a:cs typeface="Times New Roman" panose="02020603050405020304" pitchFamily="18" charset="0"/>
                        </a:rPr>
                        <a:t>2/2</a:t>
                      </a:r>
                      <a:endParaRPr lang="ja-JP" sz="1400" b="0" baseline="0">
                        <a:effectLst/>
                        <a:latin typeface="Arial" panose="020B0604020202020204" pitchFamily="34" charset="0"/>
                        <a:ea typeface="Meiryo UI" panose="020B0604030504040204" pitchFamily="50" charset="-128"/>
                        <a:cs typeface="Times New Roman" panose="02020603050405020304" pitchFamily="18" charset="0"/>
                      </a:endParaRPr>
                    </a:p>
                  </a:txBody>
                  <a:tcPr marL="62865" marR="62865"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kumimoji="1" lang="ja-JP" altLang="en-US" sz="1400" b="0">
                          <a:solidFill>
                            <a:schemeClr val="tx1"/>
                          </a:solidFill>
                        </a:rPr>
                        <a:t>月</a:t>
                      </a:r>
                      <a:endParaRPr kumimoji="1" lang="en-US" altLang="ja-JP" sz="1400" b="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400" b="0">
                          <a:solidFill>
                            <a:schemeClr val="tx1"/>
                          </a:solidFill>
                        </a:rPr>
                        <a:t>11-12</a:t>
                      </a:r>
                      <a:r>
                        <a:rPr kumimoji="1" lang="ja-JP" altLang="en-US" sz="1400" b="0">
                          <a:solidFill>
                            <a:schemeClr val="tx1"/>
                          </a:solidFill>
                        </a:rPr>
                        <a:t>時</a:t>
                      </a:r>
                      <a:endParaRPr kumimoji="1" lang="en-US" altLang="ja-JP" sz="1400" b="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25138313"/>
                  </a:ext>
                </a:extLst>
              </a:tr>
            </a:tbl>
          </a:graphicData>
        </a:graphic>
      </p:graphicFrame>
      <p:graphicFrame>
        <p:nvGraphicFramePr>
          <p:cNvPr id="2" name="表 1">
            <a:extLst>
              <a:ext uri="{FF2B5EF4-FFF2-40B4-BE49-F238E27FC236}">
                <a16:creationId xmlns:a16="http://schemas.microsoft.com/office/drawing/2014/main" id="{F2DF97C9-3F28-829A-CFC5-0940AA134F15}"/>
              </a:ext>
            </a:extLst>
          </p:cNvPr>
          <p:cNvGraphicFramePr>
            <a:graphicFrameLocks noGrp="1"/>
          </p:cNvGraphicFramePr>
          <p:nvPr/>
        </p:nvGraphicFramePr>
        <p:xfrm>
          <a:off x="6383338" y="3743324"/>
          <a:ext cx="4860000" cy="2438400"/>
        </p:xfrm>
        <a:graphic>
          <a:graphicData uri="http://schemas.openxmlformats.org/drawingml/2006/table">
            <a:tbl>
              <a:tblPr firstRow="1" bandRow="1">
                <a:tableStyleId>{5C22544A-7EE6-4342-B048-85BDC9FD1C3A}</a:tableStyleId>
              </a:tblPr>
              <a:tblGrid>
                <a:gridCol w="540000">
                  <a:extLst>
                    <a:ext uri="{9D8B030D-6E8A-4147-A177-3AD203B41FA5}">
                      <a16:colId xmlns:a16="http://schemas.microsoft.com/office/drawing/2014/main" val="3075129416"/>
                    </a:ext>
                  </a:extLst>
                </a:gridCol>
                <a:gridCol w="1260000">
                  <a:extLst>
                    <a:ext uri="{9D8B030D-6E8A-4147-A177-3AD203B41FA5}">
                      <a16:colId xmlns:a16="http://schemas.microsoft.com/office/drawing/2014/main" val="3474340025"/>
                    </a:ext>
                  </a:extLst>
                </a:gridCol>
                <a:gridCol w="1260000">
                  <a:extLst>
                    <a:ext uri="{9D8B030D-6E8A-4147-A177-3AD203B41FA5}">
                      <a16:colId xmlns:a16="http://schemas.microsoft.com/office/drawing/2014/main" val="2955300979"/>
                    </a:ext>
                  </a:extLst>
                </a:gridCol>
                <a:gridCol w="1800000">
                  <a:extLst>
                    <a:ext uri="{9D8B030D-6E8A-4147-A177-3AD203B41FA5}">
                      <a16:colId xmlns:a16="http://schemas.microsoft.com/office/drawing/2014/main" val="2080486457"/>
                    </a:ext>
                  </a:extLst>
                </a:gridCol>
              </a:tblGrid>
              <a:tr h="289127">
                <a:tc>
                  <a:txBody>
                    <a:bodyPr/>
                    <a:lstStyle/>
                    <a:p>
                      <a:pPr algn="ctr"/>
                      <a:r>
                        <a:rPr kumimoji="1" lang="en-US" altLang="ja-JP" sz="1400">
                          <a:solidFill>
                            <a:schemeClr val="bg1"/>
                          </a:solidFill>
                        </a:rPr>
                        <a:t>#</a:t>
                      </a:r>
                      <a:endParaRPr kumimoji="1" lang="ja-JP" altLang="en-US" sz="1400">
                        <a:solidFill>
                          <a:schemeClr val="bg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3B8B42"/>
                    </a:solidFill>
                  </a:tcPr>
                </a:tc>
                <a:tc>
                  <a:txBody>
                    <a:bodyPr/>
                    <a:lstStyle/>
                    <a:p>
                      <a:pPr algn="ctr"/>
                      <a:r>
                        <a:rPr kumimoji="1" lang="ja-JP" altLang="en-US" sz="1400" b="0">
                          <a:solidFill>
                            <a:schemeClr val="bg1"/>
                          </a:solidFill>
                        </a:rPr>
                        <a:t>日付</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3B8B42"/>
                    </a:solidFill>
                  </a:tcPr>
                </a:tc>
                <a:tc>
                  <a:txBody>
                    <a:bodyPr/>
                    <a:lstStyle/>
                    <a:p>
                      <a:pPr algn="ctr"/>
                      <a:r>
                        <a:rPr kumimoji="1" lang="ja-JP" altLang="en-US" sz="1400" b="0">
                          <a:solidFill>
                            <a:schemeClr val="bg1"/>
                          </a:solidFill>
                        </a:rPr>
                        <a:t>曜日</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3B8B42"/>
                    </a:solidFill>
                  </a:tcPr>
                </a:tc>
                <a:tc>
                  <a:txBody>
                    <a:bodyPr/>
                    <a:lstStyle/>
                    <a:p>
                      <a:pPr algn="ctr"/>
                      <a:r>
                        <a:rPr kumimoji="1" lang="ja-JP" altLang="en-US" sz="1400" b="0">
                          <a:solidFill>
                            <a:schemeClr val="bg1"/>
                          </a:solidFill>
                        </a:rPr>
                        <a:t>時間</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3B8B42"/>
                    </a:solidFill>
                  </a:tcPr>
                </a:tc>
                <a:extLst>
                  <a:ext uri="{0D108BD9-81ED-4DB2-BD59-A6C34878D82A}">
                    <a16:rowId xmlns:a16="http://schemas.microsoft.com/office/drawing/2014/main" val="1763561915"/>
                  </a:ext>
                </a:extLst>
              </a:tr>
              <a:tr h="289127">
                <a:tc>
                  <a:txBody>
                    <a:bodyPr/>
                    <a:lstStyle/>
                    <a:p>
                      <a:pPr algn="ctr"/>
                      <a:r>
                        <a:rPr kumimoji="1" lang="en-US" altLang="ja-JP" sz="1400">
                          <a:solidFill>
                            <a:schemeClr val="tx1"/>
                          </a:solidFill>
                        </a:rPr>
                        <a:t>8</a:t>
                      </a:r>
                      <a:endParaRPr kumimoji="1" lang="ja-JP" altLang="en-US" sz="140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spcAft>
                          <a:spcPts val="1000"/>
                        </a:spcAft>
                        <a:buNone/>
                      </a:pPr>
                      <a:r>
                        <a:rPr lang="en-US" altLang="ja-JP" sz="1400" b="0" baseline="0">
                          <a:effectLst/>
                          <a:latin typeface="Arial" panose="020B0604020202020204" pitchFamily="34" charset="0"/>
                          <a:ea typeface="Meiryo UI" panose="020B0604030504040204" pitchFamily="50" charset="-128"/>
                          <a:cs typeface="Times New Roman" panose="02020603050405020304" pitchFamily="18" charset="0"/>
                        </a:rPr>
                        <a:t>2/9</a:t>
                      </a:r>
                      <a:endParaRPr lang="ja-JP" sz="1400" b="0" baseline="0">
                        <a:effectLst/>
                        <a:latin typeface="Arial" panose="020B0604020202020204" pitchFamily="34" charset="0"/>
                        <a:ea typeface="Meiryo UI" panose="020B0604030504040204" pitchFamily="50" charset="-128"/>
                        <a:cs typeface="Times New Roman" panose="02020603050405020304" pitchFamily="18" charset="0"/>
                      </a:endParaRPr>
                    </a:p>
                  </a:txBody>
                  <a:tcPr marL="62865" marR="62865"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kumimoji="1" lang="ja-JP" altLang="en-US" sz="1400" b="0">
                          <a:solidFill>
                            <a:schemeClr val="tx1"/>
                          </a:solidFill>
                        </a:rPr>
                        <a:t>月</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メイリオ"/>
                          <a:ea typeface="+mn-ea"/>
                          <a:cs typeface="+mn-cs"/>
                        </a:rPr>
                        <a:t>14-15</a:t>
                      </a:r>
                      <a:r>
                        <a:rPr kumimoji="1" lang="ja-JP" altLang="en-US" sz="1400" b="0" i="0" u="none" strike="noStrike" kern="1200" cap="none" spc="0" normalizeH="0" baseline="0" noProof="0">
                          <a:ln>
                            <a:noFill/>
                          </a:ln>
                          <a:solidFill>
                            <a:srgbClr val="000000"/>
                          </a:solidFill>
                          <a:effectLst/>
                          <a:uLnTx/>
                          <a:uFillTx/>
                          <a:latin typeface="メイリオ"/>
                          <a:ea typeface="+mn-ea"/>
                          <a:cs typeface="+mn-cs"/>
                        </a:rPr>
                        <a:t>時</a:t>
                      </a:r>
                      <a:endParaRPr kumimoji="1" lang="en-US" altLang="ja-JP" sz="1400" b="0" i="0" u="none" strike="noStrike" kern="1200" cap="none" spc="0" normalizeH="0" baseline="0" noProof="0">
                        <a:ln>
                          <a:noFill/>
                        </a:ln>
                        <a:solidFill>
                          <a:srgbClr val="000000"/>
                        </a:solidFill>
                        <a:effectLst/>
                        <a:uLnTx/>
                        <a:uFillTx/>
                        <a:latin typeface="メイリオ"/>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860697059"/>
                  </a:ext>
                </a:extLst>
              </a:tr>
              <a:tr h="289127">
                <a:tc>
                  <a:txBody>
                    <a:bodyPr/>
                    <a:lstStyle/>
                    <a:p>
                      <a:pPr algn="ctr"/>
                      <a:r>
                        <a:rPr kumimoji="1" lang="en-US" altLang="ja-JP" sz="1400">
                          <a:solidFill>
                            <a:schemeClr val="tx1"/>
                          </a:solidFill>
                        </a:rPr>
                        <a:t>9</a:t>
                      </a:r>
                      <a:endParaRPr kumimoji="1" lang="ja-JP" altLang="en-US" sz="140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1000"/>
                        </a:spcAft>
                        <a:buClrTx/>
                        <a:buSzTx/>
                        <a:buFontTx/>
                        <a:buNone/>
                        <a:tabLst/>
                        <a:defRPr/>
                      </a:pPr>
                      <a:r>
                        <a:rPr lang="en-US" altLang="ja-JP" sz="1400" b="0" baseline="0">
                          <a:effectLst/>
                          <a:latin typeface="Arial" panose="020B0604020202020204" pitchFamily="34" charset="0"/>
                          <a:ea typeface="Meiryo UI" panose="020B0604030504040204" pitchFamily="50" charset="-128"/>
                          <a:cs typeface="Times New Roman" panose="02020603050405020304" pitchFamily="18" charset="0"/>
                        </a:rPr>
                        <a:t>2/16</a:t>
                      </a:r>
                      <a:endParaRPr lang="ja-JP" altLang="ja-JP" sz="1400" b="0" baseline="0">
                        <a:effectLst/>
                        <a:latin typeface="Arial" panose="020B0604020202020204" pitchFamily="34" charset="0"/>
                        <a:ea typeface="Meiryo UI" panose="020B0604030504040204" pitchFamily="50" charset="-128"/>
                        <a:cs typeface="Times New Roman" panose="02020603050405020304" pitchFamily="18" charset="0"/>
                      </a:endParaRPr>
                    </a:p>
                  </a:txBody>
                  <a:tcPr marL="62865" marR="62865"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kumimoji="1" lang="ja-JP" altLang="en-US" sz="1400" b="0">
                          <a:solidFill>
                            <a:schemeClr val="tx1"/>
                          </a:solidFill>
                        </a:rPr>
                        <a:t>月</a:t>
                      </a:r>
                      <a:endParaRPr kumimoji="1" lang="en-US" altLang="ja-JP" sz="1400" b="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メイリオ"/>
                          <a:ea typeface="+mn-ea"/>
                          <a:cs typeface="+mn-cs"/>
                        </a:rPr>
                        <a:t>14-15</a:t>
                      </a:r>
                      <a:r>
                        <a:rPr kumimoji="1" lang="ja-JP" altLang="en-US" sz="1400" b="0" i="0" u="none" strike="noStrike" kern="1200" cap="none" spc="0" normalizeH="0" baseline="0" noProof="0">
                          <a:ln>
                            <a:noFill/>
                          </a:ln>
                          <a:solidFill>
                            <a:srgbClr val="000000"/>
                          </a:solidFill>
                          <a:effectLst/>
                          <a:uLnTx/>
                          <a:uFillTx/>
                          <a:latin typeface="メイリオ"/>
                          <a:ea typeface="+mn-ea"/>
                          <a:cs typeface="+mn-cs"/>
                        </a:rPr>
                        <a:t>時</a:t>
                      </a:r>
                      <a:endParaRPr kumimoji="1" lang="en-US" altLang="ja-JP" sz="1400" b="0" i="0" u="none" strike="noStrike" kern="1200" cap="none" spc="0" normalizeH="0" baseline="0" noProof="0">
                        <a:ln>
                          <a:noFill/>
                        </a:ln>
                        <a:solidFill>
                          <a:srgbClr val="000000"/>
                        </a:solidFill>
                        <a:effectLst/>
                        <a:uLnTx/>
                        <a:uFillTx/>
                        <a:latin typeface="メイリオ"/>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1760849"/>
                  </a:ext>
                </a:extLst>
              </a:tr>
              <a:tr h="289127">
                <a:tc>
                  <a:txBody>
                    <a:bodyPr/>
                    <a:lstStyle/>
                    <a:p>
                      <a:pPr algn="ctr"/>
                      <a:r>
                        <a:rPr kumimoji="1" lang="en-US" altLang="ja-JP" sz="1400">
                          <a:solidFill>
                            <a:schemeClr val="tx1"/>
                          </a:solidFill>
                        </a:rPr>
                        <a:t>10</a:t>
                      </a:r>
                      <a:endParaRPr kumimoji="1" lang="ja-JP" altLang="en-US" sz="140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spcAft>
                          <a:spcPts val="1000"/>
                        </a:spcAft>
                        <a:buNone/>
                      </a:pPr>
                      <a:r>
                        <a:rPr lang="en-US" altLang="ja-JP" sz="1400" b="0" baseline="0">
                          <a:effectLst/>
                          <a:latin typeface="Arial" panose="020B0604020202020204" pitchFamily="34" charset="0"/>
                          <a:ea typeface="Meiryo UI" panose="020B0604030504040204" pitchFamily="50" charset="-128"/>
                          <a:cs typeface="Times New Roman" panose="02020603050405020304" pitchFamily="18" charset="0"/>
                        </a:rPr>
                        <a:t>2/24</a:t>
                      </a:r>
                      <a:endParaRPr lang="ja-JP" sz="1400" b="0" baseline="0">
                        <a:effectLst/>
                        <a:latin typeface="Arial" panose="020B0604020202020204" pitchFamily="34" charset="0"/>
                        <a:ea typeface="Meiryo UI" panose="020B0604030504040204" pitchFamily="50" charset="-128"/>
                        <a:cs typeface="Times New Roman" panose="02020603050405020304" pitchFamily="18" charset="0"/>
                      </a:endParaRPr>
                    </a:p>
                  </a:txBody>
                  <a:tcPr marL="62865" marR="62865"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kumimoji="1" lang="ja-JP" altLang="en-US" sz="1400" b="0">
                          <a:solidFill>
                            <a:schemeClr val="tx1"/>
                          </a:solidFill>
                        </a:rPr>
                        <a:t>火</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メイリオ"/>
                          <a:ea typeface="メイリオ"/>
                          <a:cs typeface="+mn-cs"/>
                        </a:rPr>
                        <a:t>12-13</a:t>
                      </a: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時</a:t>
                      </a:r>
                      <a:endParaRPr kumimoji="1" lang="en-US" altLang="ja-JP" sz="1400" b="0" i="0" u="none" strike="noStrike" kern="1200" cap="none" spc="0" normalizeH="0" baseline="0" noProof="0">
                        <a:ln>
                          <a:noFill/>
                        </a:ln>
                        <a:solidFill>
                          <a:srgbClr val="000000"/>
                        </a:solidFill>
                        <a:effectLst/>
                        <a:uLnTx/>
                        <a:uFillTx/>
                        <a:latin typeface="メイリオ"/>
                        <a:ea typeface="メイリオ"/>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925706826"/>
                  </a:ext>
                </a:extLst>
              </a:tr>
              <a:tr h="289127">
                <a:tc>
                  <a:txBody>
                    <a:bodyPr/>
                    <a:lstStyle/>
                    <a:p>
                      <a:pPr algn="ctr"/>
                      <a:r>
                        <a:rPr kumimoji="1" lang="en-US" altLang="ja-JP" sz="1400">
                          <a:solidFill>
                            <a:schemeClr val="tx1"/>
                          </a:solidFill>
                        </a:rPr>
                        <a:t>11</a:t>
                      </a:r>
                      <a:endParaRPr kumimoji="1" lang="ja-JP" altLang="en-US" sz="140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spcAft>
                          <a:spcPts val="1000"/>
                        </a:spcAft>
                        <a:buNone/>
                      </a:pPr>
                      <a:r>
                        <a:rPr lang="en-US" altLang="ja-JP" sz="1400" b="0" baseline="0">
                          <a:effectLst/>
                          <a:latin typeface="Arial" panose="020B0604020202020204" pitchFamily="34" charset="0"/>
                          <a:ea typeface="Meiryo UI" panose="020B0604030504040204" pitchFamily="50" charset="-128"/>
                          <a:cs typeface="Times New Roman" panose="02020603050405020304" pitchFamily="18" charset="0"/>
                        </a:rPr>
                        <a:t>3/2</a:t>
                      </a:r>
                      <a:endParaRPr lang="ja-JP" sz="1400" b="0" baseline="0">
                        <a:effectLst/>
                        <a:latin typeface="Arial" panose="020B0604020202020204" pitchFamily="34" charset="0"/>
                        <a:ea typeface="Meiryo UI" panose="020B0604030504040204" pitchFamily="50" charset="-128"/>
                        <a:cs typeface="Times New Roman" panose="02020603050405020304" pitchFamily="18" charset="0"/>
                      </a:endParaRPr>
                    </a:p>
                  </a:txBody>
                  <a:tcPr marL="62865" marR="62865"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kumimoji="1" lang="ja-JP" altLang="en-US" sz="1400" b="0">
                          <a:solidFill>
                            <a:schemeClr val="tx1"/>
                          </a:solidFill>
                        </a:rPr>
                        <a:t>月</a:t>
                      </a:r>
                      <a:endParaRPr kumimoji="1" lang="en-US" altLang="ja-JP" sz="1400" b="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メイリオ"/>
                          <a:ea typeface="メイリオ"/>
                          <a:cs typeface="+mn-cs"/>
                        </a:rPr>
                        <a:t>14-15</a:t>
                      </a: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時</a:t>
                      </a:r>
                      <a:endParaRPr kumimoji="1" lang="en-US" altLang="ja-JP" sz="1400" b="0" i="0" u="none" strike="noStrike" kern="1200" cap="none" spc="0" normalizeH="0" baseline="0" noProof="0">
                        <a:ln>
                          <a:noFill/>
                        </a:ln>
                        <a:solidFill>
                          <a:srgbClr val="000000"/>
                        </a:solidFill>
                        <a:effectLst/>
                        <a:uLnTx/>
                        <a:uFillTx/>
                        <a:latin typeface="メイリオ"/>
                        <a:ea typeface="メイリオ"/>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812943175"/>
                  </a:ext>
                </a:extLst>
              </a:tr>
              <a:tr h="289127">
                <a:tc>
                  <a:txBody>
                    <a:bodyPr/>
                    <a:lstStyle/>
                    <a:p>
                      <a:pPr algn="ctr"/>
                      <a:r>
                        <a:rPr kumimoji="1" lang="en-US" altLang="ja-JP" sz="1400">
                          <a:solidFill>
                            <a:schemeClr val="tx1"/>
                          </a:solidFill>
                        </a:rPr>
                        <a:t>12</a:t>
                      </a:r>
                      <a:endParaRPr kumimoji="1" lang="ja-JP" altLang="en-US" sz="140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spcAft>
                          <a:spcPts val="1000"/>
                        </a:spcAft>
                        <a:buNone/>
                      </a:pPr>
                      <a:r>
                        <a:rPr lang="en-US" altLang="ja-JP" sz="1400" b="0" baseline="0">
                          <a:effectLst/>
                          <a:latin typeface="Arial" panose="020B0604020202020204" pitchFamily="34" charset="0"/>
                          <a:ea typeface="Meiryo UI" panose="020B0604030504040204" pitchFamily="50" charset="-128"/>
                          <a:cs typeface="Times New Roman" panose="02020603050405020304" pitchFamily="18" charset="0"/>
                        </a:rPr>
                        <a:t>3/9</a:t>
                      </a:r>
                      <a:endParaRPr lang="ja-JP" sz="1400" b="0" baseline="0">
                        <a:effectLst/>
                        <a:latin typeface="Arial" panose="020B0604020202020204" pitchFamily="34" charset="0"/>
                        <a:ea typeface="Meiryo UI" panose="020B0604030504040204" pitchFamily="50" charset="-128"/>
                        <a:cs typeface="Times New Roman" panose="02020603050405020304" pitchFamily="18" charset="0"/>
                      </a:endParaRPr>
                    </a:p>
                  </a:txBody>
                  <a:tcPr marL="62865" marR="62865"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kumimoji="1" lang="ja-JP" altLang="en-US" sz="1400" b="0">
                          <a:solidFill>
                            <a:schemeClr val="tx1"/>
                          </a:solidFill>
                        </a:rPr>
                        <a:t>月</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メイリオ"/>
                          <a:ea typeface="メイリオ"/>
                          <a:cs typeface="+mn-cs"/>
                        </a:rPr>
                        <a:t>14-15</a:t>
                      </a: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時</a:t>
                      </a:r>
                      <a:endParaRPr kumimoji="1" lang="en-US" altLang="ja-JP" sz="1400" b="0" i="0" u="none" strike="noStrike" kern="1200" cap="none" spc="0" normalizeH="0" baseline="0" noProof="0">
                        <a:ln>
                          <a:noFill/>
                        </a:ln>
                        <a:solidFill>
                          <a:srgbClr val="000000"/>
                        </a:solidFill>
                        <a:effectLst/>
                        <a:uLnTx/>
                        <a:uFillTx/>
                        <a:latin typeface="メイリオ"/>
                        <a:ea typeface="メイリオ"/>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327427519"/>
                  </a:ext>
                </a:extLst>
              </a:tr>
              <a:tr h="289127">
                <a:tc>
                  <a:txBody>
                    <a:bodyPr/>
                    <a:lstStyle/>
                    <a:p>
                      <a:pPr algn="ctr"/>
                      <a:r>
                        <a:rPr kumimoji="1" lang="en-US" altLang="ja-JP" sz="1400">
                          <a:solidFill>
                            <a:schemeClr val="tx1"/>
                          </a:solidFill>
                        </a:rPr>
                        <a:t>13</a:t>
                      </a:r>
                      <a:endParaRPr kumimoji="1" lang="ja-JP" altLang="en-US" sz="140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spcAft>
                          <a:spcPts val="1000"/>
                        </a:spcAft>
                        <a:buNone/>
                      </a:pPr>
                      <a:r>
                        <a:rPr lang="en-US" altLang="ja-JP" sz="1400" b="0" baseline="0">
                          <a:effectLst/>
                          <a:latin typeface="Arial" panose="020B0604020202020204" pitchFamily="34" charset="0"/>
                          <a:ea typeface="Meiryo UI" panose="020B0604030504040204" pitchFamily="50" charset="-128"/>
                          <a:cs typeface="Times New Roman" panose="02020603050405020304" pitchFamily="18" charset="0"/>
                        </a:rPr>
                        <a:t>3/16</a:t>
                      </a:r>
                      <a:endParaRPr lang="ja-JP" sz="1400" b="0" baseline="0">
                        <a:effectLst/>
                        <a:latin typeface="Arial" panose="020B0604020202020204" pitchFamily="34" charset="0"/>
                        <a:ea typeface="Meiryo UI" panose="020B0604030504040204" pitchFamily="50" charset="-128"/>
                        <a:cs typeface="Times New Roman" panose="02020603050405020304" pitchFamily="18" charset="0"/>
                      </a:endParaRPr>
                    </a:p>
                  </a:txBody>
                  <a:tcPr marL="62865" marR="62865"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kumimoji="1" lang="ja-JP" altLang="en-US" sz="1400" b="0">
                          <a:solidFill>
                            <a:schemeClr val="tx1"/>
                          </a:solidFill>
                        </a:rPr>
                        <a:t>月</a:t>
                      </a:r>
                      <a:endParaRPr kumimoji="1" lang="en-US" altLang="ja-JP" sz="1400" b="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メイリオ"/>
                          <a:ea typeface="メイリオ"/>
                          <a:cs typeface="+mn-cs"/>
                        </a:rPr>
                        <a:t>14-15</a:t>
                      </a: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時</a:t>
                      </a:r>
                      <a:endParaRPr kumimoji="1" lang="en-US" altLang="ja-JP" sz="1400" b="0" i="0" u="none" strike="noStrike" kern="1200" cap="none" spc="0" normalizeH="0" baseline="0" noProof="0">
                        <a:ln>
                          <a:noFill/>
                        </a:ln>
                        <a:solidFill>
                          <a:srgbClr val="000000"/>
                        </a:solidFill>
                        <a:effectLst/>
                        <a:uLnTx/>
                        <a:uFillTx/>
                        <a:latin typeface="メイリオ"/>
                        <a:ea typeface="メイリオ"/>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3883068"/>
                  </a:ext>
                </a:extLst>
              </a:tr>
              <a:tr h="289127">
                <a:tc>
                  <a:txBody>
                    <a:bodyPr/>
                    <a:lstStyle/>
                    <a:p>
                      <a:pPr algn="ctr"/>
                      <a:r>
                        <a:rPr kumimoji="1" lang="en-US" altLang="ja-JP" sz="1400">
                          <a:solidFill>
                            <a:schemeClr val="tx1"/>
                          </a:solidFill>
                        </a:rPr>
                        <a:t>14</a:t>
                      </a:r>
                      <a:endParaRPr kumimoji="1" lang="ja-JP" altLang="en-US" sz="140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spcAft>
                          <a:spcPts val="1000"/>
                        </a:spcAft>
                        <a:buNone/>
                      </a:pPr>
                      <a:r>
                        <a:rPr lang="en-US" altLang="ja-JP" sz="1400" b="0" baseline="0">
                          <a:effectLst/>
                          <a:latin typeface="Arial" panose="020B0604020202020204" pitchFamily="34" charset="0"/>
                          <a:ea typeface="Meiryo UI" panose="020B0604030504040204" pitchFamily="50" charset="-128"/>
                          <a:cs typeface="Times New Roman" panose="02020603050405020304" pitchFamily="18" charset="0"/>
                        </a:rPr>
                        <a:t>3/25</a:t>
                      </a:r>
                      <a:endParaRPr lang="ja-JP" sz="1400" b="0" baseline="0">
                        <a:effectLst/>
                        <a:latin typeface="Arial" panose="020B0604020202020204" pitchFamily="34" charset="0"/>
                        <a:ea typeface="Meiryo UI" panose="020B0604030504040204" pitchFamily="50" charset="-128"/>
                        <a:cs typeface="Times New Roman" panose="02020603050405020304" pitchFamily="18" charset="0"/>
                      </a:endParaRPr>
                    </a:p>
                  </a:txBody>
                  <a:tcPr marL="62865" marR="62865"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kumimoji="1" lang="ja-JP" altLang="en-US" sz="1400" b="0">
                          <a:solidFill>
                            <a:schemeClr val="tx1"/>
                          </a:solidFill>
                        </a:rPr>
                        <a:t>水</a:t>
                      </a:r>
                      <a:endParaRPr kumimoji="1" lang="en-US" altLang="ja-JP" sz="1400" b="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メイリオ"/>
                          <a:ea typeface="メイリオ"/>
                          <a:cs typeface="+mn-cs"/>
                        </a:rPr>
                        <a:t>12-13</a:t>
                      </a: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時</a:t>
                      </a:r>
                      <a:endParaRPr kumimoji="1" lang="en-US" altLang="ja-JP" sz="1400" b="0" i="0" u="none" strike="noStrike" kern="1200" cap="none" spc="0" normalizeH="0" baseline="0" noProof="0">
                        <a:ln>
                          <a:noFill/>
                        </a:ln>
                        <a:solidFill>
                          <a:srgbClr val="000000"/>
                        </a:solidFill>
                        <a:effectLst/>
                        <a:uLnTx/>
                        <a:uFillTx/>
                        <a:latin typeface="メイリオ"/>
                        <a:ea typeface="メイリオ"/>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25138313"/>
                  </a:ext>
                </a:extLst>
              </a:tr>
            </a:tbl>
          </a:graphicData>
        </a:graphic>
      </p:graphicFrame>
      <p:sp>
        <p:nvSpPr>
          <p:cNvPr id="7" name="Clients">
            <a:extLst>
              <a:ext uri="{FF2B5EF4-FFF2-40B4-BE49-F238E27FC236}">
                <a16:creationId xmlns:a16="http://schemas.microsoft.com/office/drawing/2014/main" id="{9DDA673D-98D0-DDE7-45AA-66A6ABF974E5}"/>
              </a:ext>
            </a:extLst>
          </p:cNvPr>
          <p:cNvSpPr/>
          <p:nvPr/>
        </p:nvSpPr>
        <p:spPr>
          <a:xfrm>
            <a:off x="8975725" y="127000"/>
            <a:ext cx="2881313" cy="571500"/>
          </a:xfrm>
          <a:prstGeom prst="rect">
            <a:avLst/>
          </a:prstGeom>
          <a:solidFill>
            <a:srgbClr val="AED0DB"/>
          </a:solidFill>
          <a:ln w="12700" cap="flat" cmpd="sng" algn="ctr">
            <a:noFill/>
            <a:prstDash val="solid"/>
            <a:miter lim="800000"/>
          </a:ln>
          <a:effectLst>
            <a:prstShdw prst="shdw6" dist="35921" dir="2699995">
              <a:scrgbClr r="0" g="0" b="0"/>
            </a:prstShdw>
          </a:effectLst>
          <a:extLst>
            <a:ext uri="{91240B29-F687-4F45-9708-019B960494DF}">
              <a14:hiddenLine xmlns:a14="http://schemas.microsoft.com/office/drawing/2010/main" w="12700" cap="flat" cmpd="sng" algn="ctr">
                <a:solidFill>
                  <a:schemeClr val="accent1"/>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kumimoji="1" lang="en-US" altLang="ja-JP" sz="1200">
                <a:solidFill>
                  <a:srgbClr val="000000"/>
                </a:solidFill>
              </a:rPr>
              <a:t>12/8</a:t>
            </a:r>
            <a:r>
              <a:rPr kumimoji="1" lang="ja-JP" altLang="en-US" sz="1200">
                <a:solidFill>
                  <a:srgbClr val="000000"/>
                </a:solidFill>
              </a:rPr>
              <a:t>（月）の</a:t>
            </a:r>
            <a:r>
              <a:rPr kumimoji="1" lang="en-US" altLang="ja-JP" sz="1200">
                <a:solidFill>
                  <a:srgbClr val="000000"/>
                </a:solidFill>
              </a:rPr>
              <a:t>WG MTG</a:t>
            </a:r>
            <a:r>
              <a:rPr kumimoji="1" lang="ja-JP" altLang="en-US" sz="1200">
                <a:solidFill>
                  <a:srgbClr val="000000"/>
                </a:solidFill>
              </a:rPr>
              <a:t>の資料</a:t>
            </a:r>
          </a:p>
        </p:txBody>
      </p:sp>
    </p:spTree>
    <p:extLst>
      <p:ext uri="{BB962C8B-B14F-4D97-AF65-F5344CB8AC3E}">
        <p14:creationId xmlns:p14="http://schemas.microsoft.com/office/powerpoint/2010/main" val="918027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6CAB3131-2BDE-4B88-6226-A078C37E47E4}"/>
              </a:ext>
            </a:extLst>
          </p:cNvPr>
          <p:cNvSpPr>
            <a:spLocks noGrp="1"/>
          </p:cNvSpPr>
          <p:nvPr>
            <p:ph type="body" sz="quarter" idx="12"/>
          </p:nvPr>
        </p:nvSpPr>
        <p:spPr/>
        <p:txBody>
          <a:bodyPr/>
          <a:lstStyle/>
          <a:p>
            <a:r>
              <a:rPr lang="ja-JP" altLang="en-US"/>
              <a:t>今日からありたい姿の定義、およびサービス構想の取り纏めに着手する。</a:t>
            </a:r>
            <a:br>
              <a:rPr lang="en-US" altLang="ja-JP"/>
            </a:br>
            <a:r>
              <a:rPr lang="en-US" altLang="ja-JP"/>
              <a:t>1</a:t>
            </a:r>
            <a:r>
              <a:rPr lang="ja-JP" altLang="en-US"/>
              <a:t>月</a:t>
            </a:r>
            <a:r>
              <a:rPr lang="en-US" altLang="ja-JP"/>
              <a:t>2</a:t>
            </a:r>
            <a:r>
              <a:rPr lang="ja-JP" altLang="en-US"/>
              <a:t>週目までに構想を取り纏めた上で、</a:t>
            </a:r>
            <a:r>
              <a:rPr lang="en-US" altLang="ja-JP"/>
              <a:t>1</a:t>
            </a:r>
            <a:r>
              <a:rPr lang="ja-JP" altLang="en-US"/>
              <a:t>月中旬から各種検証を進めていく想定</a:t>
            </a:r>
            <a:endParaRPr kumimoji="1" lang="ja-JP" altLang="en-US"/>
          </a:p>
        </p:txBody>
      </p:sp>
      <p:sp>
        <p:nvSpPr>
          <p:cNvPr id="4" name="テキスト プレースホルダー 3">
            <a:extLst>
              <a:ext uri="{FF2B5EF4-FFF2-40B4-BE49-F238E27FC236}">
                <a16:creationId xmlns:a16="http://schemas.microsoft.com/office/drawing/2014/main" id="{D57E27C1-BD4C-17AD-851D-B4291F3392E9}"/>
              </a:ext>
            </a:extLst>
          </p:cNvPr>
          <p:cNvSpPr>
            <a:spLocks noGrp="1"/>
          </p:cNvSpPr>
          <p:nvPr>
            <p:ph type="body" sz="quarter" idx="10"/>
          </p:nvPr>
        </p:nvSpPr>
        <p:spPr/>
        <p:txBody>
          <a:bodyPr/>
          <a:lstStyle/>
          <a:p>
            <a:r>
              <a:rPr kumimoji="1" lang="en-US" altLang="ja-JP"/>
              <a:t>02_</a:t>
            </a:r>
            <a:r>
              <a:rPr lang="en-US" altLang="ja-JP">
                <a:solidFill>
                  <a:schemeClr val="tx1"/>
                </a:solidFill>
              </a:rPr>
              <a:t> WG</a:t>
            </a:r>
            <a:r>
              <a:rPr lang="ja-JP" altLang="en-US">
                <a:solidFill>
                  <a:schemeClr val="tx1"/>
                </a:solidFill>
              </a:rPr>
              <a:t>の活動スケジュールの確認・検討</a:t>
            </a:r>
            <a:endParaRPr kumimoji="1" lang="en-US" altLang="ja-JP"/>
          </a:p>
        </p:txBody>
      </p:sp>
      <p:sp>
        <p:nvSpPr>
          <p:cNvPr id="7" name="矢印: 五方向 6">
            <a:extLst>
              <a:ext uri="{FF2B5EF4-FFF2-40B4-BE49-F238E27FC236}">
                <a16:creationId xmlns:a16="http://schemas.microsoft.com/office/drawing/2014/main" id="{E7BAFB7A-8651-0C6F-2DC3-0B35C46877B2}"/>
              </a:ext>
            </a:extLst>
          </p:cNvPr>
          <p:cNvSpPr/>
          <p:nvPr/>
        </p:nvSpPr>
        <p:spPr>
          <a:xfrm>
            <a:off x="1134107" y="1778427"/>
            <a:ext cx="3528000" cy="540000"/>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a:t>①ありたい姿の定義</a:t>
            </a:r>
            <a:r>
              <a:rPr lang="en-US" altLang="ja-JP" sz="1400"/>
              <a:t>+</a:t>
            </a:r>
            <a:br>
              <a:rPr lang="en-US" altLang="ja-JP" sz="1400"/>
            </a:br>
            <a:r>
              <a:rPr lang="ja-JP" altLang="en-US" sz="1400"/>
              <a:t>サービス構想の取り纏め</a:t>
            </a:r>
            <a:endParaRPr kumimoji="1" lang="ja-JP" altLang="en-US" sz="1400"/>
          </a:p>
        </p:txBody>
      </p:sp>
      <p:sp>
        <p:nvSpPr>
          <p:cNvPr id="8" name="矢印: 五方向 7">
            <a:extLst>
              <a:ext uri="{FF2B5EF4-FFF2-40B4-BE49-F238E27FC236}">
                <a16:creationId xmlns:a16="http://schemas.microsoft.com/office/drawing/2014/main" id="{A6F4FEF7-DD7B-8C0C-63D1-57068FBA3B25}"/>
              </a:ext>
            </a:extLst>
          </p:cNvPr>
          <p:cNvSpPr/>
          <p:nvPr/>
        </p:nvSpPr>
        <p:spPr>
          <a:xfrm>
            <a:off x="8331509" y="1778427"/>
            <a:ext cx="3528000" cy="540000"/>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a:t>④</a:t>
            </a:r>
            <a:r>
              <a:rPr kumimoji="1" lang="en-US" altLang="ja-JP" sz="1400"/>
              <a:t>PoC</a:t>
            </a:r>
            <a:r>
              <a:rPr lang="ja-JP" altLang="en-US" sz="1400"/>
              <a:t>準備</a:t>
            </a:r>
            <a:endParaRPr kumimoji="1" lang="ja-JP" altLang="en-US" sz="1400"/>
          </a:p>
        </p:txBody>
      </p:sp>
      <p:sp>
        <p:nvSpPr>
          <p:cNvPr id="19" name="正方形/長方形 18">
            <a:extLst>
              <a:ext uri="{FF2B5EF4-FFF2-40B4-BE49-F238E27FC236}">
                <a16:creationId xmlns:a16="http://schemas.microsoft.com/office/drawing/2014/main" id="{0F75C89B-2434-7AA7-F2C1-B69FAB20620B}"/>
              </a:ext>
            </a:extLst>
          </p:cNvPr>
          <p:cNvSpPr/>
          <p:nvPr/>
        </p:nvSpPr>
        <p:spPr>
          <a:xfrm>
            <a:off x="343406" y="2973911"/>
            <a:ext cx="720000" cy="540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t>想定</a:t>
            </a:r>
            <a:br>
              <a:rPr kumimoji="1" lang="en-US" altLang="ja-JP" sz="1400"/>
            </a:br>
            <a:r>
              <a:rPr kumimoji="1" lang="ja-JP" altLang="en-US" sz="1400"/>
              <a:t>期間</a:t>
            </a:r>
          </a:p>
        </p:txBody>
      </p:sp>
      <p:sp>
        <p:nvSpPr>
          <p:cNvPr id="20" name="矢印: 五方向 19">
            <a:extLst>
              <a:ext uri="{FF2B5EF4-FFF2-40B4-BE49-F238E27FC236}">
                <a16:creationId xmlns:a16="http://schemas.microsoft.com/office/drawing/2014/main" id="{C62C9075-4008-E244-8E3E-D446734DB494}"/>
              </a:ext>
            </a:extLst>
          </p:cNvPr>
          <p:cNvSpPr/>
          <p:nvPr/>
        </p:nvSpPr>
        <p:spPr>
          <a:xfrm>
            <a:off x="1134107" y="2896146"/>
            <a:ext cx="3528000" cy="540000"/>
          </a:xfrm>
          <a:prstGeom prst="homePlat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a:solidFill>
                  <a:schemeClr val="tx1"/>
                </a:solidFill>
              </a:rPr>
              <a:t>～</a:t>
            </a:r>
            <a:r>
              <a:rPr lang="en-US" altLang="ja-JP" sz="1400">
                <a:solidFill>
                  <a:schemeClr val="tx1"/>
                </a:solidFill>
              </a:rPr>
              <a:t>1</a:t>
            </a:r>
            <a:r>
              <a:rPr lang="ja-JP" altLang="en-US" sz="1400">
                <a:solidFill>
                  <a:schemeClr val="tx1"/>
                </a:solidFill>
              </a:rPr>
              <a:t>月</a:t>
            </a:r>
            <a:r>
              <a:rPr lang="en-US" altLang="ja-JP" sz="1400">
                <a:solidFill>
                  <a:schemeClr val="tx1"/>
                </a:solidFill>
              </a:rPr>
              <a:t>2</a:t>
            </a:r>
            <a:r>
              <a:rPr lang="ja-JP" altLang="en-US" sz="1400">
                <a:solidFill>
                  <a:schemeClr val="tx1"/>
                </a:solidFill>
              </a:rPr>
              <a:t>週目</a:t>
            </a:r>
            <a:endParaRPr kumimoji="1" lang="ja-JP" altLang="en-US" sz="1400">
              <a:solidFill>
                <a:schemeClr val="tx1"/>
              </a:solidFill>
            </a:endParaRPr>
          </a:p>
        </p:txBody>
      </p:sp>
      <p:sp>
        <p:nvSpPr>
          <p:cNvPr id="22" name="矢印: 五方向 21">
            <a:extLst>
              <a:ext uri="{FF2B5EF4-FFF2-40B4-BE49-F238E27FC236}">
                <a16:creationId xmlns:a16="http://schemas.microsoft.com/office/drawing/2014/main" id="{7BEA7C35-5B75-608D-555E-CB1747D83439}"/>
              </a:ext>
            </a:extLst>
          </p:cNvPr>
          <p:cNvSpPr/>
          <p:nvPr/>
        </p:nvSpPr>
        <p:spPr>
          <a:xfrm>
            <a:off x="4732808" y="2896146"/>
            <a:ext cx="3528000" cy="540000"/>
          </a:xfrm>
          <a:prstGeom prst="homePlat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a:solidFill>
                  <a:schemeClr val="tx1"/>
                </a:solidFill>
              </a:rPr>
              <a:t>1</a:t>
            </a:r>
            <a:r>
              <a:rPr lang="ja-JP" altLang="en-US" sz="1400">
                <a:solidFill>
                  <a:schemeClr val="tx1"/>
                </a:solidFill>
              </a:rPr>
              <a:t>月</a:t>
            </a:r>
            <a:r>
              <a:rPr lang="en-US" altLang="ja-JP" sz="1400">
                <a:solidFill>
                  <a:schemeClr val="tx1"/>
                </a:solidFill>
              </a:rPr>
              <a:t>3</a:t>
            </a:r>
            <a:r>
              <a:rPr lang="ja-JP" altLang="en-US" sz="1400">
                <a:solidFill>
                  <a:schemeClr val="tx1"/>
                </a:solidFill>
              </a:rPr>
              <a:t>週目～</a:t>
            </a:r>
            <a:r>
              <a:rPr lang="en-US" altLang="ja-JP" sz="1400">
                <a:solidFill>
                  <a:schemeClr val="tx1"/>
                </a:solidFill>
              </a:rPr>
              <a:t>2</a:t>
            </a:r>
            <a:r>
              <a:rPr lang="ja-JP" altLang="en-US" sz="1400">
                <a:solidFill>
                  <a:schemeClr val="tx1"/>
                </a:solidFill>
              </a:rPr>
              <a:t>月</a:t>
            </a:r>
            <a:r>
              <a:rPr lang="en-US" altLang="ja-JP" sz="1400">
                <a:solidFill>
                  <a:schemeClr val="tx1"/>
                </a:solidFill>
              </a:rPr>
              <a:t>2</a:t>
            </a:r>
            <a:r>
              <a:rPr lang="ja-JP" altLang="en-US" sz="1400">
                <a:solidFill>
                  <a:schemeClr val="tx1"/>
                </a:solidFill>
              </a:rPr>
              <a:t>週目</a:t>
            </a:r>
            <a:endParaRPr kumimoji="1" lang="en-US" altLang="ja-JP" sz="1400">
              <a:solidFill>
                <a:schemeClr val="tx1"/>
              </a:solidFill>
            </a:endParaRPr>
          </a:p>
        </p:txBody>
      </p:sp>
      <p:sp>
        <p:nvSpPr>
          <p:cNvPr id="24" name="矢印: 五方向 23">
            <a:extLst>
              <a:ext uri="{FF2B5EF4-FFF2-40B4-BE49-F238E27FC236}">
                <a16:creationId xmlns:a16="http://schemas.microsoft.com/office/drawing/2014/main" id="{E0ACE6BC-CCDD-36D2-1BD3-BC7AE07D957C}"/>
              </a:ext>
            </a:extLst>
          </p:cNvPr>
          <p:cNvSpPr/>
          <p:nvPr/>
        </p:nvSpPr>
        <p:spPr>
          <a:xfrm>
            <a:off x="8331509" y="2896146"/>
            <a:ext cx="3528000" cy="540000"/>
          </a:xfrm>
          <a:prstGeom prst="homePlat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a:solidFill>
                  <a:schemeClr val="tx1"/>
                </a:solidFill>
              </a:rPr>
              <a:t>2</a:t>
            </a:r>
            <a:r>
              <a:rPr lang="ja-JP" altLang="en-US" sz="1400">
                <a:solidFill>
                  <a:schemeClr val="tx1"/>
                </a:solidFill>
              </a:rPr>
              <a:t>月</a:t>
            </a:r>
            <a:r>
              <a:rPr lang="en-US" altLang="ja-JP" sz="1400">
                <a:solidFill>
                  <a:schemeClr val="tx1"/>
                </a:solidFill>
              </a:rPr>
              <a:t>3</a:t>
            </a:r>
            <a:r>
              <a:rPr lang="ja-JP" altLang="en-US" sz="1400">
                <a:solidFill>
                  <a:schemeClr val="tx1"/>
                </a:solidFill>
              </a:rPr>
              <a:t>週目～</a:t>
            </a:r>
            <a:endParaRPr kumimoji="1" lang="en-US" altLang="ja-JP" sz="1400">
              <a:solidFill>
                <a:schemeClr val="tx1"/>
              </a:solidFill>
            </a:endParaRPr>
          </a:p>
        </p:txBody>
      </p:sp>
      <p:sp>
        <p:nvSpPr>
          <p:cNvPr id="25" name="正方形/長方形 24">
            <a:extLst>
              <a:ext uri="{FF2B5EF4-FFF2-40B4-BE49-F238E27FC236}">
                <a16:creationId xmlns:a16="http://schemas.microsoft.com/office/drawing/2014/main" id="{9E011FA1-8755-8C26-D21F-B38057C7E9CD}"/>
              </a:ext>
            </a:extLst>
          </p:cNvPr>
          <p:cNvSpPr/>
          <p:nvPr/>
        </p:nvSpPr>
        <p:spPr>
          <a:xfrm>
            <a:off x="1134107" y="3553939"/>
            <a:ext cx="3528000" cy="144000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342900" indent="-342900">
              <a:lnSpc>
                <a:spcPct val="130000"/>
              </a:lnSpc>
              <a:buFont typeface="+mj-lt"/>
              <a:buAutoNum type="arabicPeriod"/>
            </a:pPr>
            <a:r>
              <a:rPr lang="ja-JP" altLang="en-US" sz="1400">
                <a:solidFill>
                  <a:schemeClr val="tx1"/>
                </a:solidFill>
                <a:latin typeface="+mn-ea"/>
              </a:rPr>
              <a:t>ありたい姿（案）の共有</a:t>
            </a:r>
            <a:endParaRPr lang="en-US" altLang="ja-JP" sz="1400">
              <a:solidFill>
                <a:schemeClr val="tx1"/>
              </a:solidFill>
              <a:latin typeface="+mn-ea"/>
            </a:endParaRPr>
          </a:p>
          <a:p>
            <a:pPr marL="342900" indent="-342900">
              <a:lnSpc>
                <a:spcPct val="130000"/>
              </a:lnSpc>
              <a:buFont typeface="+mj-lt"/>
              <a:buAutoNum type="arabicPeriod"/>
            </a:pPr>
            <a:r>
              <a:rPr lang="ja-JP" altLang="en-US" sz="1400">
                <a:solidFill>
                  <a:schemeClr val="tx1"/>
                </a:solidFill>
                <a:latin typeface="+mn-ea"/>
              </a:rPr>
              <a:t>ありたい姿の整理結果の確認・検討</a:t>
            </a:r>
            <a:endParaRPr lang="en-US" altLang="ja-JP" sz="1400">
              <a:solidFill>
                <a:schemeClr val="tx1"/>
              </a:solidFill>
              <a:latin typeface="+mn-ea"/>
            </a:endParaRPr>
          </a:p>
          <a:p>
            <a:pPr marL="342900" indent="-342900">
              <a:lnSpc>
                <a:spcPct val="130000"/>
              </a:lnSpc>
              <a:buFont typeface="+mj-lt"/>
              <a:buAutoNum type="arabicPeriod"/>
            </a:pPr>
            <a:r>
              <a:rPr lang="ja-JP" altLang="en-US" sz="1400">
                <a:solidFill>
                  <a:schemeClr val="tx1"/>
                </a:solidFill>
                <a:latin typeface="+mn-ea"/>
              </a:rPr>
              <a:t>ありたい姿の確定</a:t>
            </a:r>
            <a:r>
              <a:rPr lang="en-US" altLang="ja-JP" sz="1400">
                <a:solidFill>
                  <a:schemeClr val="tx1"/>
                </a:solidFill>
                <a:latin typeface="+mn-ea"/>
              </a:rPr>
              <a:t>+</a:t>
            </a:r>
            <a:r>
              <a:rPr lang="ja-JP" altLang="en-US" sz="1400">
                <a:solidFill>
                  <a:schemeClr val="tx1"/>
                </a:solidFill>
                <a:latin typeface="+mn-ea"/>
              </a:rPr>
              <a:t>サービス構想①</a:t>
            </a:r>
            <a:endParaRPr lang="en-US" altLang="ja-JP" sz="1400">
              <a:solidFill>
                <a:schemeClr val="tx1"/>
              </a:solidFill>
              <a:latin typeface="+mn-ea"/>
            </a:endParaRPr>
          </a:p>
          <a:p>
            <a:pPr marL="342900" indent="-342900">
              <a:lnSpc>
                <a:spcPct val="130000"/>
              </a:lnSpc>
              <a:buFont typeface="+mj-lt"/>
              <a:buAutoNum type="arabicPeriod"/>
            </a:pPr>
            <a:r>
              <a:rPr lang="ja-JP" altLang="en-US" sz="1400">
                <a:solidFill>
                  <a:schemeClr val="tx1"/>
                </a:solidFill>
                <a:latin typeface="+mn-ea"/>
              </a:rPr>
              <a:t>サービス構想②</a:t>
            </a:r>
            <a:endParaRPr lang="en-US" altLang="ja-JP" sz="1400">
              <a:solidFill>
                <a:schemeClr val="tx1"/>
              </a:solidFill>
              <a:latin typeface="+mn-ea"/>
            </a:endParaRPr>
          </a:p>
          <a:p>
            <a:pPr marL="342900" indent="-342900">
              <a:lnSpc>
                <a:spcPct val="130000"/>
              </a:lnSpc>
              <a:buFont typeface="+mj-lt"/>
              <a:buAutoNum type="arabicPeriod"/>
            </a:pPr>
            <a:r>
              <a:rPr lang="ja-JP" altLang="en-US" sz="1400">
                <a:solidFill>
                  <a:schemeClr val="tx1"/>
                </a:solidFill>
                <a:latin typeface="+mn-ea"/>
              </a:rPr>
              <a:t>サービス構想取り纏め</a:t>
            </a:r>
            <a:endParaRPr lang="en-US" altLang="ja-JP" sz="1400">
              <a:solidFill>
                <a:schemeClr val="tx1"/>
              </a:solidFill>
              <a:latin typeface="+mn-ea"/>
            </a:endParaRPr>
          </a:p>
        </p:txBody>
      </p:sp>
      <p:sp>
        <p:nvSpPr>
          <p:cNvPr id="26" name="正方形/長方形 25">
            <a:extLst>
              <a:ext uri="{FF2B5EF4-FFF2-40B4-BE49-F238E27FC236}">
                <a16:creationId xmlns:a16="http://schemas.microsoft.com/office/drawing/2014/main" id="{019AE543-E34B-FFA7-4ECE-95DA6DF1FF66}"/>
              </a:ext>
            </a:extLst>
          </p:cNvPr>
          <p:cNvSpPr/>
          <p:nvPr/>
        </p:nvSpPr>
        <p:spPr>
          <a:xfrm>
            <a:off x="343406" y="3571653"/>
            <a:ext cx="720000" cy="1440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t>想定</a:t>
            </a:r>
            <a:br>
              <a:rPr lang="en-US" altLang="ja-JP" sz="1400"/>
            </a:br>
            <a:r>
              <a:rPr lang="ja-JP" altLang="en-US" sz="1400"/>
              <a:t>ワーク</a:t>
            </a:r>
            <a:endParaRPr kumimoji="1" lang="ja-JP" altLang="en-US" sz="1400"/>
          </a:p>
        </p:txBody>
      </p:sp>
      <p:sp>
        <p:nvSpPr>
          <p:cNvPr id="27" name="正方形/長方形 26">
            <a:extLst>
              <a:ext uri="{FF2B5EF4-FFF2-40B4-BE49-F238E27FC236}">
                <a16:creationId xmlns:a16="http://schemas.microsoft.com/office/drawing/2014/main" id="{2A5DC8E9-190A-5470-D91F-0C5EE15AA73A}"/>
              </a:ext>
            </a:extLst>
          </p:cNvPr>
          <p:cNvSpPr/>
          <p:nvPr/>
        </p:nvSpPr>
        <p:spPr>
          <a:xfrm>
            <a:off x="4732808" y="3553939"/>
            <a:ext cx="3528000" cy="144000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342900" indent="-342900">
              <a:lnSpc>
                <a:spcPct val="130000"/>
              </a:lnSpc>
              <a:buFont typeface="+mj-lt"/>
              <a:buAutoNum type="arabicPeriod"/>
            </a:pPr>
            <a:r>
              <a:rPr lang="ja-JP" altLang="en-US" sz="1400">
                <a:solidFill>
                  <a:schemeClr val="tx1"/>
                </a:solidFill>
                <a:latin typeface="+mn-ea"/>
              </a:rPr>
              <a:t>実現性の検証①</a:t>
            </a:r>
            <a:endParaRPr lang="en-US" altLang="ja-JP" sz="1400">
              <a:solidFill>
                <a:schemeClr val="tx1"/>
              </a:solidFill>
              <a:latin typeface="+mn-ea"/>
            </a:endParaRPr>
          </a:p>
          <a:p>
            <a:pPr marL="342900" indent="-342900">
              <a:lnSpc>
                <a:spcPct val="130000"/>
              </a:lnSpc>
              <a:buFont typeface="+mj-lt"/>
              <a:buAutoNum type="arabicPeriod"/>
            </a:pPr>
            <a:r>
              <a:rPr lang="ja-JP" altLang="en-US" sz="1400">
                <a:solidFill>
                  <a:schemeClr val="tx1"/>
                </a:solidFill>
                <a:latin typeface="+mn-ea"/>
              </a:rPr>
              <a:t>実現性の検証②</a:t>
            </a:r>
            <a:endParaRPr lang="en-US" altLang="ja-JP" sz="1400">
              <a:solidFill>
                <a:schemeClr val="tx1"/>
              </a:solidFill>
              <a:latin typeface="+mn-ea"/>
            </a:endParaRPr>
          </a:p>
          <a:p>
            <a:pPr marL="342900" indent="-342900">
              <a:lnSpc>
                <a:spcPct val="130000"/>
              </a:lnSpc>
              <a:buFont typeface="+mj-lt"/>
              <a:buAutoNum type="arabicPeriod"/>
            </a:pPr>
            <a:r>
              <a:rPr lang="ja-JP" altLang="en-US" sz="1400">
                <a:solidFill>
                  <a:schemeClr val="tx1"/>
                </a:solidFill>
                <a:latin typeface="+mn-ea"/>
              </a:rPr>
              <a:t>持続可能性の検証②</a:t>
            </a:r>
            <a:endParaRPr lang="en-US" altLang="ja-JP" sz="1400">
              <a:solidFill>
                <a:schemeClr val="tx1"/>
              </a:solidFill>
              <a:latin typeface="+mn-ea"/>
            </a:endParaRPr>
          </a:p>
          <a:p>
            <a:pPr marL="342900" indent="-342900">
              <a:lnSpc>
                <a:spcPct val="130000"/>
              </a:lnSpc>
              <a:buFont typeface="+mj-lt"/>
              <a:buAutoNum type="arabicPeriod"/>
            </a:pPr>
            <a:r>
              <a:rPr lang="ja-JP" altLang="en-US" sz="1400">
                <a:solidFill>
                  <a:schemeClr val="tx1"/>
                </a:solidFill>
                <a:latin typeface="+mn-ea"/>
              </a:rPr>
              <a:t>持続可能性の検証④</a:t>
            </a:r>
          </a:p>
        </p:txBody>
      </p:sp>
      <p:sp>
        <p:nvSpPr>
          <p:cNvPr id="28" name="正方形/長方形 27">
            <a:extLst>
              <a:ext uri="{FF2B5EF4-FFF2-40B4-BE49-F238E27FC236}">
                <a16:creationId xmlns:a16="http://schemas.microsoft.com/office/drawing/2014/main" id="{BD056317-1D33-CC8A-83F7-944328B21BE0}"/>
              </a:ext>
            </a:extLst>
          </p:cNvPr>
          <p:cNvSpPr/>
          <p:nvPr/>
        </p:nvSpPr>
        <p:spPr>
          <a:xfrm>
            <a:off x="8331509" y="3553939"/>
            <a:ext cx="3528000" cy="144000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342900" indent="-342900">
              <a:lnSpc>
                <a:spcPct val="130000"/>
              </a:lnSpc>
              <a:buFont typeface="+mj-lt"/>
              <a:buAutoNum type="arabicPeriod"/>
            </a:pPr>
            <a:r>
              <a:rPr lang="en-US" altLang="ja-JP" sz="1400">
                <a:solidFill>
                  <a:schemeClr val="tx1"/>
                </a:solidFill>
                <a:latin typeface="+mn-ea"/>
              </a:rPr>
              <a:t>PoC</a:t>
            </a:r>
            <a:r>
              <a:rPr lang="ja-JP" altLang="en-US" sz="1400">
                <a:solidFill>
                  <a:schemeClr val="tx1"/>
                </a:solidFill>
                <a:latin typeface="+mn-ea"/>
              </a:rPr>
              <a:t>計画詳細化</a:t>
            </a:r>
            <a:r>
              <a:rPr lang="en-US" altLang="ja-JP" sz="1400">
                <a:solidFill>
                  <a:schemeClr val="tx1"/>
                </a:solidFill>
                <a:latin typeface="+mn-ea"/>
              </a:rPr>
              <a:t>(WG10~)</a:t>
            </a:r>
          </a:p>
          <a:p>
            <a:pPr marL="342900" indent="-342900">
              <a:lnSpc>
                <a:spcPct val="130000"/>
              </a:lnSpc>
              <a:buFont typeface="+mj-lt"/>
              <a:buAutoNum type="arabicPeriod"/>
            </a:pPr>
            <a:r>
              <a:rPr lang="en-US" altLang="ja-JP" sz="1400">
                <a:solidFill>
                  <a:schemeClr val="tx1"/>
                </a:solidFill>
                <a:latin typeface="+mn-ea"/>
              </a:rPr>
              <a:t>PoC</a:t>
            </a:r>
            <a:r>
              <a:rPr lang="ja-JP" altLang="en-US" sz="1400">
                <a:solidFill>
                  <a:schemeClr val="tx1"/>
                </a:solidFill>
                <a:latin typeface="+mn-ea"/>
              </a:rPr>
              <a:t>実行準備・調整</a:t>
            </a:r>
            <a:r>
              <a:rPr lang="en-US" altLang="ja-JP" sz="1400">
                <a:solidFill>
                  <a:schemeClr val="tx1"/>
                </a:solidFill>
                <a:latin typeface="+mn-ea"/>
              </a:rPr>
              <a:t>(WG11~)</a:t>
            </a:r>
          </a:p>
          <a:p>
            <a:pPr marL="342900" indent="-342900">
              <a:lnSpc>
                <a:spcPct val="130000"/>
              </a:lnSpc>
              <a:buFont typeface="+mj-lt"/>
              <a:buAutoNum type="arabicPeriod"/>
            </a:pPr>
            <a:r>
              <a:rPr lang="ja-JP" altLang="en-US" sz="1400">
                <a:solidFill>
                  <a:schemeClr val="tx1"/>
                </a:solidFill>
                <a:latin typeface="+mn-ea"/>
              </a:rPr>
              <a:t>最終報告</a:t>
            </a:r>
            <a:r>
              <a:rPr lang="en-US" altLang="ja-JP" sz="1400">
                <a:solidFill>
                  <a:schemeClr val="tx1"/>
                </a:solidFill>
                <a:latin typeface="+mn-ea"/>
              </a:rPr>
              <a:t>(WG13~)</a:t>
            </a:r>
          </a:p>
          <a:p>
            <a:pPr marL="342900" indent="-342900">
              <a:lnSpc>
                <a:spcPct val="130000"/>
              </a:lnSpc>
              <a:buFont typeface="+mj-lt"/>
              <a:buAutoNum type="arabicPeriod"/>
            </a:pPr>
            <a:r>
              <a:rPr lang="en-US" altLang="ja-JP" sz="1400">
                <a:solidFill>
                  <a:schemeClr val="tx1"/>
                </a:solidFill>
                <a:latin typeface="+mn-ea"/>
              </a:rPr>
              <a:t>PoC</a:t>
            </a:r>
            <a:r>
              <a:rPr lang="ja-JP" altLang="en-US" sz="1400">
                <a:solidFill>
                  <a:schemeClr val="tx1"/>
                </a:solidFill>
                <a:latin typeface="+mn-ea"/>
              </a:rPr>
              <a:t>実行フェーズ移行</a:t>
            </a:r>
            <a:endParaRPr lang="en-US" altLang="ja-JP" sz="1400">
              <a:solidFill>
                <a:schemeClr val="tx1"/>
              </a:solidFill>
              <a:latin typeface="+mn-ea"/>
            </a:endParaRPr>
          </a:p>
          <a:p>
            <a:pPr marL="342900" indent="-342900">
              <a:lnSpc>
                <a:spcPct val="130000"/>
              </a:lnSpc>
              <a:buFont typeface="+mj-lt"/>
              <a:buAutoNum type="arabicPeriod"/>
            </a:pPr>
            <a:endParaRPr lang="en-US" altLang="ja-JP" sz="1400">
              <a:solidFill>
                <a:schemeClr val="tx1"/>
              </a:solidFill>
              <a:latin typeface="+mn-ea"/>
            </a:endParaRPr>
          </a:p>
        </p:txBody>
      </p:sp>
      <p:sp>
        <p:nvSpPr>
          <p:cNvPr id="34" name="正方形/長方形 33">
            <a:extLst>
              <a:ext uri="{FF2B5EF4-FFF2-40B4-BE49-F238E27FC236}">
                <a16:creationId xmlns:a16="http://schemas.microsoft.com/office/drawing/2014/main" id="{51F5BA71-677F-ED82-A098-E43F316AAE9F}"/>
              </a:ext>
            </a:extLst>
          </p:cNvPr>
          <p:cNvSpPr/>
          <p:nvPr/>
        </p:nvSpPr>
        <p:spPr>
          <a:xfrm>
            <a:off x="1134107" y="5069395"/>
            <a:ext cx="3528000" cy="1227887"/>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285750" indent="-285750">
              <a:lnSpc>
                <a:spcPct val="130000"/>
              </a:lnSpc>
              <a:buFont typeface="Arial" panose="020B0604020202020204" pitchFamily="34" charset="0"/>
              <a:buChar char="•"/>
            </a:pPr>
            <a:r>
              <a:rPr lang="ja-JP" altLang="en-US" sz="1400">
                <a:solidFill>
                  <a:schemeClr val="tx1"/>
                </a:solidFill>
                <a:latin typeface="+mn-ea"/>
              </a:rPr>
              <a:t>毎週実施が</a:t>
            </a:r>
            <a:r>
              <a:rPr lang="en-US" altLang="ja-JP" sz="1400">
                <a:solidFill>
                  <a:schemeClr val="tx1"/>
                </a:solidFill>
                <a:latin typeface="+mn-ea"/>
              </a:rPr>
              <a:t>or</a:t>
            </a:r>
            <a:r>
              <a:rPr lang="ja-JP" altLang="en-US" sz="1400">
                <a:solidFill>
                  <a:schemeClr val="tx1"/>
                </a:solidFill>
                <a:latin typeface="+mn-ea"/>
              </a:rPr>
              <a:t>隔週程度での集中討議か</a:t>
            </a:r>
            <a:br>
              <a:rPr lang="en-US" altLang="ja-JP" sz="1400">
                <a:solidFill>
                  <a:schemeClr val="tx1"/>
                </a:solidFill>
                <a:latin typeface="+mn-ea"/>
              </a:rPr>
            </a:br>
            <a:r>
              <a:rPr lang="ja-JP" altLang="en-US" sz="1400">
                <a:solidFill>
                  <a:schemeClr val="tx1"/>
                </a:solidFill>
                <a:latin typeface="+mn-ea"/>
              </a:rPr>
              <a:t>要検討</a:t>
            </a:r>
            <a:endParaRPr lang="en-US" altLang="ja-JP" sz="1400">
              <a:solidFill>
                <a:schemeClr val="tx1"/>
              </a:solidFill>
              <a:latin typeface="+mn-ea"/>
            </a:endParaRPr>
          </a:p>
          <a:p>
            <a:pPr marL="285750" indent="-285750">
              <a:lnSpc>
                <a:spcPct val="130000"/>
              </a:lnSpc>
              <a:buFont typeface="Arial" panose="020B0604020202020204" pitchFamily="34" charset="0"/>
              <a:buChar char="•"/>
            </a:pPr>
            <a:r>
              <a:rPr lang="ja-JP" altLang="en-US" sz="1400">
                <a:solidFill>
                  <a:schemeClr val="tx1"/>
                </a:solidFill>
                <a:latin typeface="+mn-ea"/>
              </a:rPr>
              <a:t>アイディアの掛け合わせを一度にするか段階的にするか要検討</a:t>
            </a:r>
            <a:endParaRPr lang="en-US" altLang="ja-JP" sz="1400">
              <a:solidFill>
                <a:schemeClr val="tx1"/>
              </a:solidFill>
              <a:latin typeface="+mn-ea"/>
            </a:endParaRPr>
          </a:p>
        </p:txBody>
      </p:sp>
      <p:sp>
        <p:nvSpPr>
          <p:cNvPr id="35" name="正方形/長方形 34">
            <a:extLst>
              <a:ext uri="{FF2B5EF4-FFF2-40B4-BE49-F238E27FC236}">
                <a16:creationId xmlns:a16="http://schemas.microsoft.com/office/drawing/2014/main" id="{27F2D2FC-2835-DA0C-1C11-306760D3F896}"/>
              </a:ext>
            </a:extLst>
          </p:cNvPr>
          <p:cNvSpPr/>
          <p:nvPr/>
        </p:nvSpPr>
        <p:spPr>
          <a:xfrm>
            <a:off x="343406" y="5069395"/>
            <a:ext cx="720000" cy="122788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a:t>備考</a:t>
            </a:r>
            <a:endParaRPr kumimoji="1" lang="ja-JP" altLang="en-US" sz="1400"/>
          </a:p>
        </p:txBody>
      </p:sp>
      <p:sp>
        <p:nvSpPr>
          <p:cNvPr id="36" name="正方形/長方形 35">
            <a:extLst>
              <a:ext uri="{FF2B5EF4-FFF2-40B4-BE49-F238E27FC236}">
                <a16:creationId xmlns:a16="http://schemas.microsoft.com/office/drawing/2014/main" id="{31C9D553-90F8-932F-4003-A039263BC35D}"/>
              </a:ext>
            </a:extLst>
          </p:cNvPr>
          <p:cNvSpPr/>
          <p:nvPr/>
        </p:nvSpPr>
        <p:spPr>
          <a:xfrm>
            <a:off x="4732808" y="5069395"/>
            <a:ext cx="3528000" cy="1227887"/>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285750" indent="-285750">
              <a:lnSpc>
                <a:spcPct val="130000"/>
              </a:lnSpc>
              <a:buFont typeface="Arial" panose="020B0604020202020204" pitchFamily="34" charset="0"/>
              <a:buChar char="•"/>
            </a:pPr>
            <a:r>
              <a:rPr lang="ja-JP" altLang="en-US" sz="1400">
                <a:solidFill>
                  <a:schemeClr val="tx1"/>
                </a:solidFill>
                <a:latin typeface="+mn-ea"/>
              </a:rPr>
              <a:t>②の受容性の検証は、</a:t>
            </a:r>
            <a:r>
              <a:rPr lang="en-US" altLang="ja-JP" sz="1400">
                <a:solidFill>
                  <a:schemeClr val="tx1"/>
                </a:solidFill>
                <a:latin typeface="+mn-ea"/>
              </a:rPr>
              <a:t>WG</a:t>
            </a:r>
            <a:r>
              <a:rPr lang="ja-JP" altLang="en-US" sz="1400">
                <a:solidFill>
                  <a:schemeClr val="tx1"/>
                </a:solidFill>
                <a:latin typeface="+mn-ea"/>
              </a:rPr>
              <a:t>ではなく、</a:t>
            </a:r>
            <a:br>
              <a:rPr lang="en-US" altLang="ja-JP" sz="1400">
                <a:solidFill>
                  <a:schemeClr val="tx1"/>
                </a:solidFill>
                <a:latin typeface="+mn-ea"/>
              </a:rPr>
            </a:br>
            <a:r>
              <a:rPr lang="ja-JP" altLang="en-US" sz="1400">
                <a:solidFill>
                  <a:schemeClr val="tx1"/>
                </a:solidFill>
                <a:latin typeface="+mn-ea"/>
              </a:rPr>
              <a:t>事務局にて対応</a:t>
            </a:r>
          </a:p>
        </p:txBody>
      </p:sp>
      <p:sp>
        <p:nvSpPr>
          <p:cNvPr id="37" name="正方形/長方形 36">
            <a:extLst>
              <a:ext uri="{FF2B5EF4-FFF2-40B4-BE49-F238E27FC236}">
                <a16:creationId xmlns:a16="http://schemas.microsoft.com/office/drawing/2014/main" id="{1A502595-3E98-D828-68F3-7BFBA4B988FC}"/>
              </a:ext>
            </a:extLst>
          </p:cNvPr>
          <p:cNvSpPr/>
          <p:nvPr/>
        </p:nvSpPr>
        <p:spPr>
          <a:xfrm>
            <a:off x="8331509" y="5069395"/>
            <a:ext cx="3528000" cy="1227887"/>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285750" indent="-285750">
              <a:lnSpc>
                <a:spcPct val="130000"/>
              </a:lnSpc>
              <a:buFont typeface="Arial" panose="020B0604020202020204" pitchFamily="34" charset="0"/>
              <a:buChar char="•"/>
            </a:pPr>
            <a:r>
              <a:rPr lang="en-US" altLang="ja-JP" sz="1400">
                <a:solidFill>
                  <a:schemeClr val="tx1"/>
                </a:solidFill>
                <a:latin typeface="+mn-ea"/>
              </a:rPr>
              <a:t>2</a:t>
            </a:r>
            <a:r>
              <a:rPr lang="ja-JP" altLang="en-US" sz="1400">
                <a:solidFill>
                  <a:schemeClr val="tx1"/>
                </a:solidFill>
                <a:latin typeface="+mn-ea"/>
              </a:rPr>
              <a:t>月末には社内調整開始</a:t>
            </a:r>
            <a:endParaRPr lang="en-US" altLang="ja-JP" sz="1400">
              <a:solidFill>
                <a:schemeClr val="tx1"/>
              </a:solidFill>
              <a:latin typeface="+mn-ea"/>
            </a:endParaRPr>
          </a:p>
        </p:txBody>
      </p:sp>
      <p:sp>
        <p:nvSpPr>
          <p:cNvPr id="2" name="矢印: 五方向 1">
            <a:extLst>
              <a:ext uri="{FF2B5EF4-FFF2-40B4-BE49-F238E27FC236}">
                <a16:creationId xmlns:a16="http://schemas.microsoft.com/office/drawing/2014/main" id="{510E609B-19BD-515F-B1D8-E00C8ABB8663}"/>
              </a:ext>
            </a:extLst>
          </p:cNvPr>
          <p:cNvSpPr/>
          <p:nvPr/>
        </p:nvSpPr>
        <p:spPr>
          <a:xfrm>
            <a:off x="4732808" y="1778427"/>
            <a:ext cx="3528000" cy="540000"/>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a:t>③</a:t>
            </a:r>
            <a:r>
              <a:rPr kumimoji="1" lang="ja-JP" altLang="en-US" sz="1400"/>
              <a:t>検証（受容性・実現性・持続可能性）</a:t>
            </a:r>
          </a:p>
        </p:txBody>
      </p:sp>
      <p:sp>
        <p:nvSpPr>
          <p:cNvPr id="14" name="正方形/長方形 13">
            <a:extLst>
              <a:ext uri="{FF2B5EF4-FFF2-40B4-BE49-F238E27FC236}">
                <a16:creationId xmlns:a16="http://schemas.microsoft.com/office/drawing/2014/main" id="{3B8D5ECE-3E94-17A0-FA83-49B5A6B72171}"/>
              </a:ext>
            </a:extLst>
          </p:cNvPr>
          <p:cNvSpPr/>
          <p:nvPr/>
        </p:nvSpPr>
        <p:spPr>
          <a:xfrm>
            <a:off x="343406" y="2376169"/>
            <a:ext cx="720000" cy="540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t>マイルストン</a:t>
            </a:r>
          </a:p>
        </p:txBody>
      </p:sp>
      <p:grpSp>
        <p:nvGrpSpPr>
          <p:cNvPr id="17" name="グループ化 16">
            <a:extLst>
              <a:ext uri="{FF2B5EF4-FFF2-40B4-BE49-F238E27FC236}">
                <a16:creationId xmlns:a16="http://schemas.microsoft.com/office/drawing/2014/main" id="{F6358B1A-3DB2-7618-283C-2A999A36FACE}"/>
              </a:ext>
            </a:extLst>
          </p:cNvPr>
          <p:cNvGrpSpPr/>
          <p:nvPr/>
        </p:nvGrpSpPr>
        <p:grpSpPr>
          <a:xfrm>
            <a:off x="3707458" y="2399854"/>
            <a:ext cx="1980000" cy="418898"/>
            <a:chOff x="3797457" y="2399854"/>
            <a:chExt cx="1980000" cy="418898"/>
          </a:xfrm>
        </p:grpSpPr>
        <p:sp>
          <p:nvSpPr>
            <p:cNvPr id="15" name="二等辺三角形 14">
              <a:extLst>
                <a:ext uri="{FF2B5EF4-FFF2-40B4-BE49-F238E27FC236}">
                  <a16:creationId xmlns:a16="http://schemas.microsoft.com/office/drawing/2014/main" id="{80BA97D7-E8DA-0B8D-8D0E-29717E745625}"/>
                </a:ext>
              </a:extLst>
            </p:cNvPr>
            <p:cNvSpPr/>
            <p:nvPr/>
          </p:nvSpPr>
          <p:spPr>
            <a:xfrm rot="10800000">
              <a:off x="4697457" y="2638752"/>
              <a:ext cx="180000" cy="180000"/>
            </a:xfrm>
            <a:prstGeom prst="triangl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989B0F3A-E708-ABC6-70F8-4A08251AE57B}"/>
                </a:ext>
              </a:extLst>
            </p:cNvPr>
            <p:cNvSpPr/>
            <p:nvPr/>
          </p:nvSpPr>
          <p:spPr>
            <a:xfrm>
              <a:off x="3797457" y="2399854"/>
              <a:ext cx="1980000" cy="180001"/>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nSpc>
                  <a:spcPct val="130000"/>
                </a:lnSpc>
              </a:pPr>
              <a:r>
                <a:rPr lang="ja-JP" altLang="en-US" sz="1400">
                  <a:solidFill>
                    <a:schemeClr val="tx1"/>
                  </a:solidFill>
                  <a:latin typeface="+mn-ea"/>
                </a:rPr>
                <a:t>マネジメントへの報告</a:t>
              </a:r>
              <a:endParaRPr lang="en-US" altLang="ja-JP" sz="1400">
                <a:solidFill>
                  <a:schemeClr val="tx1"/>
                </a:solidFill>
                <a:latin typeface="+mn-ea"/>
              </a:endParaRPr>
            </a:p>
          </p:txBody>
        </p:sp>
      </p:grpSp>
      <p:grpSp>
        <p:nvGrpSpPr>
          <p:cNvPr id="18" name="グループ化 17">
            <a:extLst>
              <a:ext uri="{FF2B5EF4-FFF2-40B4-BE49-F238E27FC236}">
                <a16:creationId xmlns:a16="http://schemas.microsoft.com/office/drawing/2014/main" id="{CAF0503B-1888-EE61-24E6-347DFC301668}"/>
              </a:ext>
            </a:extLst>
          </p:cNvPr>
          <p:cNvGrpSpPr/>
          <p:nvPr/>
        </p:nvGrpSpPr>
        <p:grpSpPr>
          <a:xfrm>
            <a:off x="7306159" y="2399854"/>
            <a:ext cx="1980000" cy="418898"/>
            <a:chOff x="3797457" y="2399854"/>
            <a:chExt cx="1980000" cy="418898"/>
          </a:xfrm>
        </p:grpSpPr>
        <p:sp>
          <p:nvSpPr>
            <p:cNvPr id="21" name="二等辺三角形 20">
              <a:extLst>
                <a:ext uri="{FF2B5EF4-FFF2-40B4-BE49-F238E27FC236}">
                  <a16:creationId xmlns:a16="http://schemas.microsoft.com/office/drawing/2014/main" id="{490993D2-C747-78D4-DFCE-E9A4A00E0856}"/>
                </a:ext>
              </a:extLst>
            </p:cNvPr>
            <p:cNvSpPr/>
            <p:nvPr/>
          </p:nvSpPr>
          <p:spPr>
            <a:xfrm rot="10800000">
              <a:off x="4697457" y="2638752"/>
              <a:ext cx="180000" cy="180000"/>
            </a:xfrm>
            <a:prstGeom prst="triangl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6FCA23EB-6637-E33A-3720-34BE963C09EA}"/>
                </a:ext>
              </a:extLst>
            </p:cNvPr>
            <p:cNvSpPr/>
            <p:nvPr/>
          </p:nvSpPr>
          <p:spPr>
            <a:xfrm>
              <a:off x="3797457" y="2399854"/>
              <a:ext cx="1980000" cy="180001"/>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nSpc>
                  <a:spcPct val="130000"/>
                </a:lnSpc>
              </a:pPr>
              <a:r>
                <a:rPr lang="ja-JP" altLang="en-US" sz="1400">
                  <a:solidFill>
                    <a:schemeClr val="tx1"/>
                  </a:solidFill>
                  <a:latin typeface="+mn-ea"/>
                </a:rPr>
                <a:t>マネジメントへの報告</a:t>
              </a:r>
              <a:endParaRPr lang="en-US" altLang="ja-JP" sz="1400">
                <a:solidFill>
                  <a:schemeClr val="tx1"/>
                </a:solidFill>
                <a:latin typeface="+mn-ea"/>
              </a:endParaRPr>
            </a:p>
          </p:txBody>
        </p:sp>
      </p:grpSp>
      <p:sp>
        <p:nvSpPr>
          <p:cNvPr id="5" name="Clients">
            <a:extLst>
              <a:ext uri="{FF2B5EF4-FFF2-40B4-BE49-F238E27FC236}">
                <a16:creationId xmlns:a16="http://schemas.microsoft.com/office/drawing/2014/main" id="{54AC2854-7095-DF95-60E8-8A298F26B9AA}"/>
              </a:ext>
            </a:extLst>
          </p:cNvPr>
          <p:cNvSpPr/>
          <p:nvPr/>
        </p:nvSpPr>
        <p:spPr>
          <a:xfrm>
            <a:off x="8975725" y="127000"/>
            <a:ext cx="2881313" cy="571500"/>
          </a:xfrm>
          <a:prstGeom prst="rect">
            <a:avLst/>
          </a:prstGeom>
          <a:solidFill>
            <a:srgbClr val="AED0DB"/>
          </a:solidFill>
          <a:ln w="12700" cap="flat" cmpd="sng" algn="ctr">
            <a:noFill/>
            <a:prstDash val="solid"/>
            <a:miter lim="800000"/>
          </a:ln>
          <a:effectLst>
            <a:prstShdw prst="shdw6" dist="35921" dir="2699995">
              <a:scrgbClr r="0" g="0" b="0"/>
            </a:prstShdw>
          </a:effectLst>
          <a:extLst>
            <a:ext uri="{91240B29-F687-4F45-9708-019B960494DF}">
              <a14:hiddenLine xmlns:a14="http://schemas.microsoft.com/office/drawing/2010/main" w="12700" cap="flat" cmpd="sng" algn="ctr">
                <a:solidFill>
                  <a:schemeClr val="accent1"/>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kumimoji="1" lang="en-US" altLang="ja-JP" sz="1200">
                <a:solidFill>
                  <a:srgbClr val="000000"/>
                </a:solidFill>
              </a:rPr>
              <a:t>12/8</a:t>
            </a:r>
            <a:r>
              <a:rPr kumimoji="1" lang="ja-JP" altLang="en-US" sz="1200">
                <a:solidFill>
                  <a:srgbClr val="000000"/>
                </a:solidFill>
              </a:rPr>
              <a:t>（月）の</a:t>
            </a:r>
            <a:r>
              <a:rPr kumimoji="1" lang="en-US" altLang="ja-JP" sz="1200">
                <a:solidFill>
                  <a:srgbClr val="000000"/>
                </a:solidFill>
              </a:rPr>
              <a:t>WG MTG</a:t>
            </a:r>
            <a:r>
              <a:rPr kumimoji="1" lang="ja-JP" altLang="en-US" sz="1200">
                <a:solidFill>
                  <a:srgbClr val="000000"/>
                </a:solidFill>
              </a:rPr>
              <a:t>の資料</a:t>
            </a:r>
          </a:p>
        </p:txBody>
      </p:sp>
    </p:spTree>
    <p:extLst>
      <p:ext uri="{BB962C8B-B14F-4D97-AF65-F5344CB8AC3E}">
        <p14:creationId xmlns:p14="http://schemas.microsoft.com/office/powerpoint/2010/main" val="5880916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A84A7-2A92-9DCE-6EAD-E041681FACB6}"/>
            </a:ext>
          </a:extLst>
        </p:cNvPr>
        <p:cNvGrpSpPr/>
        <p:nvPr/>
      </p:nvGrpSpPr>
      <p:grpSpPr>
        <a:xfrm>
          <a:off x="0" y="0"/>
          <a:ext cx="0" cy="0"/>
          <a:chOff x="0" y="0"/>
          <a:chExt cx="0" cy="0"/>
        </a:xfrm>
      </p:grpSpPr>
      <p:graphicFrame>
        <p:nvGraphicFramePr>
          <p:cNvPr id="70" name="think-cell data - do not delete" hidden="1">
            <a:extLst>
              <a:ext uri="{FF2B5EF4-FFF2-40B4-BE49-F238E27FC236}">
                <a16:creationId xmlns:a16="http://schemas.microsoft.com/office/drawing/2014/main" id="{63DD4C2A-43CD-0A53-5C78-74B62FEA53C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98" imgH="405" progId="TCLayout.ActiveDocument.1">
                  <p:embed/>
                </p:oleObj>
              </mc:Choice>
              <mc:Fallback>
                <p:oleObj name="think-cellスライド" r:id="rId3" imgW="398" imgH="405" progId="TCLayout.ActiveDocument.1">
                  <p:embed/>
                  <p:pic>
                    <p:nvPicPr>
                      <p:cNvPr id="70" name="think-cell data - do not delete" hidden="1">
                        <a:extLst>
                          <a:ext uri="{FF2B5EF4-FFF2-40B4-BE49-F238E27FC236}">
                            <a16:creationId xmlns:a16="http://schemas.microsoft.com/office/drawing/2014/main" id="{63DD4C2A-43CD-0A53-5C78-74B62FEA53C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テキスト プレースホルダー 2">
            <a:extLst>
              <a:ext uri="{FF2B5EF4-FFF2-40B4-BE49-F238E27FC236}">
                <a16:creationId xmlns:a16="http://schemas.microsoft.com/office/drawing/2014/main" id="{3CD94D53-3AF0-A160-6CB3-3F8CAAB99FEE}"/>
              </a:ext>
            </a:extLst>
          </p:cNvPr>
          <p:cNvSpPr>
            <a:spLocks noGrp="1"/>
          </p:cNvSpPr>
          <p:nvPr>
            <p:ph type="body" sz="quarter" idx="12"/>
          </p:nvPr>
        </p:nvSpPr>
        <p:spPr/>
        <p:txBody>
          <a:bodyPr/>
          <a:lstStyle/>
          <a:p>
            <a:r>
              <a:rPr lang="ja-JP" altLang="en-US">
                <a:latin typeface="Arial" panose="020B0604020202020204" pitchFamily="34" charset="0"/>
                <a:ea typeface="メイリオ" panose="020B0604030504040204" pitchFamily="50" charset="-128"/>
              </a:rPr>
              <a:t>連続的な成長は、主に生活ソリューションのユーザーの数の増加であり、非連続な成長は、モビリティのユーザーの獲得と機能としての他事業への貢献の</a:t>
            </a:r>
            <a:r>
              <a:rPr lang="en-US" altLang="ja-JP">
                <a:latin typeface="Arial" panose="020B0604020202020204" pitchFamily="34" charset="0"/>
                <a:ea typeface="メイリオ" panose="020B0604030504040204" pitchFamily="50" charset="-128"/>
              </a:rPr>
              <a:t>2</a:t>
            </a:r>
            <a:r>
              <a:rPr lang="ja-JP" altLang="en-US">
                <a:latin typeface="Arial" panose="020B0604020202020204" pitchFamily="34" charset="0"/>
                <a:ea typeface="メイリオ" panose="020B0604030504040204" pitchFamily="50" charset="-128"/>
              </a:rPr>
              <a:t>つがある</a:t>
            </a:r>
            <a:endParaRPr kumimoji="1" lang="ja-JP" altLang="en-US">
              <a:latin typeface="Arial" panose="020B0604020202020204" pitchFamily="34" charset="0"/>
              <a:ea typeface="メイリオ" panose="020B0604030504040204" pitchFamily="50" charset="-128"/>
            </a:endParaRPr>
          </a:p>
        </p:txBody>
      </p:sp>
      <p:sp>
        <p:nvSpPr>
          <p:cNvPr id="4" name="テキスト プレースホルダー 3">
            <a:extLst>
              <a:ext uri="{FF2B5EF4-FFF2-40B4-BE49-F238E27FC236}">
                <a16:creationId xmlns:a16="http://schemas.microsoft.com/office/drawing/2014/main" id="{343E59F9-6C3B-7B16-1BD6-7446CE9C6921}"/>
              </a:ext>
            </a:extLst>
          </p:cNvPr>
          <p:cNvSpPr>
            <a:spLocks noGrp="1"/>
          </p:cNvSpPr>
          <p:nvPr>
            <p:ph type="body" sz="quarter" idx="10"/>
          </p:nvPr>
        </p:nvSpPr>
        <p:spPr/>
        <p:txBody>
          <a:bodyPr/>
          <a:lstStyle/>
          <a:p>
            <a:r>
              <a:rPr lang="en-US" altLang="ja-JP">
                <a:solidFill>
                  <a:schemeClr val="tx1"/>
                </a:solidFill>
                <a:latin typeface="Arial" panose="020B0604020202020204" pitchFamily="34" charset="0"/>
                <a:ea typeface="メイリオ" panose="020B0604030504040204" pitchFamily="50" charset="-128"/>
              </a:rPr>
              <a:t>04_JRE MALL</a:t>
            </a:r>
            <a:r>
              <a:rPr lang="ja-JP" altLang="en-US">
                <a:solidFill>
                  <a:schemeClr val="tx1"/>
                </a:solidFill>
                <a:latin typeface="Arial" panose="020B0604020202020204" pitchFamily="34" charset="0"/>
                <a:ea typeface="メイリオ" panose="020B0604030504040204" pitchFamily="50" charset="-128"/>
              </a:rPr>
              <a:t>の連続・非連続の成長イメージ（参考）</a:t>
            </a:r>
            <a:endParaRPr kumimoji="1" lang="ja-JP" altLang="en-US">
              <a:solidFill>
                <a:schemeClr val="tx1"/>
              </a:solidFill>
              <a:latin typeface="Arial" panose="020B0604020202020204" pitchFamily="34" charset="0"/>
              <a:ea typeface="メイリオ" panose="020B0604030504040204" pitchFamily="50" charset="-128"/>
            </a:endParaRPr>
          </a:p>
        </p:txBody>
      </p:sp>
      <p:sp>
        <p:nvSpPr>
          <p:cNvPr id="13" name="正方形/長方形 12">
            <a:extLst>
              <a:ext uri="{FF2B5EF4-FFF2-40B4-BE49-F238E27FC236}">
                <a16:creationId xmlns:a16="http://schemas.microsoft.com/office/drawing/2014/main" id="{6C0ABF16-2805-8821-7C9A-61B065D52E23}"/>
              </a:ext>
            </a:extLst>
          </p:cNvPr>
          <p:cNvSpPr/>
          <p:nvPr/>
        </p:nvSpPr>
        <p:spPr>
          <a:xfrm>
            <a:off x="2588135" y="2228964"/>
            <a:ext cx="3960000" cy="360000"/>
          </a:xfrm>
          <a:prstGeom prst="rect">
            <a:avLst/>
          </a:prstGeom>
          <a:noFill/>
          <a:ln w="190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spAutoFit/>
          </a:bodyPr>
          <a:lstStyle/>
          <a:p>
            <a:pPr algn="ctr"/>
            <a:r>
              <a:rPr kumimoji="1" lang="ja-JP" altLang="en-US" sz="1400" b="1" u="sng">
                <a:solidFill>
                  <a:srgbClr val="000000"/>
                </a:solidFill>
                <a:latin typeface="Arial" panose="020B0604020202020204" pitchFamily="34" charset="0"/>
                <a:ea typeface="メイリオ" panose="020B0604030504040204" pitchFamily="50" charset="-128"/>
              </a:rPr>
              <a:t>モビリティ：ユーザー</a:t>
            </a:r>
          </a:p>
        </p:txBody>
      </p:sp>
      <p:sp>
        <p:nvSpPr>
          <p:cNvPr id="14" name="正方形/長方形 13">
            <a:extLst>
              <a:ext uri="{FF2B5EF4-FFF2-40B4-BE49-F238E27FC236}">
                <a16:creationId xmlns:a16="http://schemas.microsoft.com/office/drawing/2014/main" id="{5581BD06-4140-0BF1-514F-074E44C6C07D}"/>
              </a:ext>
            </a:extLst>
          </p:cNvPr>
          <p:cNvSpPr/>
          <p:nvPr/>
        </p:nvSpPr>
        <p:spPr>
          <a:xfrm>
            <a:off x="7628135" y="2305865"/>
            <a:ext cx="3960000" cy="360000"/>
          </a:xfrm>
          <a:prstGeom prst="rect">
            <a:avLst/>
          </a:prstGeom>
          <a:noFill/>
          <a:ln w="190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spAutoFit/>
          </a:bodyPr>
          <a:lstStyle/>
          <a:p>
            <a:pPr algn="ctr"/>
            <a:r>
              <a:rPr kumimoji="1" lang="ja-JP" altLang="en-US" sz="1400" b="1" u="sng">
                <a:solidFill>
                  <a:srgbClr val="000000"/>
                </a:solidFill>
                <a:latin typeface="Arial" panose="020B0604020202020204" pitchFamily="34" charset="0"/>
                <a:ea typeface="メイリオ" panose="020B0604030504040204" pitchFamily="50" charset="-128"/>
              </a:rPr>
              <a:t>生活ソリューション：ユーザー</a:t>
            </a:r>
          </a:p>
        </p:txBody>
      </p:sp>
      <p:sp>
        <p:nvSpPr>
          <p:cNvPr id="15" name="正方形/長方形 14">
            <a:extLst>
              <a:ext uri="{FF2B5EF4-FFF2-40B4-BE49-F238E27FC236}">
                <a16:creationId xmlns:a16="http://schemas.microsoft.com/office/drawing/2014/main" id="{C6A29E4B-D139-A2FB-D353-F6205C9703EB}"/>
              </a:ext>
            </a:extLst>
          </p:cNvPr>
          <p:cNvSpPr/>
          <p:nvPr/>
        </p:nvSpPr>
        <p:spPr>
          <a:xfrm>
            <a:off x="1242638" y="3098940"/>
            <a:ext cx="1260000" cy="540000"/>
          </a:xfrm>
          <a:prstGeom prst="rect">
            <a:avLst/>
          </a:prstGeom>
          <a:noFill/>
          <a:ln w="190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spAutoFit/>
          </a:bodyPr>
          <a:lstStyle/>
          <a:p>
            <a:pPr algn="ctr"/>
            <a:r>
              <a:rPr kumimoji="1" lang="ja-JP" altLang="en-US" sz="1400">
                <a:solidFill>
                  <a:srgbClr val="000000"/>
                </a:solidFill>
                <a:latin typeface="Arial" panose="020B0604020202020204" pitchFamily="34" charset="0"/>
                <a:ea typeface="メイリオ" panose="020B0604030504040204" pitchFamily="50" charset="-128"/>
              </a:rPr>
              <a:t>接点</a:t>
            </a:r>
            <a:endParaRPr kumimoji="1" lang="en-US" altLang="ja-JP" sz="1400">
              <a:solidFill>
                <a:srgbClr val="000000"/>
              </a:solidFill>
              <a:latin typeface="Arial" panose="020B0604020202020204" pitchFamily="34" charset="0"/>
              <a:ea typeface="メイリオ" panose="020B0604030504040204" pitchFamily="50" charset="-128"/>
            </a:endParaRPr>
          </a:p>
          <a:p>
            <a:pPr algn="ctr"/>
            <a:r>
              <a:rPr lang="ja-JP" altLang="en-US" sz="1400">
                <a:solidFill>
                  <a:srgbClr val="000000"/>
                </a:solidFill>
                <a:latin typeface="Arial" panose="020B0604020202020204" pitchFamily="34" charset="0"/>
                <a:ea typeface="メイリオ" panose="020B0604030504040204" pitchFamily="50" charset="-128"/>
              </a:rPr>
              <a:t>（駅～デジ）</a:t>
            </a:r>
            <a:endParaRPr kumimoji="1" lang="ja-JP" altLang="en-US" sz="1400">
              <a:solidFill>
                <a:srgbClr val="000000"/>
              </a:solidFill>
              <a:latin typeface="Arial" panose="020B0604020202020204" pitchFamily="34" charset="0"/>
              <a:ea typeface="メイリオ" panose="020B0604030504040204" pitchFamily="50" charset="-128"/>
            </a:endParaRPr>
          </a:p>
        </p:txBody>
      </p:sp>
      <p:sp>
        <p:nvSpPr>
          <p:cNvPr id="17" name="正方形/長方形 16">
            <a:extLst>
              <a:ext uri="{FF2B5EF4-FFF2-40B4-BE49-F238E27FC236}">
                <a16:creationId xmlns:a16="http://schemas.microsoft.com/office/drawing/2014/main" id="{6EE3DFE4-CFBE-B9E7-6211-48ECFE58D213}"/>
              </a:ext>
            </a:extLst>
          </p:cNvPr>
          <p:cNvSpPr/>
          <p:nvPr/>
        </p:nvSpPr>
        <p:spPr>
          <a:xfrm>
            <a:off x="2588135" y="3027406"/>
            <a:ext cx="9000000" cy="360000"/>
          </a:xfrm>
          <a:prstGeom prst="rect">
            <a:avLst/>
          </a:prstGeom>
          <a:noFill/>
          <a:ln w="6350" cap="flat" cmpd="sng" algn="ctr">
            <a:solidFill>
              <a:schemeClr val="bg1">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kumimoji="1" lang="ja-JP" altLang="en-US" sz="1400" b="1">
                <a:solidFill>
                  <a:srgbClr val="000000"/>
                </a:solidFill>
                <a:latin typeface="Arial" panose="020B0604020202020204" pitchFamily="34" charset="0"/>
                <a:ea typeface="メイリオ" panose="020B0604030504040204" pitchFamily="50" charset="-128"/>
              </a:rPr>
              <a:t>生活者</a:t>
            </a:r>
          </a:p>
        </p:txBody>
      </p:sp>
      <p:sp>
        <p:nvSpPr>
          <p:cNvPr id="18" name="正方形/長方形 17">
            <a:extLst>
              <a:ext uri="{FF2B5EF4-FFF2-40B4-BE49-F238E27FC236}">
                <a16:creationId xmlns:a16="http://schemas.microsoft.com/office/drawing/2014/main" id="{C36B5AB7-00AD-124F-19B9-7D4EA34470FA}"/>
              </a:ext>
            </a:extLst>
          </p:cNvPr>
          <p:cNvSpPr/>
          <p:nvPr/>
        </p:nvSpPr>
        <p:spPr>
          <a:xfrm>
            <a:off x="1242638" y="5330536"/>
            <a:ext cx="1260000" cy="307777"/>
          </a:xfrm>
          <a:prstGeom prst="rect">
            <a:avLst/>
          </a:prstGeom>
          <a:noFill/>
          <a:ln w="190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spAutoFit/>
          </a:bodyPr>
          <a:lstStyle/>
          <a:p>
            <a:pPr algn="ctr"/>
            <a:r>
              <a:rPr kumimoji="1" lang="ja-JP" altLang="en-US" sz="1400">
                <a:solidFill>
                  <a:srgbClr val="000000"/>
                </a:solidFill>
                <a:latin typeface="Arial" panose="020B0604020202020204" pitchFamily="34" charset="0"/>
                <a:ea typeface="メイリオ" panose="020B0604030504040204" pitchFamily="50" charset="-128"/>
              </a:rPr>
              <a:t>接点</a:t>
            </a:r>
          </a:p>
        </p:txBody>
      </p:sp>
      <p:sp>
        <p:nvSpPr>
          <p:cNvPr id="19" name="正方形/長方形 18">
            <a:extLst>
              <a:ext uri="{FF2B5EF4-FFF2-40B4-BE49-F238E27FC236}">
                <a16:creationId xmlns:a16="http://schemas.microsoft.com/office/drawing/2014/main" id="{64830912-12ED-54DE-6B5C-79594D69B0F9}"/>
              </a:ext>
            </a:extLst>
          </p:cNvPr>
          <p:cNvSpPr/>
          <p:nvPr/>
        </p:nvSpPr>
        <p:spPr>
          <a:xfrm>
            <a:off x="1242638" y="4304738"/>
            <a:ext cx="1260000" cy="307777"/>
          </a:xfrm>
          <a:prstGeom prst="rect">
            <a:avLst/>
          </a:prstGeom>
          <a:noFill/>
          <a:ln w="190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spAutoFit/>
          </a:bodyPr>
          <a:lstStyle/>
          <a:p>
            <a:pPr algn="ctr"/>
            <a:r>
              <a:rPr kumimoji="1" lang="ja-JP" altLang="en-US" sz="1400">
                <a:solidFill>
                  <a:srgbClr val="000000"/>
                </a:solidFill>
                <a:latin typeface="Arial" panose="020B0604020202020204" pitchFamily="34" charset="0"/>
                <a:ea typeface="メイリオ" panose="020B0604030504040204" pitchFamily="50" charset="-128"/>
              </a:rPr>
              <a:t>システム</a:t>
            </a:r>
          </a:p>
        </p:txBody>
      </p:sp>
      <p:sp>
        <p:nvSpPr>
          <p:cNvPr id="20" name="正方形/長方形 19">
            <a:extLst>
              <a:ext uri="{FF2B5EF4-FFF2-40B4-BE49-F238E27FC236}">
                <a16:creationId xmlns:a16="http://schemas.microsoft.com/office/drawing/2014/main" id="{B88CE7E7-0DB0-A11B-2953-7826DB0A3F28}"/>
              </a:ext>
            </a:extLst>
          </p:cNvPr>
          <p:cNvSpPr/>
          <p:nvPr/>
        </p:nvSpPr>
        <p:spPr>
          <a:xfrm>
            <a:off x="1242638" y="5858073"/>
            <a:ext cx="1260000" cy="307777"/>
          </a:xfrm>
          <a:prstGeom prst="rect">
            <a:avLst/>
          </a:prstGeom>
          <a:noFill/>
          <a:ln w="190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spAutoFit/>
          </a:bodyPr>
          <a:lstStyle/>
          <a:p>
            <a:pPr algn="ctr"/>
            <a:r>
              <a:rPr kumimoji="1" lang="ja-JP" altLang="en-US" sz="1400">
                <a:solidFill>
                  <a:srgbClr val="000000"/>
                </a:solidFill>
                <a:latin typeface="Arial" panose="020B0604020202020204" pitchFamily="34" charset="0"/>
                <a:ea typeface="メイリオ" panose="020B0604030504040204" pitchFamily="50" charset="-128"/>
              </a:rPr>
              <a:t>顧客</a:t>
            </a:r>
          </a:p>
        </p:txBody>
      </p:sp>
      <p:sp>
        <p:nvSpPr>
          <p:cNvPr id="21" name="正方形/長方形 20">
            <a:extLst>
              <a:ext uri="{FF2B5EF4-FFF2-40B4-BE49-F238E27FC236}">
                <a16:creationId xmlns:a16="http://schemas.microsoft.com/office/drawing/2014/main" id="{13131787-8168-C36D-1A3D-7A2AC91271AA}"/>
              </a:ext>
            </a:extLst>
          </p:cNvPr>
          <p:cNvSpPr/>
          <p:nvPr/>
        </p:nvSpPr>
        <p:spPr>
          <a:xfrm>
            <a:off x="1242638" y="2794100"/>
            <a:ext cx="1260000" cy="307777"/>
          </a:xfrm>
          <a:prstGeom prst="rect">
            <a:avLst/>
          </a:prstGeom>
          <a:noFill/>
          <a:ln w="190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spAutoFit/>
          </a:bodyPr>
          <a:lstStyle/>
          <a:p>
            <a:pPr algn="ctr"/>
            <a:r>
              <a:rPr kumimoji="1" lang="ja-JP" altLang="en-US" sz="1400">
                <a:solidFill>
                  <a:srgbClr val="000000"/>
                </a:solidFill>
                <a:latin typeface="Arial" panose="020B0604020202020204" pitchFamily="34" charset="0"/>
                <a:ea typeface="メイリオ" panose="020B0604030504040204" pitchFamily="50" charset="-128"/>
              </a:rPr>
              <a:t>顧客</a:t>
            </a:r>
          </a:p>
        </p:txBody>
      </p:sp>
      <p:sp>
        <p:nvSpPr>
          <p:cNvPr id="26" name="正方形/長方形 25">
            <a:extLst>
              <a:ext uri="{FF2B5EF4-FFF2-40B4-BE49-F238E27FC236}">
                <a16:creationId xmlns:a16="http://schemas.microsoft.com/office/drawing/2014/main" id="{1882DD1B-CD8D-9FAD-3E5B-EA384C76C9C2}"/>
              </a:ext>
            </a:extLst>
          </p:cNvPr>
          <p:cNvSpPr/>
          <p:nvPr/>
        </p:nvSpPr>
        <p:spPr>
          <a:xfrm>
            <a:off x="2588135" y="2628185"/>
            <a:ext cx="1800000" cy="360000"/>
          </a:xfrm>
          <a:prstGeom prst="rect">
            <a:avLst/>
          </a:prstGeom>
          <a:noFill/>
          <a:ln w="190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spAutoFit/>
          </a:bodyPr>
          <a:lstStyle/>
          <a:p>
            <a:pPr algn="ctr"/>
            <a:r>
              <a:rPr kumimoji="1" lang="ja-JP" altLang="en-US" sz="1400">
                <a:solidFill>
                  <a:srgbClr val="000000"/>
                </a:solidFill>
                <a:latin typeface="Arial" panose="020B0604020202020204" pitchFamily="34" charset="0"/>
                <a:ea typeface="メイリオ" panose="020B0604030504040204" pitchFamily="50" charset="-128"/>
              </a:rPr>
              <a:t>サービス</a:t>
            </a:r>
            <a:r>
              <a:rPr lang="en-US" altLang="ja-JP" sz="1400">
                <a:solidFill>
                  <a:srgbClr val="000000"/>
                </a:solidFill>
                <a:latin typeface="Arial" panose="020B0604020202020204" pitchFamily="34" charset="0"/>
                <a:ea typeface="メイリオ" panose="020B0604030504040204" pitchFamily="50" charset="-128"/>
              </a:rPr>
              <a:t>A</a:t>
            </a:r>
            <a:r>
              <a:rPr kumimoji="1" lang="en-US" altLang="ja-JP" sz="1400">
                <a:solidFill>
                  <a:srgbClr val="000000"/>
                </a:solidFill>
                <a:latin typeface="Arial" panose="020B0604020202020204" pitchFamily="34" charset="0"/>
                <a:ea typeface="メイリオ" panose="020B0604030504040204" pitchFamily="50" charset="-128"/>
              </a:rPr>
              <a:t> </a:t>
            </a:r>
            <a:r>
              <a:rPr kumimoji="1" lang="ja-JP" altLang="en-US" sz="1400">
                <a:solidFill>
                  <a:srgbClr val="000000"/>
                </a:solidFill>
                <a:latin typeface="Arial" panose="020B0604020202020204" pitchFamily="34" charset="0"/>
                <a:ea typeface="メイリオ" panose="020B0604030504040204" pitchFamily="50" charset="-128"/>
              </a:rPr>
              <a:t>←</a:t>
            </a:r>
          </a:p>
        </p:txBody>
      </p:sp>
      <p:sp>
        <p:nvSpPr>
          <p:cNvPr id="27" name="正方形/長方形 26">
            <a:extLst>
              <a:ext uri="{FF2B5EF4-FFF2-40B4-BE49-F238E27FC236}">
                <a16:creationId xmlns:a16="http://schemas.microsoft.com/office/drawing/2014/main" id="{E53353E7-3C0F-BAC4-20A5-0C934675E3B6}"/>
              </a:ext>
            </a:extLst>
          </p:cNvPr>
          <p:cNvSpPr/>
          <p:nvPr/>
        </p:nvSpPr>
        <p:spPr>
          <a:xfrm>
            <a:off x="4711794" y="2628185"/>
            <a:ext cx="1800000" cy="360000"/>
          </a:xfrm>
          <a:prstGeom prst="rect">
            <a:avLst/>
          </a:prstGeom>
          <a:noFill/>
          <a:ln w="190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spAutoFit/>
          </a:bodyPr>
          <a:lstStyle/>
          <a:p>
            <a:pPr algn="ctr"/>
            <a:r>
              <a:rPr kumimoji="1" lang="ja-JP" altLang="en-US" sz="1400">
                <a:solidFill>
                  <a:srgbClr val="000000"/>
                </a:solidFill>
                <a:latin typeface="Arial" panose="020B0604020202020204" pitchFamily="34" charset="0"/>
                <a:ea typeface="メイリオ" panose="020B0604030504040204" pitchFamily="50" charset="-128"/>
              </a:rPr>
              <a:t>→サービス </a:t>
            </a:r>
            <a:r>
              <a:rPr kumimoji="1" lang="en-US" altLang="ja-JP" sz="1400">
                <a:solidFill>
                  <a:srgbClr val="000000"/>
                </a:solidFill>
                <a:latin typeface="Arial" panose="020B0604020202020204" pitchFamily="34" charset="0"/>
                <a:ea typeface="メイリオ" panose="020B0604030504040204" pitchFamily="50" charset="-128"/>
              </a:rPr>
              <a:t>Z</a:t>
            </a:r>
            <a:endParaRPr kumimoji="1" lang="ja-JP" altLang="en-US" sz="1400">
              <a:solidFill>
                <a:srgbClr val="000000"/>
              </a:solidFill>
              <a:latin typeface="Arial" panose="020B0604020202020204" pitchFamily="34" charset="0"/>
              <a:ea typeface="メイリオ" panose="020B0604030504040204" pitchFamily="50" charset="-128"/>
            </a:endParaRPr>
          </a:p>
        </p:txBody>
      </p:sp>
      <p:sp>
        <p:nvSpPr>
          <p:cNvPr id="28" name="正方形/長方形 27">
            <a:extLst>
              <a:ext uri="{FF2B5EF4-FFF2-40B4-BE49-F238E27FC236}">
                <a16:creationId xmlns:a16="http://schemas.microsoft.com/office/drawing/2014/main" id="{86E70C2F-E74E-4758-3FB1-96D6E7D5C351}"/>
              </a:ext>
            </a:extLst>
          </p:cNvPr>
          <p:cNvSpPr/>
          <p:nvPr/>
        </p:nvSpPr>
        <p:spPr>
          <a:xfrm>
            <a:off x="7664476" y="2628185"/>
            <a:ext cx="1800000" cy="360000"/>
          </a:xfrm>
          <a:prstGeom prst="rect">
            <a:avLst/>
          </a:prstGeom>
          <a:noFill/>
          <a:ln w="190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spAutoFit/>
          </a:bodyPr>
          <a:lstStyle/>
          <a:p>
            <a:pPr algn="ctr"/>
            <a:r>
              <a:rPr kumimoji="1" lang="ja-JP" altLang="en-US" sz="1400">
                <a:solidFill>
                  <a:srgbClr val="000000"/>
                </a:solidFill>
                <a:latin typeface="Arial" panose="020B0604020202020204" pitchFamily="34" charset="0"/>
                <a:ea typeface="メイリオ" panose="020B0604030504040204" pitchFamily="50" charset="-128"/>
              </a:rPr>
              <a:t>サービス</a:t>
            </a:r>
            <a:r>
              <a:rPr lang="en-US" altLang="ja-JP" sz="1400">
                <a:solidFill>
                  <a:srgbClr val="000000"/>
                </a:solidFill>
                <a:latin typeface="Arial" panose="020B0604020202020204" pitchFamily="34" charset="0"/>
                <a:ea typeface="メイリオ" panose="020B0604030504040204" pitchFamily="50" charset="-128"/>
              </a:rPr>
              <a:t>A</a:t>
            </a:r>
            <a:r>
              <a:rPr kumimoji="1" lang="en-US" altLang="ja-JP" sz="1400">
                <a:solidFill>
                  <a:srgbClr val="000000"/>
                </a:solidFill>
                <a:latin typeface="Arial" panose="020B0604020202020204" pitchFamily="34" charset="0"/>
                <a:ea typeface="メイリオ" panose="020B0604030504040204" pitchFamily="50" charset="-128"/>
              </a:rPr>
              <a:t> </a:t>
            </a:r>
            <a:r>
              <a:rPr kumimoji="1" lang="ja-JP" altLang="en-US" sz="1400">
                <a:solidFill>
                  <a:srgbClr val="000000"/>
                </a:solidFill>
                <a:latin typeface="Arial" panose="020B0604020202020204" pitchFamily="34" charset="0"/>
                <a:ea typeface="メイリオ" panose="020B0604030504040204" pitchFamily="50" charset="-128"/>
              </a:rPr>
              <a:t>←</a:t>
            </a:r>
          </a:p>
        </p:txBody>
      </p:sp>
      <p:sp>
        <p:nvSpPr>
          <p:cNvPr id="29" name="正方形/長方形 28">
            <a:extLst>
              <a:ext uri="{FF2B5EF4-FFF2-40B4-BE49-F238E27FC236}">
                <a16:creationId xmlns:a16="http://schemas.microsoft.com/office/drawing/2014/main" id="{15A6F269-7598-9AC8-0C98-3956D35C6FBA}"/>
              </a:ext>
            </a:extLst>
          </p:cNvPr>
          <p:cNvSpPr/>
          <p:nvPr/>
        </p:nvSpPr>
        <p:spPr>
          <a:xfrm>
            <a:off x="9788135" y="2628185"/>
            <a:ext cx="1800000" cy="360000"/>
          </a:xfrm>
          <a:prstGeom prst="rect">
            <a:avLst/>
          </a:prstGeom>
          <a:noFill/>
          <a:ln w="190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spAutoFit/>
          </a:bodyPr>
          <a:lstStyle/>
          <a:p>
            <a:pPr algn="ctr"/>
            <a:r>
              <a:rPr kumimoji="1" lang="ja-JP" altLang="en-US" sz="1400">
                <a:solidFill>
                  <a:srgbClr val="000000"/>
                </a:solidFill>
                <a:latin typeface="Arial" panose="020B0604020202020204" pitchFamily="34" charset="0"/>
                <a:ea typeface="メイリオ" panose="020B0604030504040204" pitchFamily="50" charset="-128"/>
              </a:rPr>
              <a:t>→サービス </a:t>
            </a:r>
            <a:r>
              <a:rPr kumimoji="1" lang="en-US" altLang="ja-JP" sz="1400">
                <a:solidFill>
                  <a:srgbClr val="000000"/>
                </a:solidFill>
                <a:latin typeface="Arial" panose="020B0604020202020204" pitchFamily="34" charset="0"/>
                <a:ea typeface="メイリオ" panose="020B0604030504040204" pitchFamily="50" charset="-128"/>
              </a:rPr>
              <a:t>Z</a:t>
            </a:r>
            <a:endParaRPr kumimoji="1" lang="ja-JP" altLang="en-US" sz="1400">
              <a:solidFill>
                <a:srgbClr val="000000"/>
              </a:solidFill>
              <a:latin typeface="Arial" panose="020B0604020202020204" pitchFamily="34" charset="0"/>
              <a:ea typeface="メイリオ" panose="020B0604030504040204" pitchFamily="50" charset="-128"/>
            </a:endParaRPr>
          </a:p>
        </p:txBody>
      </p:sp>
      <p:sp>
        <p:nvSpPr>
          <p:cNvPr id="30" name="正方形/長方形 29">
            <a:extLst>
              <a:ext uri="{FF2B5EF4-FFF2-40B4-BE49-F238E27FC236}">
                <a16:creationId xmlns:a16="http://schemas.microsoft.com/office/drawing/2014/main" id="{D28994A1-2D7A-81DE-A28A-70A6F536CAFD}"/>
              </a:ext>
            </a:extLst>
          </p:cNvPr>
          <p:cNvSpPr/>
          <p:nvPr/>
        </p:nvSpPr>
        <p:spPr>
          <a:xfrm>
            <a:off x="5108135" y="1851189"/>
            <a:ext cx="3960000" cy="338554"/>
          </a:xfrm>
          <a:prstGeom prst="rect">
            <a:avLst/>
          </a:prstGeom>
          <a:noFill/>
          <a:ln w="190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spAutoFit/>
          </a:bodyPr>
          <a:lstStyle/>
          <a:p>
            <a:pPr algn="ctr"/>
            <a:r>
              <a:rPr kumimoji="1" lang="en-US" altLang="ja-JP" sz="1600" b="1" err="1">
                <a:solidFill>
                  <a:srgbClr val="000000"/>
                </a:solidFill>
                <a:latin typeface="Arial" panose="020B0604020202020204" pitchFamily="34" charset="0"/>
                <a:ea typeface="メイリオ" panose="020B0604030504040204" pitchFamily="50" charset="-128"/>
              </a:rPr>
              <a:t>Suica</a:t>
            </a:r>
            <a:r>
              <a:rPr lang="ja-JP" altLang="en-US" sz="1600" b="1">
                <a:solidFill>
                  <a:srgbClr val="000000"/>
                </a:solidFill>
                <a:latin typeface="Arial" panose="020B0604020202020204" pitchFamily="34" charset="0"/>
                <a:ea typeface="メイリオ" panose="020B0604030504040204" pitchFamily="50" charset="-128"/>
              </a:rPr>
              <a:t>経済圏</a:t>
            </a:r>
            <a:endParaRPr kumimoji="1" lang="en-US" altLang="ja-JP" sz="1600" b="1">
              <a:solidFill>
                <a:srgbClr val="000000"/>
              </a:solidFill>
              <a:latin typeface="Arial" panose="020B0604020202020204" pitchFamily="34" charset="0"/>
              <a:ea typeface="メイリオ" panose="020B0604030504040204" pitchFamily="50" charset="-128"/>
            </a:endParaRPr>
          </a:p>
        </p:txBody>
      </p:sp>
      <p:sp>
        <p:nvSpPr>
          <p:cNvPr id="2" name="正方形/長方形 1">
            <a:extLst>
              <a:ext uri="{FF2B5EF4-FFF2-40B4-BE49-F238E27FC236}">
                <a16:creationId xmlns:a16="http://schemas.microsoft.com/office/drawing/2014/main" id="{A9982A92-5B8C-2764-9E4B-781016A42197}"/>
              </a:ext>
            </a:extLst>
          </p:cNvPr>
          <p:cNvSpPr/>
          <p:nvPr/>
        </p:nvSpPr>
        <p:spPr>
          <a:xfrm>
            <a:off x="2588135" y="5805850"/>
            <a:ext cx="9000000" cy="360000"/>
          </a:xfrm>
          <a:prstGeom prst="rect">
            <a:avLst/>
          </a:prstGeom>
          <a:noFill/>
          <a:ln w="6350" cap="flat" cmpd="sng" algn="ctr">
            <a:solidFill>
              <a:schemeClr val="bg1">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ja-JP" altLang="en-US" sz="1400" b="1">
                <a:solidFill>
                  <a:srgbClr val="000000"/>
                </a:solidFill>
                <a:latin typeface="Arial" panose="020B0604020202020204" pitchFamily="34" charset="0"/>
                <a:ea typeface="メイリオ" panose="020B0604030504040204" pitchFamily="50" charset="-128"/>
              </a:rPr>
              <a:t>加盟店</a:t>
            </a:r>
            <a:endParaRPr lang="en-US" altLang="ja-JP" sz="1400" b="1">
              <a:solidFill>
                <a:srgbClr val="000000"/>
              </a:solidFill>
              <a:latin typeface="Arial" panose="020B0604020202020204" pitchFamily="34" charset="0"/>
              <a:ea typeface="メイリオ" panose="020B0604030504040204" pitchFamily="50" charset="-128"/>
            </a:endParaRPr>
          </a:p>
        </p:txBody>
      </p:sp>
      <p:sp>
        <p:nvSpPr>
          <p:cNvPr id="5" name="正方形/長方形 4">
            <a:extLst>
              <a:ext uri="{FF2B5EF4-FFF2-40B4-BE49-F238E27FC236}">
                <a16:creationId xmlns:a16="http://schemas.microsoft.com/office/drawing/2014/main" id="{E1186A1D-D52B-FDEC-E24A-0864324E6475}"/>
              </a:ext>
            </a:extLst>
          </p:cNvPr>
          <p:cNvSpPr/>
          <p:nvPr/>
        </p:nvSpPr>
        <p:spPr>
          <a:xfrm>
            <a:off x="2588135" y="3426627"/>
            <a:ext cx="9000000" cy="2340000"/>
          </a:xfrm>
          <a:prstGeom prst="rect">
            <a:avLst/>
          </a:prstGeom>
          <a:noFill/>
          <a:ln w="6350" cap="flat" cmpd="sng" algn="ctr">
            <a:solidFill>
              <a:schemeClr val="bg1">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kumimoji="1" lang="ja-JP" altLang="en-US" sz="1400">
              <a:solidFill>
                <a:srgbClr val="000000"/>
              </a:solidFill>
              <a:latin typeface="Arial" panose="020B0604020202020204" pitchFamily="34" charset="0"/>
              <a:ea typeface="メイリオ" panose="020B0604030504040204" pitchFamily="50" charset="-128"/>
            </a:endParaRPr>
          </a:p>
        </p:txBody>
      </p:sp>
      <p:sp>
        <p:nvSpPr>
          <p:cNvPr id="6" name="正方形/長方形 5">
            <a:extLst>
              <a:ext uri="{FF2B5EF4-FFF2-40B4-BE49-F238E27FC236}">
                <a16:creationId xmlns:a16="http://schemas.microsoft.com/office/drawing/2014/main" id="{0E11AC34-7BAB-6542-478D-5DBEC0F362B8}"/>
              </a:ext>
            </a:extLst>
          </p:cNvPr>
          <p:cNvSpPr/>
          <p:nvPr/>
        </p:nvSpPr>
        <p:spPr>
          <a:xfrm>
            <a:off x="2948135" y="5354513"/>
            <a:ext cx="8280000" cy="360000"/>
          </a:xfrm>
          <a:prstGeom prst="rect">
            <a:avLst/>
          </a:prstGeom>
          <a:noFill/>
          <a:ln w="3175" cap="flat" cmpd="sng" algn="ctr">
            <a:solidFill>
              <a:schemeClr val="bg1">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kumimoji="1" lang="ja-JP" altLang="en-US" sz="1400" b="1">
                <a:solidFill>
                  <a:srgbClr val="000000"/>
                </a:solidFill>
                <a:latin typeface="Arial" panose="020B0604020202020204" pitchFamily="34" charset="0"/>
                <a:ea typeface="メイリオ" panose="020B0604030504040204" pitchFamily="50" charset="-128"/>
              </a:rPr>
              <a:t>フロントエンド・アプリ</a:t>
            </a:r>
          </a:p>
        </p:txBody>
      </p:sp>
      <p:sp>
        <p:nvSpPr>
          <p:cNvPr id="7" name="正方形/長方形 6">
            <a:extLst>
              <a:ext uri="{FF2B5EF4-FFF2-40B4-BE49-F238E27FC236}">
                <a16:creationId xmlns:a16="http://schemas.microsoft.com/office/drawing/2014/main" id="{474963E3-6512-AA91-76C8-AA36765DECF0}"/>
              </a:ext>
            </a:extLst>
          </p:cNvPr>
          <p:cNvSpPr/>
          <p:nvPr/>
        </p:nvSpPr>
        <p:spPr>
          <a:xfrm>
            <a:off x="2948135" y="4071028"/>
            <a:ext cx="8280000" cy="1080000"/>
          </a:xfrm>
          <a:prstGeom prst="rect">
            <a:avLst/>
          </a:prstGeom>
          <a:noFill/>
          <a:ln w="3175" cap="flat" cmpd="sng" algn="ctr">
            <a:solidFill>
              <a:schemeClr val="bg1">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kumimoji="1" lang="en-US" altLang="ja-JP" sz="1400" b="1">
              <a:solidFill>
                <a:srgbClr val="000000"/>
              </a:solidFill>
              <a:latin typeface="Arial" panose="020B0604020202020204" pitchFamily="34" charset="0"/>
              <a:ea typeface="メイリオ" panose="020B0604030504040204" pitchFamily="50" charset="-128"/>
            </a:endParaRPr>
          </a:p>
          <a:p>
            <a:pPr algn="ctr"/>
            <a:r>
              <a:rPr kumimoji="1" lang="ja-JP" altLang="en-US" sz="1400" b="1">
                <a:solidFill>
                  <a:srgbClr val="000000"/>
                </a:solidFill>
                <a:latin typeface="Arial" panose="020B0604020202020204" pitchFamily="34" charset="0"/>
                <a:ea typeface="メイリオ" panose="020B0604030504040204" pitchFamily="50" charset="-128"/>
              </a:rPr>
              <a:t>バックエンド</a:t>
            </a:r>
          </a:p>
        </p:txBody>
      </p:sp>
      <p:sp>
        <p:nvSpPr>
          <p:cNvPr id="8" name="正方形/長方形 7">
            <a:extLst>
              <a:ext uri="{FF2B5EF4-FFF2-40B4-BE49-F238E27FC236}">
                <a16:creationId xmlns:a16="http://schemas.microsoft.com/office/drawing/2014/main" id="{993DEC73-15AC-1D71-29F0-2FAB18062AA3}"/>
              </a:ext>
            </a:extLst>
          </p:cNvPr>
          <p:cNvSpPr/>
          <p:nvPr/>
        </p:nvSpPr>
        <p:spPr>
          <a:xfrm>
            <a:off x="2948135" y="3507543"/>
            <a:ext cx="8280000" cy="360000"/>
          </a:xfrm>
          <a:prstGeom prst="rect">
            <a:avLst/>
          </a:prstGeom>
          <a:noFill/>
          <a:ln w="3175" cap="flat" cmpd="sng" algn="ctr">
            <a:solidFill>
              <a:schemeClr val="bg1">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kumimoji="1" lang="ja-JP" altLang="en-US" sz="1400" b="1">
                <a:solidFill>
                  <a:srgbClr val="000000"/>
                </a:solidFill>
                <a:latin typeface="Arial" panose="020B0604020202020204" pitchFamily="34" charset="0"/>
                <a:ea typeface="メイリオ" panose="020B0604030504040204" pitchFamily="50" charset="-128"/>
              </a:rPr>
              <a:t>フロントエンド・アプリ</a:t>
            </a:r>
          </a:p>
        </p:txBody>
      </p:sp>
      <p:sp>
        <p:nvSpPr>
          <p:cNvPr id="32" name="正方形/長方形 31">
            <a:extLst>
              <a:ext uri="{FF2B5EF4-FFF2-40B4-BE49-F238E27FC236}">
                <a16:creationId xmlns:a16="http://schemas.microsoft.com/office/drawing/2014/main" id="{3F8D930E-FBFB-6EA5-CDAC-6152050C217A}"/>
              </a:ext>
            </a:extLst>
          </p:cNvPr>
          <p:cNvSpPr/>
          <p:nvPr/>
        </p:nvSpPr>
        <p:spPr>
          <a:xfrm>
            <a:off x="3128135" y="3761120"/>
            <a:ext cx="5419635" cy="360000"/>
          </a:xfrm>
          <a:prstGeom prst="rect">
            <a:avLst/>
          </a:prstGeom>
          <a:solidFill>
            <a:schemeClr val="accent1">
              <a:lumMod val="20000"/>
              <a:lumOff val="80000"/>
            </a:schemeClr>
          </a:solidFill>
          <a:ln w="9525" cap="flat" cmpd="sng" algn="ctr">
            <a:solidFill>
              <a:schemeClr val="bg1">
                <a:lumMod val="5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r>
              <a:rPr lang="ja-JP" altLang="en-US" sz="1400">
                <a:solidFill>
                  <a:srgbClr val="000000"/>
                </a:solidFill>
                <a:latin typeface="Arial" panose="020B0604020202020204" pitchFamily="34" charset="0"/>
                <a:ea typeface="メイリオ" panose="020B0604030504040204" pitchFamily="50" charset="-128"/>
              </a:rPr>
              <a:t>非連続な成長①：</a:t>
            </a:r>
            <a:r>
              <a:rPr lang="en-US" altLang="ja-JP" sz="1400">
                <a:solidFill>
                  <a:srgbClr val="000000"/>
                </a:solidFill>
                <a:latin typeface="Arial" panose="020B0604020202020204" pitchFamily="34" charset="0"/>
                <a:ea typeface="メイリオ" panose="020B0604030504040204" pitchFamily="50" charset="-128"/>
              </a:rPr>
              <a:t>Suica</a:t>
            </a:r>
            <a:r>
              <a:rPr lang="ja-JP" altLang="en-US" sz="1400">
                <a:solidFill>
                  <a:srgbClr val="000000"/>
                </a:solidFill>
                <a:latin typeface="Arial" panose="020B0604020202020204" pitchFamily="34" charset="0"/>
                <a:ea typeface="メイリオ" panose="020B0604030504040204" pitchFamily="50" charset="-128"/>
              </a:rPr>
              <a:t>ユーザーを獲得する</a:t>
            </a:r>
            <a:endParaRPr kumimoji="1" lang="en-US" altLang="ja-JP" sz="1400">
              <a:solidFill>
                <a:srgbClr val="000000"/>
              </a:solidFill>
              <a:latin typeface="Arial" panose="020B0604020202020204" pitchFamily="34" charset="0"/>
              <a:ea typeface="メイリオ" panose="020B0604030504040204" pitchFamily="50" charset="-128"/>
            </a:endParaRPr>
          </a:p>
        </p:txBody>
      </p:sp>
      <p:sp>
        <p:nvSpPr>
          <p:cNvPr id="36" name="正方形/長方形 35">
            <a:extLst>
              <a:ext uri="{FF2B5EF4-FFF2-40B4-BE49-F238E27FC236}">
                <a16:creationId xmlns:a16="http://schemas.microsoft.com/office/drawing/2014/main" id="{876325DF-A69E-CD3D-A34C-3294B055B26E}"/>
              </a:ext>
            </a:extLst>
          </p:cNvPr>
          <p:cNvSpPr/>
          <p:nvPr/>
        </p:nvSpPr>
        <p:spPr>
          <a:xfrm>
            <a:off x="3128135" y="4155044"/>
            <a:ext cx="7920000" cy="468000"/>
          </a:xfrm>
          <a:prstGeom prst="rect">
            <a:avLst/>
          </a:prstGeom>
          <a:solidFill>
            <a:schemeClr val="accent1">
              <a:lumMod val="20000"/>
              <a:lumOff val="80000"/>
            </a:schemeClr>
          </a:solidFill>
          <a:ln w="9525" cap="flat" cmpd="sng" algn="ctr">
            <a:solidFill>
              <a:schemeClr val="bg1">
                <a:lumMod val="5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r>
              <a:rPr lang="ja-JP" altLang="en-US" sz="1400">
                <a:solidFill>
                  <a:srgbClr val="000000"/>
                </a:solidFill>
                <a:latin typeface="Arial" panose="020B0604020202020204" pitchFamily="34" charset="0"/>
                <a:ea typeface="メイリオ" panose="020B0604030504040204" pitchFamily="50" charset="-128"/>
              </a:rPr>
              <a:t>非連続な成長②：</a:t>
            </a:r>
            <a:br>
              <a:rPr lang="en-US" altLang="ja-JP" sz="1400">
                <a:solidFill>
                  <a:srgbClr val="000000"/>
                </a:solidFill>
                <a:latin typeface="Arial" panose="020B0604020202020204" pitchFamily="34" charset="0"/>
                <a:ea typeface="メイリオ" panose="020B0604030504040204" pitchFamily="50" charset="-128"/>
              </a:rPr>
            </a:br>
            <a:r>
              <a:rPr lang="ja-JP" altLang="en-US" sz="1400">
                <a:solidFill>
                  <a:srgbClr val="000000"/>
                </a:solidFill>
                <a:latin typeface="Arial" panose="020B0604020202020204" pitchFamily="34" charset="0"/>
                <a:ea typeface="メイリオ" panose="020B0604030504040204" pitchFamily="50" charset="-128"/>
              </a:rPr>
              <a:t>　　　　　　</a:t>
            </a:r>
            <a:r>
              <a:rPr lang="en-US" altLang="ja-JP" sz="1400">
                <a:solidFill>
                  <a:srgbClr val="000000"/>
                </a:solidFill>
                <a:latin typeface="Arial" panose="020B0604020202020204" pitchFamily="34" charset="0"/>
                <a:ea typeface="メイリオ" panose="020B0604030504040204" pitchFamily="50" charset="-128"/>
              </a:rPr>
              <a:t>Suica</a:t>
            </a:r>
            <a:r>
              <a:rPr lang="ja-JP" altLang="en-US" sz="1400">
                <a:solidFill>
                  <a:srgbClr val="000000"/>
                </a:solidFill>
                <a:latin typeface="Arial" panose="020B0604020202020204" pitchFamily="34" charset="0"/>
                <a:ea typeface="メイリオ" panose="020B0604030504040204" pitchFamily="50" charset="-128"/>
              </a:rPr>
              <a:t>ユーザーのフライホイールの循環を拡大させる</a:t>
            </a:r>
            <a:endParaRPr lang="en-US" altLang="ja-JP" sz="1400">
              <a:solidFill>
                <a:srgbClr val="000000"/>
              </a:solidFill>
              <a:latin typeface="Arial" panose="020B0604020202020204" pitchFamily="34" charset="0"/>
              <a:ea typeface="メイリオ" panose="020B0604030504040204" pitchFamily="50" charset="-128"/>
            </a:endParaRPr>
          </a:p>
        </p:txBody>
      </p:sp>
      <p:grpSp>
        <p:nvGrpSpPr>
          <p:cNvPr id="40" name="Sticker">
            <a:extLst>
              <a:ext uri="{FF2B5EF4-FFF2-40B4-BE49-F238E27FC236}">
                <a16:creationId xmlns:a16="http://schemas.microsoft.com/office/drawing/2014/main" id="{CDCA2077-821B-E643-8079-A836B210B557}"/>
              </a:ext>
            </a:extLst>
          </p:cNvPr>
          <p:cNvGrpSpPr/>
          <p:nvPr/>
        </p:nvGrpSpPr>
        <p:grpSpPr>
          <a:xfrm>
            <a:off x="11048500" y="63500"/>
            <a:ext cx="1080000" cy="297962"/>
            <a:chOff x="11048500" y="63500"/>
            <a:chExt cx="1080000" cy="297962"/>
          </a:xfrm>
        </p:grpSpPr>
        <p:sp>
          <p:nvSpPr>
            <p:cNvPr id="37" name="Sticker">
              <a:extLst>
                <a:ext uri="{FF2B5EF4-FFF2-40B4-BE49-F238E27FC236}">
                  <a16:creationId xmlns:a16="http://schemas.microsoft.com/office/drawing/2014/main" id="{B63C2C5E-E07B-3C2C-B383-CE71271C7E71}"/>
                </a:ext>
              </a:extLst>
            </p:cNvPr>
            <p:cNvSpPr/>
            <p:nvPr/>
          </p:nvSpPr>
          <p:spPr>
            <a:xfrm>
              <a:off x="11048500" y="63500"/>
              <a:ext cx="1080000" cy="297962"/>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36000" tIns="36000" rIns="36000" bIns="36000" rtlCol="0" anchor="ctr">
              <a:noAutofit/>
            </a:bodyPr>
            <a:lstStyle/>
            <a:p>
              <a:pPr algn="ctr"/>
              <a:r>
                <a:rPr kumimoji="1" lang="en-US" altLang="ja-JP" sz="1400" b="1">
                  <a:solidFill>
                    <a:srgbClr val="000000"/>
                  </a:solidFill>
                  <a:latin typeface="Arial" panose="020B0604020202020204" pitchFamily="34" charset="0"/>
                  <a:ea typeface="メイリオ" panose="020B0604030504040204" pitchFamily="50" charset="-128"/>
                </a:rPr>
                <a:t>Draft</a:t>
              </a:r>
              <a:endParaRPr kumimoji="1" lang="ja-JP" altLang="en-US" sz="1400" b="1">
                <a:solidFill>
                  <a:srgbClr val="000000"/>
                </a:solidFill>
                <a:latin typeface="Arial" panose="020B0604020202020204" pitchFamily="34" charset="0"/>
                <a:ea typeface="メイリオ" panose="020B0604030504040204" pitchFamily="50" charset="-128"/>
              </a:endParaRPr>
            </a:p>
          </p:txBody>
        </p:sp>
        <p:cxnSp>
          <p:nvCxnSpPr>
            <p:cNvPr id="38" name="Sticker">
              <a:extLst>
                <a:ext uri="{FF2B5EF4-FFF2-40B4-BE49-F238E27FC236}">
                  <a16:creationId xmlns:a16="http://schemas.microsoft.com/office/drawing/2014/main" id="{CC9150EF-11A3-00B9-D1A7-E07E39FEC61B}"/>
                </a:ext>
              </a:extLst>
            </p:cNvPr>
            <p:cNvCxnSpPr/>
            <p:nvPr/>
          </p:nvCxnSpPr>
          <p:spPr>
            <a:xfrm>
              <a:off x="11048500" y="63500"/>
              <a:ext cx="1080000" cy="0"/>
            </a:xfrm>
            <a:prstGeom prst="line">
              <a:avLst/>
            </a:prstGeom>
            <a:ln w="6350" cmpd="sng">
              <a:solidFill>
                <a:srgbClr val="000000"/>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icker">
              <a:extLst>
                <a:ext uri="{FF2B5EF4-FFF2-40B4-BE49-F238E27FC236}">
                  <a16:creationId xmlns:a16="http://schemas.microsoft.com/office/drawing/2014/main" id="{1EFC97C7-918E-C5D2-E7ED-AC729E10C884}"/>
                </a:ext>
              </a:extLst>
            </p:cNvPr>
            <p:cNvCxnSpPr/>
            <p:nvPr/>
          </p:nvCxnSpPr>
          <p:spPr>
            <a:xfrm>
              <a:off x="11048500" y="361462"/>
              <a:ext cx="1080000" cy="0"/>
            </a:xfrm>
            <a:prstGeom prst="line">
              <a:avLst/>
            </a:prstGeom>
            <a:ln w="6350" cmpd="sng">
              <a:solidFill>
                <a:srgbClr val="000000"/>
              </a:solidFill>
              <a:prstDash val="solid"/>
              <a:headEnd type="none"/>
              <a:tailEnd type="none"/>
            </a:ln>
          </p:spPr>
          <p:style>
            <a:lnRef idx="1">
              <a:schemeClr val="accent1"/>
            </a:lnRef>
            <a:fillRef idx="0">
              <a:schemeClr val="accent1"/>
            </a:fillRef>
            <a:effectRef idx="0">
              <a:schemeClr val="accent1"/>
            </a:effectRef>
            <a:fontRef idx="minor">
              <a:schemeClr val="tx1"/>
            </a:fontRef>
          </p:style>
        </p:cxnSp>
      </p:grpSp>
      <p:sp>
        <p:nvSpPr>
          <p:cNvPr id="43" name="正方形/長方形 42">
            <a:extLst>
              <a:ext uri="{FF2B5EF4-FFF2-40B4-BE49-F238E27FC236}">
                <a16:creationId xmlns:a16="http://schemas.microsoft.com/office/drawing/2014/main" id="{5ECF9409-E4FA-B627-D295-02FE6085D915}"/>
              </a:ext>
            </a:extLst>
          </p:cNvPr>
          <p:cNvSpPr/>
          <p:nvPr/>
        </p:nvSpPr>
        <p:spPr>
          <a:xfrm>
            <a:off x="3128135" y="5072771"/>
            <a:ext cx="7920000" cy="360000"/>
          </a:xfrm>
          <a:prstGeom prst="rect">
            <a:avLst/>
          </a:prstGeom>
          <a:solidFill>
            <a:schemeClr val="accent1">
              <a:lumMod val="20000"/>
              <a:lumOff val="80000"/>
            </a:schemeClr>
          </a:solidFill>
          <a:ln w="9525" cap="flat" cmpd="sng" algn="ctr">
            <a:solidFill>
              <a:schemeClr val="bg1">
                <a:lumMod val="5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r>
              <a:rPr lang="ja-JP" altLang="en-US" sz="1400">
                <a:solidFill>
                  <a:srgbClr val="000000"/>
                </a:solidFill>
                <a:latin typeface="Arial" panose="020B0604020202020204" pitchFamily="34" charset="0"/>
                <a:ea typeface="メイリオ" panose="020B0604030504040204" pitchFamily="50" charset="-128"/>
              </a:rPr>
              <a:t>非連続な成長②：クライアントをフライホイールに巻き込む</a:t>
            </a:r>
            <a:endParaRPr lang="en-US" altLang="ja-JP" sz="1400">
              <a:solidFill>
                <a:srgbClr val="000000"/>
              </a:solidFill>
              <a:latin typeface="Arial" panose="020B0604020202020204" pitchFamily="34" charset="0"/>
              <a:ea typeface="メイリオ" panose="020B0604030504040204" pitchFamily="50" charset="-128"/>
            </a:endParaRPr>
          </a:p>
        </p:txBody>
      </p:sp>
      <p:sp>
        <p:nvSpPr>
          <p:cNvPr id="33" name="正方形/長方形 32">
            <a:extLst>
              <a:ext uri="{FF2B5EF4-FFF2-40B4-BE49-F238E27FC236}">
                <a16:creationId xmlns:a16="http://schemas.microsoft.com/office/drawing/2014/main" id="{312F037E-7282-3095-EB51-1C41FE6FDED7}"/>
              </a:ext>
            </a:extLst>
          </p:cNvPr>
          <p:cNvSpPr/>
          <p:nvPr/>
        </p:nvSpPr>
        <p:spPr>
          <a:xfrm>
            <a:off x="8547770" y="3119609"/>
            <a:ext cx="1080000" cy="2934057"/>
          </a:xfrm>
          <a:prstGeom prst="rect">
            <a:avLst/>
          </a:prstGeom>
          <a:solidFill>
            <a:schemeClr val="accent5">
              <a:lumMod val="40000"/>
              <a:lumOff val="60000"/>
            </a:schemeClr>
          </a:solidFill>
          <a:ln w="9525" cap="flat" cmpd="sng" algn="ctr">
            <a:solidFill>
              <a:schemeClr val="bg1">
                <a:lumMod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ja-JP" altLang="en-US" sz="1400" b="1">
                <a:solidFill>
                  <a:srgbClr val="000000"/>
                </a:solidFill>
                <a:latin typeface="Arial" panose="020B0604020202020204" pitchFamily="34" charset="0"/>
                <a:ea typeface="メイリオ" panose="020B0604030504040204" pitchFamily="50" charset="-128"/>
              </a:rPr>
              <a:t>現在</a:t>
            </a:r>
            <a:endParaRPr kumimoji="1" lang="en-US" altLang="ja-JP" sz="1400" b="1">
              <a:solidFill>
                <a:srgbClr val="000000"/>
              </a:solidFill>
              <a:latin typeface="Arial" panose="020B0604020202020204" pitchFamily="34" charset="0"/>
              <a:ea typeface="メイリオ" panose="020B0604030504040204" pitchFamily="50" charset="-128"/>
            </a:endParaRPr>
          </a:p>
        </p:txBody>
      </p:sp>
      <p:sp>
        <p:nvSpPr>
          <p:cNvPr id="41" name="正方形/長方形 40">
            <a:extLst>
              <a:ext uri="{FF2B5EF4-FFF2-40B4-BE49-F238E27FC236}">
                <a16:creationId xmlns:a16="http://schemas.microsoft.com/office/drawing/2014/main" id="{74AAC3A7-3EA0-19B3-EB0A-5430A938D29C}"/>
              </a:ext>
            </a:extLst>
          </p:cNvPr>
          <p:cNvSpPr/>
          <p:nvPr/>
        </p:nvSpPr>
        <p:spPr>
          <a:xfrm>
            <a:off x="9624840" y="3119609"/>
            <a:ext cx="1080000" cy="2934057"/>
          </a:xfrm>
          <a:prstGeom prst="rect">
            <a:avLst/>
          </a:prstGeom>
          <a:solidFill>
            <a:schemeClr val="accent5">
              <a:lumMod val="20000"/>
              <a:lumOff val="80000"/>
            </a:schemeClr>
          </a:solidFill>
          <a:ln w="9525" cap="flat" cmpd="sng" algn="ctr">
            <a:solidFill>
              <a:schemeClr val="bg1">
                <a:lumMod val="5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kumimoji="1" lang="ja-JP" altLang="en-US" sz="1400">
                <a:solidFill>
                  <a:srgbClr val="000000"/>
                </a:solidFill>
                <a:latin typeface="Arial" panose="020B0604020202020204" pitchFamily="34" charset="0"/>
                <a:ea typeface="メイリオ" panose="020B0604030504040204" pitchFamily="50" charset="-128"/>
              </a:rPr>
              <a:t>連続的な</a:t>
            </a:r>
            <a:br>
              <a:rPr lang="en-US" altLang="ja-JP" sz="1400">
                <a:solidFill>
                  <a:srgbClr val="000000"/>
                </a:solidFill>
                <a:latin typeface="Arial" panose="020B0604020202020204" pitchFamily="34" charset="0"/>
                <a:ea typeface="メイリオ" panose="020B0604030504040204" pitchFamily="50" charset="-128"/>
              </a:rPr>
            </a:br>
            <a:r>
              <a:rPr lang="ja-JP" altLang="en-US" sz="1400">
                <a:solidFill>
                  <a:srgbClr val="000000"/>
                </a:solidFill>
                <a:latin typeface="Arial" panose="020B0604020202020204" pitchFamily="34" charset="0"/>
                <a:ea typeface="メイリオ" panose="020B0604030504040204" pitchFamily="50" charset="-128"/>
              </a:rPr>
              <a:t>成長</a:t>
            </a:r>
            <a:endParaRPr kumimoji="1" lang="en-US" altLang="ja-JP" sz="1400">
              <a:solidFill>
                <a:srgbClr val="000000"/>
              </a:solidFill>
              <a:latin typeface="Arial" panose="020B0604020202020204" pitchFamily="34" charset="0"/>
              <a:ea typeface="メイリオ" panose="020B0604030504040204" pitchFamily="50" charset="-128"/>
            </a:endParaRPr>
          </a:p>
        </p:txBody>
      </p:sp>
      <p:sp>
        <p:nvSpPr>
          <p:cNvPr id="44" name="矢印: 上 43">
            <a:extLst>
              <a:ext uri="{FF2B5EF4-FFF2-40B4-BE49-F238E27FC236}">
                <a16:creationId xmlns:a16="http://schemas.microsoft.com/office/drawing/2014/main" id="{CEDE4266-936D-DCB2-E28B-D27D0EFF7907}"/>
              </a:ext>
            </a:extLst>
          </p:cNvPr>
          <p:cNvSpPr/>
          <p:nvPr/>
        </p:nvSpPr>
        <p:spPr>
          <a:xfrm>
            <a:off x="617141" y="2062001"/>
            <a:ext cx="720000" cy="1980000"/>
          </a:xfrm>
          <a:prstGeom prst="up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E11F9004-9C1E-9680-4E3A-C00C6FA2DCB1}"/>
              </a:ext>
            </a:extLst>
          </p:cNvPr>
          <p:cNvSpPr/>
          <p:nvPr/>
        </p:nvSpPr>
        <p:spPr>
          <a:xfrm>
            <a:off x="617141" y="2122961"/>
            <a:ext cx="720000" cy="400110"/>
          </a:xfrm>
          <a:prstGeom prst="rect">
            <a:avLst/>
          </a:prstGeom>
          <a:noFill/>
          <a:ln w="190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spAutoFit/>
          </a:bodyPr>
          <a:lstStyle/>
          <a:p>
            <a:pPr algn="ctr"/>
            <a:r>
              <a:rPr kumimoji="1" lang="en-US" altLang="ja-JP" sz="2000" err="1">
                <a:solidFill>
                  <a:schemeClr val="bg1"/>
                </a:solidFill>
                <a:latin typeface="Arial" panose="020B0604020202020204" pitchFamily="34" charset="0"/>
                <a:ea typeface="メイリオ" panose="020B0604030504040204" pitchFamily="50" charset="-128"/>
              </a:rPr>
              <a:t>toC</a:t>
            </a:r>
            <a:endParaRPr kumimoji="1" lang="en-US" altLang="ja-JP" sz="2000">
              <a:solidFill>
                <a:schemeClr val="bg1"/>
              </a:solidFill>
              <a:latin typeface="Arial" panose="020B0604020202020204" pitchFamily="34" charset="0"/>
              <a:ea typeface="メイリオ" panose="020B0604030504040204" pitchFamily="50" charset="-128"/>
            </a:endParaRPr>
          </a:p>
        </p:txBody>
      </p:sp>
      <p:sp>
        <p:nvSpPr>
          <p:cNvPr id="45" name="矢印: 上 44">
            <a:extLst>
              <a:ext uri="{FF2B5EF4-FFF2-40B4-BE49-F238E27FC236}">
                <a16:creationId xmlns:a16="http://schemas.microsoft.com/office/drawing/2014/main" id="{751CC02F-129E-514C-E38C-A4994431CA87}"/>
              </a:ext>
            </a:extLst>
          </p:cNvPr>
          <p:cNvSpPr/>
          <p:nvPr/>
        </p:nvSpPr>
        <p:spPr>
          <a:xfrm rot="10800000">
            <a:off x="617141" y="4181250"/>
            <a:ext cx="720000" cy="1980000"/>
          </a:xfrm>
          <a:prstGeom prst="up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8896558B-90DF-5893-EA66-74A88BA52675}"/>
              </a:ext>
            </a:extLst>
          </p:cNvPr>
          <p:cNvSpPr/>
          <p:nvPr/>
        </p:nvSpPr>
        <p:spPr>
          <a:xfrm>
            <a:off x="617141" y="5684939"/>
            <a:ext cx="720000" cy="400110"/>
          </a:xfrm>
          <a:prstGeom prst="rect">
            <a:avLst/>
          </a:prstGeom>
          <a:noFill/>
          <a:ln w="190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spAutoFit/>
          </a:bodyPr>
          <a:lstStyle/>
          <a:p>
            <a:pPr algn="ctr"/>
            <a:r>
              <a:rPr kumimoji="1" lang="en-US" altLang="ja-JP" sz="2000" err="1">
                <a:solidFill>
                  <a:schemeClr val="bg1"/>
                </a:solidFill>
                <a:latin typeface="Arial" panose="020B0604020202020204" pitchFamily="34" charset="0"/>
                <a:ea typeface="メイリオ" panose="020B0604030504040204" pitchFamily="50" charset="-128"/>
              </a:rPr>
              <a:t>toB</a:t>
            </a:r>
            <a:endParaRPr kumimoji="1" lang="en-US" altLang="ja-JP" sz="2000">
              <a:solidFill>
                <a:schemeClr val="bg1"/>
              </a:solidFill>
              <a:latin typeface="Arial" panose="020B0604020202020204" pitchFamily="34" charset="0"/>
              <a:ea typeface="メイリオ" panose="020B0604030504040204" pitchFamily="50" charset="-128"/>
            </a:endParaRPr>
          </a:p>
        </p:txBody>
      </p:sp>
      <p:sp>
        <p:nvSpPr>
          <p:cNvPr id="46" name="矢印: 上 45">
            <a:extLst>
              <a:ext uri="{FF2B5EF4-FFF2-40B4-BE49-F238E27FC236}">
                <a16:creationId xmlns:a16="http://schemas.microsoft.com/office/drawing/2014/main" id="{CFCEC30D-644B-4256-A4D3-B526A2B8FFF2}"/>
              </a:ext>
            </a:extLst>
          </p:cNvPr>
          <p:cNvSpPr/>
          <p:nvPr/>
        </p:nvSpPr>
        <p:spPr>
          <a:xfrm rot="-5400000">
            <a:off x="8367770" y="3588459"/>
            <a:ext cx="360000" cy="720000"/>
          </a:xfrm>
          <a:prstGeom prst="up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矢印: 上 46">
            <a:extLst>
              <a:ext uri="{FF2B5EF4-FFF2-40B4-BE49-F238E27FC236}">
                <a16:creationId xmlns:a16="http://schemas.microsoft.com/office/drawing/2014/main" id="{45F56A49-9A05-3081-CA2C-30F721F29014}"/>
              </a:ext>
            </a:extLst>
          </p:cNvPr>
          <p:cNvSpPr/>
          <p:nvPr/>
        </p:nvSpPr>
        <p:spPr>
          <a:xfrm rot="5400000">
            <a:off x="9461545" y="3156184"/>
            <a:ext cx="360000" cy="720000"/>
          </a:xfrm>
          <a:prstGeom prst="up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矢印: 上 47">
            <a:extLst>
              <a:ext uri="{FF2B5EF4-FFF2-40B4-BE49-F238E27FC236}">
                <a16:creationId xmlns:a16="http://schemas.microsoft.com/office/drawing/2014/main" id="{C9EA5915-67CF-A6AC-4EE1-36CBADC7B819}"/>
              </a:ext>
            </a:extLst>
          </p:cNvPr>
          <p:cNvSpPr/>
          <p:nvPr/>
        </p:nvSpPr>
        <p:spPr>
          <a:xfrm rot="5400000">
            <a:off x="9485725" y="5135290"/>
            <a:ext cx="360000" cy="720000"/>
          </a:xfrm>
          <a:prstGeom prst="up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Clients">
            <a:extLst>
              <a:ext uri="{FF2B5EF4-FFF2-40B4-BE49-F238E27FC236}">
                <a16:creationId xmlns:a16="http://schemas.microsoft.com/office/drawing/2014/main" id="{39BCBC2C-2605-FC32-A262-727426CB082F}"/>
              </a:ext>
            </a:extLst>
          </p:cNvPr>
          <p:cNvSpPr/>
          <p:nvPr/>
        </p:nvSpPr>
        <p:spPr>
          <a:xfrm>
            <a:off x="8023819" y="76029"/>
            <a:ext cx="2881313" cy="571500"/>
          </a:xfrm>
          <a:prstGeom prst="rect">
            <a:avLst/>
          </a:prstGeom>
          <a:solidFill>
            <a:srgbClr val="AED0DB"/>
          </a:solidFill>
          <a:ln w="12700" cap="flat" cmpd="sng" algn="ctr">
            <a:noFill/>
            <a:prstDash val="solid"/>
            <a:miter lim="800000"/>
          </a:ln>
          <a:effectLst>
            <a:prstShdw prst="shdw6" dist="35921" dir="2699995">
              <a:scrgbClr r="0" g="0" b="0"/>
            </a:prstShdw>
          </a:effectLst>
          <a:extLst>
            <a:ext uri="{91240B29-F687-4F45-9708-019B960494DF}">
              <a14:hiddenLine xmlns:a14="http://schemas.microsoft.com/office/drawing/2010/main" w="12700" cap="flat" cmpd="sng" algn="ctr">
                <a:solidFill>
                  <a:schemeClr val="accent1"/>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kumimoji="1" lang="en-US" altLang="ja-JP" sz="1200">
                <a:solidFill>
                  <a:srgbClr val="000000"/>
                </a:solidFill>
              </a:rPr>
              <a:t>12/8</a:t>
            </a:r>
            <a:r>
              <a:rPr kumimoji="1" lang="ja-JP" altLang="en-US" sz="1200">
                <a:solidFill>
                  <a:srgbClr val="000000"/>
                </a:solidFill>
              </a:rPr>
              <a:t>（月）の</a:t>
            </a:r>
            <a:r>
              <a:rPr kumimoji="1" lang="en-US" altLang="ja-JP" sz="1200">
                <a:solidFill>
                  <a:srgbClr val="000000"/>
                </a:solidFill>
              </a:rPr>
              <a:t>WG MTG</a:t>
            </a:r>
            <a:r>
              <a:rPr kumimoji="1" lang="ja-JP" altLang="en-US" sz="1200">
                <a:solidFill>
                  <a:srgbClr val="000000"/>
                </a:solidFill>
              </a:rPr>
              <a:t>の資料</a:t>
            </a:r>
          </a:p>
        </p:txBody>
      </p:sp>
    </p:spTree>
    <p:extLst>
      <p:ext uri="{BB962C8B-B14F-4D97-AF65-F5344CB8AC3E}">
        <p14:creationId xmlns:p14="http://schemas.microsoft.com/office/powerpoint/2010/main" val="23799560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AC591-4380-F5C8-6AD7-1520B7D6DF3B}"/>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E556B7CB-013A-66F3-6B8A-EED7B19FB094}"/>
              </a:ext>
            </a:extLst>
          </p:cNvPr>
          <p:cNvSpPr>
            <a:spLocks noGrp="1"/>
          </p:cNvSpPr>
          <p:nvPr>
            <p:ph type="body" sz="quarter" idx="12"/>
          </p:nvPr>
        </p:nvSpPr>
        <p:spPr/>
        <p:txBody>
          <a:bodyPr/>
          <a:lstStyle/>
          <a:p>
            <a:r>
              <a:rPr lang="ja-JP" altLang="en-US"/>
              <a:t>支援チーム内で今後の推進スケジュール案（</a:t>
            </a:r>
            <a:r>
              <a:rPr lang="en-US" altLang="ja-JP"/>
              <a:t>WBS</a:t>
            </a:r>
            <a:r>
              <a:rPr lang="ja-JP" altLang="en-US"/>
              <a:t>）を作成済み。</a:t>
            </a:r>
            <a:br>
              <a:rPr lang="en-US" altLang="ja-JP"/>
            </a:br>
            <a:r>
              <a:rPr lang="ja-JP" altLang="en-US"/>
              <a:t>生活の定期券のサービス案の検討も開始。初回の分科会は、</a:t>
            </a:r>
            <a:r>
              <a:rPr lang="en-US" altLang="ja-JP"/>
              <a:t>12/11</a:t>
            </a:r>
            <a:r>
              <a:rPr lang="ja-JP" altLang="en-US"/>
              <a:t>（木）実施予定</a:t>
            </a:r>
            <a:endParaRPr kumimoji="1" lang="ja-JP" altLang="en-US"/>
          </a:p>
        </p:txBody>
      </p:sp>
      <p:sp>
        <p:nvSpPr>
          <p:cNvPr id="4" name="テキスト プレースホルダー 3">
            <a:extLst>
              <a:ext uri="{FF2B5EF4-FFF2-40B4-BE49-F238E27FC236}">
                <a16:creationId xmlns:a16="http://schemas.microsoft.com/office/drawing/2014/main" id="{76290565-08B2-DAA5-79AC-C9FBFF7E5ACB}"/>
              </a:ext>
            </a:extLst>
          </p:cNvPr>
          <p:cNvSpPr>
            <a:spLocks noGrp="1"/>
          </p:cNvSpPr>
          <p:nvPr>
            <p:ph type="body" sz="quarter" idx="10"/>
          </p:nvPr>
        </p:nvSpPr>
        <p:spPr/>
        <p:txBody>
          <a:bodyPr/>
          <a:lstStyle/>
          <a:p>
            <a:r>
              <a:rPr kumimoji="1" lang="en-US" altLang="ja-JP">
                <a:solidFill>
                  <a:schemeClr val="tx1"/>
                </a:solidFill>
              </a:rPr>
              <a:t>04_</a:t>
            </a:r>
            <a:r>
              <a:rPr lang="ja-JP" altLang="en-US">
                <a:solidFill>
                  <a:schemeClr val="tx1"/>
                </a:solidFill>
              </a:rPr>
              <a:t>分科会</a:t>
            </a:r>
            <a:r>
              <a:rPr lang="en-US" altLang="ja-JP">
                <a:solidFill>
                  <a:schemeClr val="tx1"/>
                </a:solidFill>
              </a:rPr>
              <a:t>A-2</a:t>
            </a:r>
            <a:r>
              <a:rPr lang="ja-JP" altLang="en-US">
                <a:solidFill>
                  <a:schemeClr val="tx1"/>
                </a:solidFill>
              </a:rPr>
              <a:t>（</a:t>
            </a:r>
            <a:r>
              <a:rPr lang="en-US" altLang="ja-JP">
                <a:solidFill>
                  <a:schemeClr val="tx1"/>
                </a:solidFill>
              </a:rPr>
              <a:t>club</a:t>
            </a:r>
            <a:r>
              <a:rPr lang="ja-JP" altLang="en-US">
                <a:solidFill>
                  <a:schemeClr val="tx1"/>
                </a:solidFill>
              </a:rPr>
              <a:t>、生活の定期券）</a:t>
            </a:r>
            <a:endParaRPr kumimoji="1" lang="ja-JP" altLang="en-US">
              <a:solidFill>
                <a:schemeClr val="tx1"/>
              </a:solidFill>
            </a:endParaRPr>
          </a:p>
        </p:txBody>
      </p:sp>
      <p:grpSp>
        <p:nvGrpSpPr>
          <p:cNvPr id="5" name="グループ化 4">
            <a:extLst>
              <a:ext uri="{FF2B5EF4-FFF2-40B4-BE49-F238E27FC236}">
                <a16:creationId xmlns:a16="http://schemas.microsoft.com/office/drawing/2014/main" id="{3BC7029C-1EA2-25A5-4934-FE54E3A58C84}"/>
              </a:ext>
            </a:extLst>
          </p:cNvPr>
          <p:cNvGrpSpPr/>
          <p:nvPr/>
        </p:nvGrpSpPr>
        <p:grpSpPr>
          <a:xfrm>
            <a:off x="337608" y="2905887"/>
            <a:ext cx="11518667" cy="1080000"/>
            <a:chOff x="337608" y="1776412"/>
            <a:chExt cx="11518667" cy="972000"/>
          </a:xfrm>
        </p:grpSpPr>
        <p:sp>
          <p:nvSpPr>
            <p:cNvPr id="6" name="正方形/長方形 5">
              <a:extLst>
                <a:ext uri="{FF2B5EF4-FFF2-40B4-BE49-F238E27FC236}">
                  <a16:creationId xmlns:a16="http://schemas.microsoft.com/office/drawing/2014/main" id="{45297E65-7C19-4020-595E-A44162EAD973}"/>
                </a:ext>
              </a:extLst>
            </p:cNvPr>
            <p:cNvSpPr/>
            <p:nvPr/>
          </p:nvSpPr>
          <p:spPr>
            <a:xfrm>
              <a:off x="337608" y="1776412"/>
              <a:ext cx="1800000" cy="9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t>先週の</a:t>
              </a:r>
              <a:br>
                <a:rPr kumimoji="1" lang="en-US" altLang="ja-JP" sz="1400"/>
              </a:br>
              <a:r>
                <a:rPr kumimoji="1" lang="ja-JP" altLang="en-US" sz="1400"/>
                <a:t>実施アクション</a:t>
              </a:r>
              <a:endParaRPr kumimoji="1" lang="ja-JP" altLang="en-US" sz="1400" baseline="30000"/>
            </a:p>
          </p:txBody>
        </p:sp>
        <p:sp>
          <p:nvSpPr>
            <p:cNvPr id="8" name="正方形/長方形 7">
              <a:extLst>
                <a:ext uri="{FF2B5EF4-FFF2-40B4-BE49-F238E27FC236}">
                  <a16:creationId xmlns:a16="http://schemas.microsoft.com/office/drawing/2014/main" id="{EE3D4ED0-7A0F-91BB-E6B6-AB3C11DA584B}"/>
                </a:ext>
              </a:extLst>
            </p:cNvPr>
            <p:cNvSpPr/>
            <p:nvPr/>
          </p:nvSpPr>
          <p:spPr>
            <a:xfrm>
              <a:off x="2316275" y="1776412"/>
              <a:ext cx="9540000" cy="97200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171450" indent="-171450">
                <a:lnSpc>
                  <a:spcPct val="120000"/>
                </a:lnSpc>
                <a:buFont typeface="Arial" panose="020B0604020202020204" pitchFamily="34" charset="0"/>
                <a:buChar char="•"/>
              </a:pPr>
              <a:r>
                <a:rPr kumimoji="1" lang="ja-JP" altLang="en-US" sz="1400">
                  <a:solidFill>
                    <a:schemeClr val="tx1"/>
                  </a:solidFill>
                </a:rPr>
                <a:t>過去の検討や現状に関する資料の確認</a:t>
              </a:r>
              <a:endParaRPr kumimoji="1" lang="en-US" altLang="ja-JP" sz="1400">
                <a:solidFill>
                  <a:schemeClr val="tx1"/>
                </a:solidFill>
              </a:endParaRPr>
            </a:p>
            <a:p>
              <a:pPr marL="171450" indent="-171450">
                <a:lnSpc>
                  <a:spcPct val="120000"/>
                </a:lnSpc>
                <a:buFont typeface="Arial" panose="020B0604020202020204" pitchFamily="34" charset="0"/>
                <a:buChar char="•"/>
              </a:pPr>
              <a:r>
                <a:rPr lang="ja-JP" altLang="en-US" sz="1400">
                  <a:solidFill>
                    <a:schemeClr val="tx1"/>
                  </a:solidFill>
                </a:rPr>
                <a:t>支援チーム側での今後の推進スケジュール（</a:t>
              </a:r>
              <a:r>
                <a:rPr lang="en-US" altLang="ja-JP" sz="1400">
                  <a:solidFill>
                    <a:schemeClr val="tx1"/>
                  </a:solidFill>
                </a:rPr>
                <a:t>WBS</a:t>
              </a:r>
              <a:r>
                <a:rPr lang="ja-JP" altLang="en-US" sz="1400">
                  <a:solidFill>
                    <a:schemeClr val="tx1"/>
                  </a:solidFill>
                </a:rPr>
                <a:t>）案の検討</a:t>
              </a:r>
              <a:endParaRPr lang="en-US" altLang="ja-JP" sz="1400">
                <a:solidFill>
                  <a:schemeClr val="tx1"/>
                </a:solidFill>
              </a:endParaRPr>
            </a:p>
            <a:p>
              <a:pPr marL="171450" indent="-171450">
                <a:lnSpc>
                  <a:spcPct val="120000"/>
                </a:lnSpc>
                <a:buFont typeface="Arial" panose="020B0604020202020204" pitchFamily="34" charset="0"/>
                <a:buChar char="•"/>
              </a:pPr>
              <a:r>
                <a:rPr kumimoji="1" lang="ja-JP" altLang="en-US" sz="1400">
                  <a:solidFill>
                    <a:schemeClr val="tx1"/>
                  </a:solidFill>
                </a:rPr>
                <a:t>生活の定期券のサービス案の検討を開始</a:t>
              </a:r>
              <a:endParaRPr kumimoji="1" lang="en-US" altLang="ja-JP" sz="1400">
                <a:solidFill>
                  <a:schemeClr val="tx1"/>
                </a:solidFill>
              </a:endParaRPr>
            </a:p>
            <a:p>
              <a:pPr marL="171450" indent="-171450">
                <a:lnSpc>
                  <a:spcPct val="120000"/>
                </a:lnSpc>
                <a:buFont typeface="Arial" panose="020B0604020202020204" pitchFamily="34" charset="0"/>
                <a:buChar char="•"/>
              </a:pPr>
              <a:r>
                <a:rPr lang="ja-JP" altLang="en-US" sz="1400">
                  <a:solidFill>
                    <a:schemeClr val="tx1"/>
                  </a:solidFill>
                </a:rPr>
                <a:t>初回分科会の日程調整（</a:t>
              </a:r>
              <a:r>
                <a:rPr lang="en-US" altLang="ja-JP" sz="1400">
                  <a:solidFill>
                    <a:schemeClr val="tx1"/>
                  </a:solidFill>
                </a:rPr>
                <a:t>12/22</a:t>
              </a:r>
              <a:r>
                <a:rPr lang="ja-JP" altLang="en-US" sz="1400">
                  <a:solidFill>
                    <a:schemeClr val="tx1"/>
                  </a:solidFill>
                </a:rPr>
                <a:t>木 </a:t>
              </a:r>
              <a:r>
                <a:rPr lang="en-US" altLang="ja-JP" sz="1400">
                  <a:solidFill>
                    <a:schemeClr val="tx1"/>
                  </a:solidFill>
                </a:rPr>
                <a:t>12:00</a:t>
              </a:r>
              <a:r>
                <a:rPr lang="ja-JP" altLang="en-US" sz="1400">
                  <a:solidFill>
                    <a:schemeClr val="tx1"/>
                  </a:solidFill>
                </a:rPr>
                <a:t>～</a:t>
              </a:r>
              <a:r>
                <a:rPr lang="en-US" altLang="ja-JP" sz="1400">
                  <a:solidFill>
                    <a:schemeClr val="tx1"/>
                  </a:solidFill>
                </a:rPr>
                <a:t>13:00</a:t>
              </a:r>
              <a:r>
                <a:rPr lang="ja-JP" altLang="en-US" sz="1400">
                  <a:solidFill>
                    <a:schemeClr val="tx1"/>
                  </a:solidFill>
                </a:rPr>
                <a:t>にて実施予定）</a:t>
              </a:r>
              <a:endParaRPr kumimoji="1" lang="en-US" altLang="ja-JP" sz="1400">
                <a:solidFill>
                  <a:schemeClr val="tx1"/>
                </a:solidFill>
              </a:endParaRPr>
            </a:p>
          </p:txBody>
        </p:sp>
      </p:grpSp>
      <p:grpSp>
        <p:nvGrpSpPr>
          <p:cNvPr id="9" name="グループ化 8">
            <a:extLst>
              <a:ext uri="{FF2B5EF4-FFF2-40B4-BE49-F238E27FC236}">
                <a16:creationId xmlns:a16="http://schemas.microsoft.com/office/drawing/2014/main" id="{DC3C568E-DC2F-82E2-8758-8A47B0FCF211}"/>
              </a:ext>
            </a:extLst>
          </p:cNvPr>
          <p:cNvGrpSpPr/>
          <p:nvPr/>
        </p:nvGrpSpPr>
        <p:grpSpPr>
          <a:xfrm>
            <a:off x="338371" y="4742773"/>
            <a:ext cx="11518667" cy="648000"/>
            <a:chOff x="337608" y="1776412"/>
            <a:chExt cx="11518667" cy="972000"/>
          </a:xfrm>
        </p:grpSpPr>
        <p:sp>
          <p:nvSpPr>
            <p:cNvPr id="10" name="正方形/長方形 9">
              <a:extLst>
                <a:ext uri="{FF2B5EF4-FFF2-40B4-BE49-F238E27FC236}">
                  <a16:creationId xmlns:a16="http://schemas.microsoft.com/office/drawing/2014/main" id="{A4C76E54-7170-F657-FB88-0C413932E85F}"/>
                </a:ext>
              </a:extLst>
            </p:cNvPr>
            <p:cNvSpPr/>
            <p:nvPr/>
          </p:nvSpPr>
          <p:spPr>
            <a:xfrm>
              <a:off x="337608" y="1776412"/>
              <a:ext cx="1800000" cy="9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t>課題</a:t>
              </a:r>
              <a:endParaRPr kumimoji="1" lang="ja-JP" altLang="en-US" sz="1400" baseline="30000"/>
            </a:p>
          </p:txBody>
        </p:sp>
        <p:sp>
          <p:nvSpPr>
            <p:cNvPr id="11" name="正方形/長方形 10">
              <a:extLst>
                <a:ext uri="{FF2B5EF4-FFF2-40B4-BE49-F238E27FC236}">
                  <a16:creationId xmlns:a16="http://schemas.microsoft.com/office/drawing/2014/main" id="{33A1ED05-B91C-E531-8A87-F6E3F1A86704}"/>
                </a:ext>
              </a:extLst>
            </p:cNvPr>
            <p:cNvSpPr/>
            <p:nvPr/>
          </p:nvSpPr>
          <p:spPr>
            <a:xfrm>
              <a:off x="2316275" y="1776412"/>
              <a:ext cx="9540000" cy="97200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171450" indent="-171450">
                <a:lnSpc>
                  <a:spcPct val="130000"/>
                </a:lnSpc>
                <a:buFont typeface="Arial" panose="020B0604020202020204" pitchFamily="34" charset="0"/>
                <a:buChar char="•"/>
              </a:pPr>
              <a:r>
                <a:rPr lang="ja-JP" altLang="en-US" sz="1400">
                  <a:solidFill>
                    <a:schemeClr val="tx1"/>
                  </a:solidFill>
                </a:rPr>
                <a:t>ー</a:t>
              </a:r>
              <a:endParaRPr lang="en-US" altLang="ja-JP" sz="1400">
                <a:solidFill>
                  <a:schemeClr val="tx1"/>
                </a:solidFill>
              </a:endParaRPr>
            </a:p>
          </p:txBody>
        </p:sp>
      </p:grpSp>
      <p:grpSp>
        <p:nvGrpSpPr>
          <p:cNvPr id="12" name="グループ化 11">
            <a:extLst>
              <a:ext uri="{FF2B5EF4-FFF2-40B4-BE49-F238E27FC236}">
                <a16:creationId xmlns:a16="http://schemas.microsoft.com/office/drawing/2014/main" id="{2D2233EF-07B4-75DC-372F-FC04A6142F0D}"/>
              </a:ext>
            </a:extLst>
          </p:cNvPr>
          <p:cNvGrpSpPr/>
          <p:nvPr/>
        </p:nvGrpSpPr>
        <p:grpSpPr>
          <a:xfrm>
            <a:off x="337608" y="4040330"/>
            <a:ext cx="11518667" cy="648000"/>
            <a:chOff x="337608" y="1776412"/>
            <a:chExt cx="11518667" cy="972000"/>
          </a:xfrm>
        </p:grpSpPr>
        <p:sp>
          <p:nvSpPr>
            <p:cNvPr id="13" name="正方形/長方形 12">
              <a:extLst>
                <a:ext uri="{FF2B5EF4-FFF2-40B4-BE49-F238E27FC236}">
                  <a16:creationId xmlns:a16="http://schemas.microsoft.com/office/drawing/2014/main" id="{63A7666B-1E5E-DCD4-BD62-EF7B4B2B16F3}"/>
                </a:ext>
              </a:extLst>
            </p:cNvPr>
            <p:cNvSpPr/>
            <p:nvPr/>
          </p:nvSpPr>
          <p:spPr>
            <a:xfrm>
              <a:off x="337608" y="1776412"/>
              <a:ext cx="1800000" cy="9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t>決定事項</a:t>
              </a:r>
              <a:endParaRPr kumimoji="1" lang="en-US" altLang="ja-JP" sz="1400"/>
            </a:p>
          </p:txBody>
        </p:sp>
        <p:sp>
          <p:nvSpPr>
            <p:cNvPr id="14" name="正方形/長方形 13">
              <a:extLst>
                <a:ext uri="{FF2B5EF4-FFF2-40B4-BE49-F238E27FC236}">
                  <a16:creationId xmlns:a16="http://schemas.microsoft.com/office/drawing/2014/main" id="{ABE2C6E1-3446-FB08-AB40-981D6F8E4A67}"/>
                </a:ext>
              </a:extLst>
            </p:cNvPr>
            <p:cNvSpPr/>
            <p:nvPr/>
          </p:nvSpPr>
          <p:spPr>
            <a:xfrm>
              <a:off x="2316275" y="1776412"/>
              <a:ext cx="9540000" cy="97200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171450" indent="-171450">
                <a:lnSpc>
                  <a:spcPct val="120000"/>
                </a:lnSpc>
                <a:buFont typeface="Arial" panose="020B0604020202020204" pitchFamily="34" charset="0"/>
                <a:buChar char="•"/>
              </a:pPr>
              <a:r>
                <a:rPr lang="ja-JP" altLang="en-US" sz="1400">
                  <a:solidFill>
                    <a:schemeClr val="tx1"/>
                  </a:solidFill>
                </a:rPr>
                <a:t>ー</a:t>
              </a:r>
            </a:p>
          </p:txBody>
        </p:sp>
      </p:grpSp>
      <p:grpSp>
        <p:nvGrpSpPr>
          <p:cNvPr id="15" name="グループ化 14">
            <a:extLst>
              <a:ext uri="{FF2B5EF4-FFF2-40B4-BE49-F238E27FC236}">
                <a16:creationId xmlns:a16="http://schemas.microsoft.com/office/drawing/2014/main" id="{8715BE5B-7025-798F-09EF-0B4EE5F80565}"/>
              </a:ext>
            </a:extLst>
          </p:cNvPr>
          <p:cNvGrpSpPr/>
          <p:nvPr/>
        </p:nvGrpSpPr>
        <p:grpSpPr>
          <a:xfrm>
            <a:off x="338371" y="5445215"/>
            <a:ext cx="11518667" cy="720000"/>
            <a:chOff x="337608" y="1776412"/>
            <a:chExt cx="11518667" cy="972000"/>
          </a:xfrm>
        </p:grpSpPr>
        <p:sp>
          <p:nvSpPr>
            <p:cNvPr id="16" name="正方形/長方形 15">
              <a:extLst>
                <a:ext uri="{FF2B5EF4-FFF2-40B4-BE49-F238E27FC236}">
                  <a16:creationId xmlns:a16="http://schemas.microsoft.com/office/drawing/2014/main" id="{76F23BC7-4A03-0C23-0C69-02FB6AF79652}"/>
                </a:ext>
              </a:extLst>
            </p:cNvPr>
            <p:cNvSpPr/>
            <p:nvPr/>
          </p:nvSpPr>
          <p:spPr>
            <a:xfrm>
              <a:off x="337608" y="1776412"/>
              <a:ext cx="1800000" cy="9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t>今後の</a:t>
              </a:r>
              <a:br>
                <a:rPr kumimoji="1" lang="en-US" altLang="ja-JP" sz="1400"/>
              </a:br>
              <a:r>
                <a:rPr kumimoji="1" lang="ja-JP" altLang="en-US" sz="1400"/>
                <a:t>想定アクション</a:t>
              </a:r>
              <a:endParaRPr kumimoji="1" lang="ja-JP" altLang="en-US" sz="1400" baseline="30000"/>
            </a:p>
          </p:txBody>
        </p:sp>
        <p:sp>
          <p:nvSpPr>
            <p:cNvPr id="17" name="正方形/長方形 16">
              <a:extLst>
                <a:ext uri="{FF2B5EF4-FFF2-40B4-BE49-F238E27FC236}">
                  <a16:creationId xmlns:a16="http://schemas.microsoft.com/office/drawing/2014/main" id="{1082D1B1-D6EA-F5F4-0FDB-2CD005AF7DF6}"/>
                </a:ext>
              </a:extLst>
            </p:cNvPr>
            <p:cNvSpPr/>
            <p:nvPr/>
          </p:nvSpPr>
          <p:spPr>
            <a:xfrm>
              <a:off x="2316275" y="1776412"/>
              <a:ext cx="9540000" cy="97200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171450" indent="-171450">
                <a:lnSpc>
                  <a:spcPct val="120000"/>
                </a:lnSpc>
                <a:buFont typeface="Arial" panose="020B0604020202020204" pitchFamily="34" charset="0"/>
                <a:buChar char="•"/>
              </a:pPr>
              <a:r>
                <a:rPr lang="ja-JP" altLang="en-US" sz="1400">
                  <a:solidFill>
                    <a:schemeClr val="tx1"/>
                  </a:solidFill>
                </a:rPr>
                <a:t>初回の分科会</a:t>
              </a:r>
              <a:r>
                <a:rPr lang="en-US" altLang="ja-JP" sz="1400">
                  <a:solidFill>
                    <a:schemeClr val="tx1"/>
                  </a:solidFill>
                </a:rPr>
                <a:t>MTG</a:t>
              </a:r>
              <a:r>
                <a:rPr lang="ja-JP" altLang="en-US" sz="1400">
                  <a:solidFill>
                    <a:schemeClr val="tx1"/>
                  </a:solidFill>
                </a:rPr>
                <a:t>にて、今後の推進スケジュール（</a:t>
              </a:r>
              <a:r>
                <a:rPr lang="en-US" altLang="ja-JP" sz="1400">
                  <a:solidFill>
                    <a:schemeClr val="tx1"/>
                  </a:solidFill>
                </a:rPr>
                <a:t>WBS</a:t>
              </a:r>
              <a:r>
                <a:rPr lang="ja-JP" altLang="en-US" sz="1400">
                  <a:solidFill>
                    <a:schemeClr val="tx1"/>
                  </a:solidFill>
                </a:rPr>
                <a:t>）案を確認・検討</a:t>
              </a:r>
              <a:endParaRPr lang="en-US" altLang="ja-JP" sz="1400">
                <a:solidFill>
                  <a:schemeClr val="tx1"/>
                </a:solidFill>
              </a:endParaRPr>
            </a:p>
            <a:p>
              <a:pPr marL="171450" indent="-171450">
                <a:lnSpc>
                  <a:spcPct val="120000"/>
                </a:lnSpc>
                <a:buFont typeface="Arial" panose="020B0604020202020204" pitchFamily="34" charset="0"/>
                <a:buChar char="•"/>
              </a:pPr>
              <a:r>
                <a:rPr lang="ja-JP" altLang="en-US" sz="1400">
                  <a:solidFill>
                    <a:schemeClr val="tx1"/>
                  </a:solidFill>
                </a:rPr>
                <a:t>受容性検証に向けた準備（想定ターゲットの設定や、</a:t>
              </a:r>
              <a:r>
                <a:rPr lang="en-US" altLang="ja-JP" sz="1400">
                  <a:solidFill>
                    <a:schemeClr val="tx1"/>
                  </a:solidFill>
                </a:rPr>
                <a:t>VPC</a:t>
              </a:r>
              <a:r>
                <a:rPr lang="ja-JP" altLang="en-US" sz="1400">
                  <a:solidFill>
                    <a:schemeClr val="tx1"/>
                  </a:solidFill>
                </a:rPr>
                <a:t>の作成、等）</a:t>
              </a:r>
              <a:endParaRPr lang="en-US" altLang="ja-JP" sz="1400">
                <a:solidFill>
                  <a:schemeClr val="tx1"/>
                </a:solidFill>
              </a:endParaRPr>
            </a:p>
          </p:txBody>
        </p:sp>
      </p:grpSp>
      <p:grpSp>
        <p:nvGrpSpPr>
          <p:cNvPr id="20" name="グループ化 19">
            <a:extLst>
              <a:ext uri="{FF2B5EF4-FFF2-40B4-BE49-F238E27FC236}">
                <a16:creationId xmlns:a16="http://schemas.microsoft.com/office/drawing/2014/main" id="{247E0607-0E41-F049-5644-3A12B83DCC75}"/>
              </a:ext>
            </a:extLst>
          </p:cNvPr>
          <p:cNvGrpSpPr/>
          <p:nvPr/>
        </p:nvGrpSpPr>
        <p:grpSpPr>
          <a:xfrm>
            <a:off x="337608" y="1771444"/>
            <a:ext cx="11518667" cy="1080000"/>
            <a:chOff x="337608" y="1776412"/>
            <a:chExt cx="11518667" cy="972000"/>
          </a:xfrm>
        </p:grpSpPr>
        <p:sp>
          <p:nvSpPr>
            <p:cNvPr id="21" name="正方形/長方形 20">
              <a:extLst>
                <a:ext uri="{FF2B5EF4-FFF2-40B4-BE49-F238E27FC236}">
                  <a16:creationId xmlns:a16="http://schemas.microsoft.com/office/drawing/2014/main" id="{1D11DC7D-8B37-3829-BEBF-2DBE313B0AFB}"/>
                </a:ext>
              </a:extLst>
            </p:cNvPr>
            <p:cNvSpPr/>
            <p:nvPr/>
          </p:nvSpPr>
          <p:spPr>
            <a:xfrm>
              <a:off x="337608" y="1776412"/>
              <a:ext cx="1800000" cy="9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mn-ea"/>
                </a:rPr>
                <a:t>分科会の</a:t>
              </a:r>
              <a:br>
                <a:rPr kumimoji="1" lang="en-US" altLang="ja-JP" sz="1400">
                  <a:latin typeface="+mn-ea"/>
                </a:rPr>
              </a:br>
              <a:r>
                <a:rPr kumimoji="1" lang="ja-JP" altLang="en-US" sz="1400">
                  <a:latin typeface="+mn-ea"/>
                </a:rPr>
                <a:t>基本情報</a:t>
              </a:r>
            </a:p>
          </p:txBody>
        </p:sp>
        <p:sp>
          <p:nvSpPr>
            <p:cNvPr id="22" name="正方形/長方形 21">
              <a:extLst>
                <a:ext uri="{FF2B5EF4-FFF2-40B4-BE49-F238E27FC236}">
                  <a16:creationId xmlns:a16="http://schemas.microsoft.com/office/drawing/2014/main" id="{3335990A-3CAF-9F33-CEFA-FE47153C60F3}"/>
                </a:ext>
              </a:extLst>
            </p:cNvPr>
            <p:cNvSpPr/>
            <p:nvPr/>
          </p:nvSpPr>
          <p:spPr>
            <a:xfrm>
              <a:off x="2316275" y="1776412"/>
              <a:ext cx="9540000" cy="97200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171450" indent="-171450">
                <a:lnSpc>
                  <a:spcPct val="120000"/>
                </a:lnSpc>
                <a:buFont typeface="Arial" panose="020B0604020202020204" pitchFamily="34" charset="0"/>
                <a:buChar char="•"/>
              </a:pPr>
              <a:r>
                <a:rPr lang="ja-JP" altLang="en-US" sz="1400" u="sng" dirty="0">
                  <a:solidFill>
                    <a:schemeClr val="tx1"/>
                  </a:solidFill>
                </a:rPr>
                <a:t>取扱テーマ</a:t>
              </a:r>
              <a:r>
                <a:rPr lang="ja-JP" altLang="en-US" sz="1400" dirty="0">
                  <a:solidFill>
                    <a:schemeClr val="tx1"/>
                  </a:solidFill>
                </a:rPr>
                <a:t>：</a:t>
              </a:r>
              <a:r>
                <a:rPr lang="en-US" altLang="ja-JP" sz="1400" dirty="0">
                  <a:solidFill>
                    <a:schemeClr val="tx1"/>
                  </a:solidFill>
                </a:rPr>
                <a:t>A-1</a:t>
              </a:r>
              <a:r>
                <a:rPr lang="ja-JP" altLang="en-US" sz="1400" dirty="0">
                  <a:solidFill>
                    <a:schemeClr val="tx1"/>
                  </a:solidFill>
                </a:rPr>
                <a:t>（</a:t>
              </a:r>
              <a:r>
                <a:rPr lang="en-US" altLang="ja-JP" sz="1400" dirty="0">
                  <a:solidFill>
                    <a:schemeClr val="tx1"/>
                  </a:solidFill>
                </a:rPr>
                <a:t>Suica</a:t>
              </a:r>
              <a:r>
                <a:rPr lang="ja-JP" altLang="en-US" sz="1400" dirty="0">
                  <a:solidFill>
                    <a:schemeClr val="tx1"/>
                  </a:solidFill>
                </a:rPr>
                <a:t>経済圏成長のためのカテゴリー横断仮説）</a:t>
              </a:r>
              <a:endParaRPr lang="en-US" altLang="ja-JP" sz="1400" dirty="0">
                <a:solidFill>
                  <a:schemeClr val="tx1"/>
                </a:solidFill>
              </a:endParaRPr>
            </a:p>
            <a:p>
              <a:pPr marL="355600" lvl="1" indent="-171450">
                <a:lnSpc>
                  <a:spcPct val="120000"/>
                </a:lnSpc>
                <a:buFont typeface="Wingdings" panose="05000000000000000000" pitchFamily="2" charset="2"/>
                <a:buChar char="ü"/>
              </a:pPr>
              <a:r>
                <a:rPr lang="en-US" altLang="ja-JP" sz="1400" dirty="0">
                  <a:solidFill>
                    <a:schemeClr val="tx1"/>
                  </a:solidFill>
                </a:rPr>
                <a:t>A-1-1</a:t>
              </a:r>
              <a:r>
                <a:rPr lang="ja-JP" altLang="en-US" sz="1400" dirty="0">
                  <a:solidFill>
                    <a:schemeClr val="tx1"/>
                  </a:solidFill>
                </a:rPr>
                <a:t>：</a:t>
              </a:r>
              <a:r>
                <a:rPr lang="en-US" altLang="ja-JP" sz="1400" dirty="0">
                  <a:solidFill>
                    <a:schemeClr val="tx1"/>
                  </a:solidFill>
                </a:rPr>
                <a:t>club</a:t>
              </a:r>
            </a:p>
            <a:p>
              <a:pPr marL="355600" lvl="1" indent="-171450">
                <a:lnSpc>
                  <a:spcPct val="120000"/>
                </a:lnSpc>
                <a:buFont typeface="Wingdings" panose="05000000000000000000" pitchFamily="2" charset="2"/>
                <a:buChar char="ü"/>
              </a:pPr>
              <a:r>
                <a:rPr lang="en-US" altLang="ja-JP" sz="1400" dirty="0">
                  <a:solidFill>
                    <a:schemeClr val="tx1"/>
                  </a:solidFill>
                </a:rPr>
                <a:t>A-1-2</a:t>
              </a:r>
              <a:r>
                <a:rPr lang="ja-JP" altLang="en-US" sz="1400" dirty="0">
                  <a:solidFill>
                    <a:schemeClr val="tx1"/>
                  </a:solidFill>
                </a:rPr>
                <a:t>：生活の定期券</a:t>
              </a:r>
              <a:endParaRPr lang="en-US" altLang="ja-JP" sz="1400" dirty="0">
                <a:solidFill>
                  <a:schemeClr val="tx1"/>
                </a:solidFill>
              </a:endParaRPr>
            </a:p>
            <a:p>
              <a:pPr marL="171450" indent="-171450">
                <a:lnSpc>
                  <a:spcPct val="120000"/>
                </a:lnSpc>
                <a:buFont typeface="Arial" panose="020B0604020202020204" pitchFamily="34" charset="0"/>
                <a:buChar char="•"/>
              </a:pPr>
              <a:r>
                <a:rPr lang="ja-JP" altLang="en-US" sz="1400" u="sng" dirty="0">
                  <a:solidFill>
                    <a:schemeClr val="tx1"/>
                  </a:solidFill>
                </a:rPr>
                <a:t>主要関係者</a:t>
              </a:r>
              <a:r>
                <a:rPr lang="ja-JP" altLang="en-US" sz="1400" dirty="0">
                  <a:solidFill>
                    <a:schemeClr val="tx1"/>
                  </a:solidFill>
                </a:rPr>
                <a:t>：黒田（</a:t>
              </a:r>
              <a:r>
                <a:rPr lang="en-US" altLang="ja-JP" sz="1400" dirty="0">
                  <a:solidFill>
                    <a:schemeClr val="tx1"/>
                  </a:solidFill>
                </a:rPr>
                <a:t>JRE</a:t>
              </a:r>
              <a:r>
                <a:rPr lang="ja-JP" altLang="en-US" sz="1400" dirty="0">
                  <a:solidFill>
                    <a:schemeClr val="tx1"/>
                  </a:solidFill>
                </a:rPr>
                <a:t>）、岡本（</a:t>
              </a:r>
              <a:r>
                <a:rPr lang="en-US" altLang="ja-JP" sz="1400" dirty="0">
                  <a:solidFill>
                    <a:schemeClr val="tx1"/>
                  </a:solidFill>
                </a:rPr>
                <a:t>CTC</a:t>
              </a:r>
              <a:r>
                <a:rPr lang="ja-JP" altLang="en-US" sz="1400" dirty="0">
                  <a:solidFill>
                    <a:schemeClr val="tx1"/>
                  </a:solidFill>
                </a:rPr>
                <a:t>、主担当）、竹澤（</a:t>
              </a:r>
              <a:r>
                <a:rPr lang="en-US" altLang="ja-JP" sz="1400" dirty="0">
                  <a:solidFill>
                    <a:schemeClr val="tx1"/>
                  </a:solidFill>
                </a:rPr>
                <a:t>SX</a:t>
              </a:r>
              <a:r>
                <a:rPr lang="ja-JP" altLang="en-US" sz="1400" dirty="0">
                  <a:solidFill>
                    <a:schemeClr val="tx1"/>
                  </a:solidFill>
                </a:rPr>
                <a:t>、副担当）</a:t>
              </a:r>
              <a:endParaRPr lang="en-US" altLang="ja-JP" sz="1400" dirty="0">
                <a:solidFill>
                  <a:schemeClr val="tx1"/>
                </a:solidFill>
              </a:endParaRPr>
            </a:p>
          </p:txBody>
        </p:sp>
      </p:grpSp>
    </p:spTree>
    <p:extLst>
      <p:ext uri="{BB962C8B-B14F-4D97-AF65-F5344CB8AC3E}">
        <p14:creationId xmlns:p14="http://schemas.microsoft.com/office/powerpoint/2010/main" val="21588949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1C6ACC0C-3A0F-D02A-0B33-4B91EC0B5CB7}"/>
              </a:ext>
            </a:extLst>
          </p:cNvPr>
          <p:cNvSpPr>
            <a:spLocks noGrp="1"/>
          </p:cNvSpPr>
          <p:nvPr>
            <p:ph type="body" sz="quarter" idx="12"/>
          </p:nvPr>
        </p:nvSpPr>
        <p:spPr/>
        <p:txBody>
          <a:bodyPr lIns="91440" tIns="45720" rIns="91440" bIns="45720" anchor="ctr" anchorCtr="0"/>
          <a:lstStyle/>
          <a:p>
            <a:r>
              <a:rPr lang="ja-JP" altLang="en-US">
                <a:cs typeface="Arial"/>
              </a:rPr>
              <a:t>受容性検証に向けて、</a:t>
            </a:r>
            <a:r>
              <a:rPr lang="en-US" altLang="ja-JP">
                <a:cs typeface="Arial"/>
              </a:rPr>
              <a:t>Figma</a:t>
            </a:r>
            <a:r>
              <a:rPr lang="ja-JP" altLang="en-US">
                <a:cs typeface="Arial"/>
              </a:rPr>
              <a:t>にて実施タスクと、アウトプットイメージを明確化</a:t>
            </a:r>
          </a:p>
        </p:txBody>
      </p:sp>
      <p:sp>
        <p:nvSpPr>
          <p:cNvPr id="4" name="テキスト プレースホルダー 3">
            <a:extLst>
              <a:ext uri="{FF2B5EF4-FFF2-40B4-BE49-F238E27FC236}">
                <a16:creationId xmlns:a16="http://schemas.microsoft.com/office/drawing/2014/main" id="{2B73ED44-5D7D-C072-70CA-9D7677AD589B}"/>
              </a:ext>
            </a:extLst>
          </p:cNvPr>
          <p:cNvSpPr>
            <a:spLocks noGrp="1"/>
          </p:cNvSpPr>
          <p:nvPr>
            <p:ph type="body" sz="quarter" idx="10"/>
          </p:nvPr>
        </p:nvSpPr>
        <p:spPr/>
        <p:txBody>
          <a:bodyPr lIns="91440" tIns="45720" rIns="91440" bIns="45720" anchor="ctr" anchorCtr="0"/>
          <a:lstStyle/>
          <a:p>
            <a:r>
              <a:rPr lang="en-US" altLang="ja-JP">
                <a:solidFill>
                  <a:schemeClr val="tx1"/>
                </a:solidFill>
                <a:ea typeface="+mn-lt"/>
                <a:cs typeface="Arial"/>
              </a:rPr>
              <a:t>04_</a:t>
            </a:r>
            <a:r>
              <a:rPr lang="ja-JP">
                <a:solidFill>
                  <a:schemeClr val="tx1"/>
                </a:solidFill>
                <a:cs typeface="Arial"/>
              </a:rPr>
              <a:t>分科会</a:t>
            </a:r>
            <a:r>
              <a:rPr lang="en-US" altLang="ja-JP">
                <a:solidFill>
                  <a:schemeClr val="tx1"/>
                </a:solidFill>
                <a:ea typeface="+mn-lt"/>
                <a:cs typeface="Arial"/>
              </a:rPr>
              <a:t>A-2</a:t>
            </a:r>
            <a:r>
              <a:rPr lang="ja-JP">
                <a:solidFill>
                  <a:schemeClr val="tx1"/>
                </a:solidFill>
                <a:cs typeface="Arial"/>
              </a:rPr>
              <a:t>（</a:t>
            </a:r>
            <a:r>
              <a:rPr lang="en-US" altLang="ja-JP">
                <a:solidFill>
                  <a:schemeClr val="tx1"/>
                </a:solidFill>
                <a:ea typeface="+mn-lt"/>
                <a:cs typeface="Arial"/>
              </a:rPr>
              <a:t>club</a:t>
            </a:r>
            <a:r>
              <a:rPr lang="ja-JP">
                <a:solidFill>
                  <a:schemeClr val="tx1"/>
                </a:solidFill>
                <a:cs typeface="Arial"/>
              </a:rPr>
              <a:t>、生活の定期券）</a:t>
            </a:r>
            <a:r>
              <a:rPr lang="ja-JP" altLang="en-US">
                <a:solidFill>
                  <a:schemeClr val="tx1"/>
                </a:solidFill>
                <a:cs typeface="Arial"/>
              </a:rPr>
              <a:t>の受容性検証に向けた準備状況</a:t>
            </a:r>
            <a:endParaRPr lang="ja-JP" b="0">
              <a:solidFill>
                <a:srgbClr val="000000"/>
              </a:solidFill>
              <a:cs typeface="Arial"/>
            </a:endParaRPr>
          </a:p>
        </p:txBody>
      </p:sp>
      <p:sp>
        <p:nvSpPr>
          <p:cNvPr id="6" name="正方形/長方形 5">
            <a:extLst>
              <a:ext uri="{FF2B5EF4-FFF2-40B4-BE49-F238E27FC236}">
                <a16:creationId xmlns:a16="http://schemas.microsoft.com/office/drawing/2014/main" id="{DC8CBCF0-6B6F-50A1-A8E2-71A5D58EAC73}"/>
              </a:ext>
            </a:extLst>
          </p:cNvPr>
          <p:cNvSpPr/>
          <p:nvPr/>
        </p:nvSpPr>
        <p:spPr>
          <a:xfrm>
            <a:off x="911224" y="2799000"/>
            <a:ext cx="10584775" cy="1260000"/>
          </a:xfrm>
          <a:prstGeom prst="rect">
            <a:avLst/>
          </a:prstGeom>
          <a:solidFill>
            <a:srgbClr val="FFFFFF"/>
          </a:solidFill>
          <a:ln w="3175" cap="flat" cmpd="sng" algn="ctr">
            <a:solidFill>
              <a:schemeClr val="bg1">
                <a:lumMod val="6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nchorCtr="0"/>
          <a:lstStyle/>
          <a:p>
            <a:pPr algn="ctr"/>
            <a:r>
              <a:rPr kumimoji="1" lang="ja-JP" altLang="en-US" sz="1400">
                <a:solidFill>
                  <a:srgbClr val="000000"/>
                </a:solidFill>
                <a:latin typeface="Arial" panose="020B0604020202020204" pitchFamily="34" charset="0"/>
                <a:ea typeface="Meiryo UI" panose="020B0604030504040204" pitchFamily="50" charset="-128"/>
              </a:rPr>
              <a:t>別紙、</a:t>
            </a:r>
            <a:r>
              <a:rPr lang="en-US" altLang="ja-JP" sz="1400">
                <a:solidFill>
                  <a:srgbClr val="000000"/>
                </a:solidFill>
                <a:latin typeface="Arial" panose="020B0604020202020204" pitchFamily="34" charset="0"/>
                <a:ea typeface="Meiryo UI" panose="020B0604030504040204" pitchFamily="50" charset="-128"/>
              </a:rPr>
              <a:t>Figma</a:t>
            </a:r>
            <a:r>
              <a:rPr lang="ja-JP" altLang="en-US" sz="1400">
                <a:solidFill>
                  <a:srgbClr val="000000"/>
                </a:solidFill>
                <a:latin typeface="Arial" panose="020B0604020202020204" pitchFamily="34" charset="0"/>
                <a:ea typeface="Meiryo UI" panose="020B0604030504040204" pitchFamily="50" charset="-128"/>
              </a:rPr>
              <a:t>画面</a:t>
            </a:r>
            <a:r>
              <a:rPr kumimoji="1" lang="ja-JP" altLang="en-US" sz="1400">
                <a:solidFill>
                  <a:srgbClr val="000000"/>
                </a:solidFill>
                <a:latin typeface="Arial" panose="020B0604020202020204" pitchFamily="34" charset="0"/>
                <a:ea typeface="Meiryo UI" panose="020B0604030504040204" pitchFamily="50" charset="-128"/>
              </a:rPr>
              <a:t>を投影</a:t>
            </a:r>
            <a:endParaRPr kumimoji="1" lang="en-US" altLang="ja-JP" sz="1400">
              <a:solidFill>
                <a:srgbClr val="000000"/>
              </a:solidFill>
              <a:latin typeface="Arial" panose="020B0604020202020204" pitchFamily="34" charset="0"/>
              <a:ea typeface="Meiryo UI" panose="020B0604030504040204" pitchFamily="50" charset="-128"/>
            </a:endParaRPr>
          </a:p>
        </p:txBody>
      </p:sp>
    </p:spTree>
    <p:extLst>
      <p:ext uri="{BB962C8B-B14F-4D97-AF65-F5344CB8AC3E}">
        <p14:creationId xmlns:p14="http://schemas.microsoft.com/office/powerpoint/2010/main" val="9104518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097DD-E5A1-91A6-1093-86597527F871}"/>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AD41867B-78B0-F1B7-3306-CC620638D968}"/>
              </a:ext>
            </a:extLst>
          </p:cNvPr>
          <p:cNvSpPr>
            <a:spLocks noGrp="1"/>
          </p:cNvSpPr>
          <p:nvPr>
            <p:ph type="body" sz="quarter" idx="12"/>
          </p:nvPr>
        </p:nvSpPr>
        <p:spPr/>
        <p:txBody>
          <a:bodyPr/>
          <a:lstStyle/>
          <a:p>
            <a:r>
              <a:rPr kumimoji="1" lang="ja-JP" altLang="en-US"/>
              <a:t>競合調査の実施スケジュールについてすり合わせた上で、調査設計を実施。</a:t>
            </a:r>
            <a:br>
              <a:rPr kumimoji="1" lang="en-US" altLang="ja-JP"/>
            </a:br>
            <a:r>
              <a:rPr kumimoji="1" lang="ja-JP" altLang="en-US"/>
              <a:t>今週から競合調査を開始する</a:t>
            </a:r>
          </a:p>
        </p:txBody>
      </p:sp>
      <p:sp>
        <p:nvSpPr>
          <p:cNvPr id="4" name="テキスト プレースホルダー 3">
            <a:extLst>
              <a:ext uri="{FF2B5EF4-FFF2-40B4-BE49-F238E27FC236}">
                <a16:creationId xmlns:a16="http://schemas.microsoft.com/office/drawing/2014/main" id="{FAF03E1F-D6C7-DC6C-45C9-E4723302A7AD}"/>
              </a:ext>
            </a:extLst>
          </p:cNvPr>
          <p:cNvSpPr>
            <a:spLocks noGrp="1"/>
          </p:cNvSpPr>
          <p:nvPr>
            <p:ph type="body" sz="quarter" idx="10"/>
          </p:nvPr>
        </p:nvSpPr>
        <p:spPr/>
        <p:txBody>
          <a:bodyPr/>
          <a:lstStyle/>
          <a:p>
            <a:r>
              <a:rPr kumimoji="1" lang="en-US" altLang="ja-JP">
                <a:solidFill>
                  <a:schemeClr val="tx1"/>
                </a:solidFill>
              </a:rPr>
              <a:t>04_</a:t>
            </a:r>
            <a:r>
              <a:rPr lang="ja-JP" altLang="en-US">
                <a:solidFill>
                  <a:schemeClr val="tx1"/>
                </a:solidFill>
              </a:rPr>
              <a:t>分科会</a:t>
            </a:r>
            <a:r>
              <a:rPr lang="en-US" altLang="ja-JP">
                <a:solidFill>
                  <a:schemeClr val="tx1"/>
                </a:solidFill>
              </a:rPr>
              <a:t>C</a:t>
            </a:r>
            <a:r>
              <a:rPr lang="ja-JP" altLang="en-US">
                <a:solidFill>
                  <a:schemeClr val="tx1"/>
                </a:solidFill>
              </a:rPr>
              <a:t>（競合調査）</a:t>
            </a:r>
            <a:endParaRPr kumimoji="1" lang="ja-JP" altLang="en-US">
              <a:solidFill>
                <a:schemeClr val="tx1"/>
              </a:solidFill>
            </a:endParaRPr>
          </a:p>
        </p:txBody>
      </p:sp>
      <p:grpSp>
        <p:nvGrpSpPr>
          <p:cNvPr id="7" name="グループ化 6">
            <a:extLst>
              <a:ext uri="{FF2B5EF4-FFF2-40B4-BE49-F238E27FC236}">
                <a16:creationId xmlns:a16="http://schemas.microsoft.com/office/drawing/2014/main" id="{FF0D326B-75AD-4405-BB63-E209F94FFCBC}"/>
              </a:ext>
            </a:extLst>
          </p:cNvPr>
          <p:cNvGrpSpPr/>
          <p:nvPr/>
        </p:nvGrpSpPr>
        <p:grpSpPr>
          <a:xfrm>
            <a:off x="337608" y="2602951"/>
            <a:ext cx="11518667" cy="1080000"/>
            <a:chOff x="337608" y="1776412"/>
            <a:chExt cx="11518667" cy="972000"/>
          </a:xfrm>
        </p:grpSpPr>
        <p:sp>
          <p:nvSpPr>
            <p:cNvPr id="17" name="正方形/長方形 16">
              <a:extLst>
                <a:ext uri="{FF2B5EF4-FFF2-40B4-BE49-F238E27FC236}">
                  <a16:creationId xmlns:a16="http://schemas.microsoft.com/office/drawing/2014/main" id="{A1A479AF-61B3-81D9-84A2-A0620E096C72}"/>
                </a:ext>
              </a:extLst>
            </p:cNvPr>
            <p:cNvSpPr/>
            <p:nvPr/>
          </p:nvSpPr>
          <p:spPr>
            <a:xfrm>
              <a:off x="337608" y="1776412"/>
              <a:ext cx="1800000" cy="9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t>先週の</a:t>
              </a:r>
              <a:br>
                <a:rPr kumimoji="1" lang="en-US" altLang="ja-JP" sz="1400"/>
              </a:br>
              <a:r>
                <a:rPr kumimoji="1" lang="ja-JP" altLang="en-US" sz="1400"/>
                <a:t>実施アクション</a:t>
              </a:r>
              <a:endParaRPr kumimoji="1" lang="ja-JP" altLang="en-US" sz="1400" baseline="30000"/>
            </a:p>
          </p:txBody>
        </p:sp>
        <p:sp>
          <p:nvSpPr>
            <p:cNvPr id="18" name="正方形/長方形 17">
              <a:extLst>
                <a:ext uri="{FF2B5EF4-FFF2-40B4-BE49-F238E27FC236}">
                  <a16:creationId xmlns:a16="http://schemas.microsoft.com/office/drawing/2014/main" id="{3D4C04B2-3143-AFF8-89E3-5D0F0926692E}"/>
                </a:ext>
              </a:extLst>
            </p:cNvPr>
            <p:cNvSpPr/>
            <p:nvPr/>
          </p:nvSpPr>
          <p:spPr>
            <a:xfrm>
              <a:off x="2316275" y="1776412"/>
              <a:ext cx="9540000" cy="97200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171450" indent="-171450">
                <a:lnSpc>
                  <a:spcPct val="130000"/>
                </a:lnSpc>
                <a:buFont typeface="Arial" panose="020B0604020202020204" pitchFamily="34" charset="0"/>
                <a:buChar char="•"/>
              </a:pPr>
              <a:r>
                <a:rPr lang="ja-JP" altLang="en-US" sz="1200">
                  <a:solidFill>
                    <a:schemeClr val="tx1"/>
                  </a:solidFill>
                </a:rPr>
                <a:t>現状確認（</a:t>
              </a:r>
              <a:r>
                <a:rPr lang="en-US" altLang="ja-JP" sz="1200">
                  <a:solidFill>
                    <a:schemeClr val="tx1"/>
                  </a:solidFill>
                </a:rPr>
                <a:t>P22</a:t>
              </a:r>
              <a:r>
                <a:rPr lang="ja-JP" altLang="en-US" sz="1200">
                  <a:solidFill>
                    <a:schemeClr val="tx1"/>
                  </a:solidFill>
                </a:rPr>
                <a:t>参照）</a:t>
              </a:r>
              <a:endParaRPr lang="en-US" altLang="ja-JP" sz="1200">
                <a:solidFill>
                  <a:schemeClr val="tx1"/>
                </a:solidFill>
              </a:endParaRPr>
            </a:p>
            <a:p>
              <a:pPr marL="171450" indent="-171450">
                <a:lnSpc>
                  <a:spcPct val="130000"/>
                </a:lnSpc>
                <a:buFont typeface="Arial" panose="020B0604020202020204" pitchFamily="34" charset="0"/>
                <a:buChar char="•"/>
              </a:pPr>
              <a:r>
                <a:rPr lang="en-US" altLang="ja-JP" sz="1200">
                  <a:solidFill>
                    <a:schemeClr val="tx1"/>
                  </a:solidFill>
                </a:rPr>
                <a:t>3</a:t>
              </a:r>
              <a:r>
                <a:rPr lang="ja-JP" altLang="en-US" sz="1200">
                  <a:solidFill>
                    <a:schemeClr val="tx1"/>
                  </a:solidFill>
                </a:rPr>
                <a:t>月末時点でのゴールをすり合わせ</a:t>
              </a:r>
              <a:endParaRPr lang="en-US" altLang="ja-JP" sz="1200">
                <a:solidFill>
                  <a:schemeClr val="tx1"/>
                </a:solidFill>
              </a:endParaRPr>
            </a:p>
            <a:p>
              <a:pPr marL="171450" indent="-171450">
                <a:lnSpc>
                  <a:spcPct val="130000"/>
                </a:lnSpc>
                <a:buFont typeface="Arial" panose="020B0604020202020204" pitchFamily="34" charset="0"/>
                <a:buChar char="•"/>
              </a:pPr>
              <a:r>
                <a:rPr lang="ja-JP" altLang="en-US" sz="1200">
                  <a:solidFill>
                    <a:schemeClr val="tx1"/>
                  </a:solidFill>
                </a:rPr>
                <a:t>調査設計（</a:t>
              </a:r>
              <a:r>
                <a:rPr lang="en-US" altLang="ja-JP" sz="1200">
                  <a:solidFill>
                    <a:schemeClr val="tx1"/>
                  </a:solidFill>
                </a:rPr>
                <a:t>JRE</a:t>
              </a:r>
              <a:r>
                <a:rPr lang="ja-JP" altLang="en-US" sz="1200">
                  <a:solidFill>
                    <a:schemeClr val="tx1"/>
                  </a:solidFill>
                </a:rPr>
                <a:t>メンバーも含めて、調査方針やアウトプットイメージのすり合わせを実施中）</a:t>
              </a:r>
              <a:endParaRPr lang="en-US" altLang="ja-JP" sz="1200">
                <a:solidFill>
                  <a:schemeClr val="tx1"/>
                </a:solidFill>
              </a:endParaRPr>
            </a:p>
          </p:txBody>
        </p:sp>
      </p:grpSp>
      <p:grpSp>
        <p:nvGrpSpPr>
          <p:cNvPr id="19" name="グループ化 18">
            <a:extLst>
              <a:ext uri="{FF2B5EF4-FFF2-40B4-BE49-F238E27FC236}">
                <a16:creationId xmlns:a16="http://schemas.microsoft.com/office/drawing/2014/main" id="{563AB178-32D9-193F-75C3-95269297197F}"/>
              </a:ext>
            </a:extLst>
          </p:cNvPr>
          <p:cNvGrpSpPr/>
          <p:nvPr/>
        </p:nvGrpSpPr>
        <p:grpSpPr>
          <a:xfrm>
            <a:off x="338371" y="4617793"/>
            <a:ext cx="11518667" cy="720000"/>
            <a:chOff x="337608" y="1776412"/>
            <a:chExt cx="11518667" cy="972000"/>
          </a:xfrm>
        </p:grpSpPr>
        <p:sp>
          <p:nvSpPr>
            <p:cNvPr id="20" name="正方形/長方形 19">
              <a:extLst>
                <a:ext uri="{FF2B5EF4-FFF2-40B4-BE49-F238E27FC236}">
                  <a16:creationId xmlns:a16="http://schemas.microsoft.com/office/drawing/2014/main" id="{BBE8BCF6-C826-52E8-E4AF-AC56D51816A1}"/>
                </a:ext>
              </a:extLst>
            </p:cNvPr>
            <p:cNvSpPr/>
            <p:nvPr/>
          </p:nvSpPr>
          <p:spPr>
            <a:xfrm>
              <a:off x="337608" y="1776412"/>
              <a:ext cx="1800000" cy="9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t>課題</a:t>
              </a:r>
              <a:endParaRPr kumimoji="1" lang="ja-JP" altLang="en-US" sz="1400" baseline="30000"/>
            </a:p>
          </p:txBody>
        </p:sp>
        <p:sp>
          <p:nvSpPr>
            <p:cNvPr id="21" name="正方形/長方形 20">
              <a:extLst>
                <a:ext uri="{FF2B5EF4-FFF2-40B4-BE49-F238E27FC236}">
                  <a16:creationId xmlns:a16="http://schemas.microsoft.com/office/drawing/2014/main" id="{825A1FA9-E36A-B6CB-58C0-23441E346918}"/>
                </a:ext>
              </a:extLst>
            </p:cNvPr>
            <p:cNvSpPr/>
            <p:nvPr/>
          </p:nvSpPr>
          <p:spPr>
            <a:xfrm>
              <a:off x="2316275" y="1776412"/>
              <a:ext cx="9540000" cy="97200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171450" indent="-171450">
                <a:lnSpc>
                  <a:spcPct val="130000"/>
                </a:lnSpc>
                <a:buFont typeface="Arial" panose="020B0604020202020204" pitchFamily="34" charset="0"/>
                <a:buChar char="•"/>
              </a:pPr>
              <a:r>
                <a:rPr lang="ja-JP" altLang="en-US" sz="1200">
                  <a:solidFill>
                    <a:schemeClr val="tx1"/>
                  </a:solidFill>
                </a:rPr>
                <a:t>調査項目の精緻化（分科会メンバーでコミュニケーションを実施中）</a:t>
              </a:r>
              <a:endParaRPr lang="en-US" altLang="ja-JP" sz="1200">
                <a:solidFill>
                  <a:schemeClr val="tx1"/>
                </a:solidFill>
              </a:endParaRPr>
            </a:p>
          </p:txBody>
        </p:sp>
      </p:grpSp>
      <p:grpSp>
        <p:nvGrpSpPr>
          <p:cNvPr id="22" name="グループ化 21">
            <a:extLst>
              <a:ext uri="{FF2B5EF4-FFF2-40B4-BE49-F238E27FC236}">
                <a16:creationId xmlns:a16="http://schemas.microsoft.com/office/drawing/2014/main" id="{237A43A9-F8BC-811A-5215-4505FE1F7B8F}"/>
              </a:ext>
            </a:extLst>
          </p:cNvPr>
          <p:cNvGrpSpPr/>
          <p:nvPr/>
        </p:nvGrpSpPr>
        <p:grpSpPr>
          <a:xfrm>
            <a:off x="337608" y="3790372"/>
            <a:ext cx="11518667" cy="720000"/>
            <a:chOff x="337608" y="1776412"/>
            <a:chExt cx="11518667" cy="972000"/>
          </a:xfrm>
        </p:grpSpPr>
        <p:sp>
          <p:nvSpPr>
            <p:cNvPr id="23" name="正方形/長方形 22">
              <a:extLst>
                <a:ext uri="{FF2B5EF4-FFF2-40B4-BE49-F238E27FC236}">
                  <a16:creationId xmlns:a16="http://schemas.microsoft.com/office/drawing/2014/main" id="{43DE14D2-5E17-32BD-F394-87A420B1DE9A}"/>
                </a:ext>
              </a:extLst>
            </p:cNvPr>
            <p:cNvSpPr/>
            <p:nvPr/>
          </p:nvSpPr>
          <p:spPr>
            <a:xfrm>
              <a:off x="337608" y="1776412"/>
              <a:ext cx="1800000" cy="9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t>決定事項</a:t>
              </a:r>
              <a:endParaRPr kumimoji="1" lang="en-US" altLang="ja-JP" sz="1400"/>
            </a:p>
          </p:txBody>
        </p:sp>
        <p:sp>
          <p:nvSpPr>
            <p:cNvPr id="24" name="正方形/長方形 23">
              <a:extLst>
                <a:ext uri="{FF2B5EF4-FFF2-40B4-BE49-F238E27FC236}">
                  <a16:creationId xmlns:a16="http://schemas.microsoft.com/office/drawing/2014/main" id="{64755F90-799F-7206-F881-AE8F82A258C2}"/>
                </a:ext>
              </a:extLst>
            </p:cNvPr>
            <p:cNvSpPr/>
            <p:nvPr/>
          </p:nvSpPr>
          <p:spPr>
            <a:xfrm>
              <a:off x="2316275" y="1776412"/>
              <a:ext cx="9540000" cy="97200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171450" indent="-171450">
                <a:lnSpc>
                  <a:spcPct val="120000"/>
                </a:lnSpc>
                <a:buFont typeface="Arial" panose="020B0604020202020204" pitchFamily="34" charset="0"/>
                <a:buChar char="•"/>
              </a:pPr>
              <a:r>
                <a:rPr lang="en-US" altLang="ja-JP" sz="1200">
                  <a:solidFill>
                    <a:schemeClr val="tx1"/>
                  </a:solidFill>
                </a:rPr>
                <a:t>3</a:t>
              </a:r>
              <a:r>
                <a:rPr lang="ja-JP" altLang="en-US" sz="1200">
                  <a:solidFill>
                    <a:schemeClr val="tx1"/>
                  </a:solidFill>
                </a:rPr>
                <a:t>月までのスケジュール</a:t>
              </a:r>
            </a:p>
          </p:txBody>
        </p:sp>
      </p:grpSp>
      <p:grpSp>
        <p:nvGrpSpPr>
          <p:cNvPr id="25" name="グループ化 24">
            <a:extLst>
              <a:ext uri="{FF2B5EF4-FFF2-40B4-BE49-F238E27FC236}">
                <a16:creationId xmlns:a16="http://schemas.microsoft.com/office/drawing/2014/main" id="{A6C9B40B-5AE9-CE8B-280F-67CE9DADF55B}"/>
              </a:ext>
            </a:extLst>
          </p:cNvPr>
          <p:cNvGrpSpPr/>
          <p:nvPr/>
        </p:nvGrpSpPr>
        <p:grpSpPr>
          <a:xfrm>
            <a:off x="338371" y="5445215"/>
            <a:ext cx="11518667" cy="720000"/>
            <a:chOff x="337608" y="1776412"/>
            <a:chExt cx="11518667" cy="972000"/>
          </a:xfrm>
        </p:grpSpPr>
        <p:sp>
          <p:nvSpPr>
            <p:cNvPr id="26" name="正方形/長方形 25">
              <a:extLst>
                <a:ext uri="{FF2B5EF4-FFF2-40B4-BE49-F238E27FC236}">
                  <a16:creationId xmlns:a16="http://schemas.microsoft.com/office/drawing/2014/main" id="{6CFC320D-822F-08FB-B703-0AD00A039D96}"/>
                </a:ext>
              </a:extLst>
            </p:cNvPr>
            <p:cNvSpPr/>
            <p:nvPr/>
          </p:nvSpPr>
          <p:spPr>
            <a:xfrm>
              <a:off x="337608" y="1776412"/>
              <a:ext cx="1800000" cy="9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t>今後の</a:t>
              </a:r>
              <a:br>
                <a:rPr kumimoji="1" lang="en-US" altLang="ja-JP" sz="1400"/>
              </a:br>
              <a:r>
                <a:rPr kumimoji="1" lang="ja-JP" altLang="en-US" sz="1400"/>
                <a:t>想定アクション</a:t>
              </a:r>
              <a:endParaRPr kumimoji="1" lang="ja-JP" altLang="en-US" sz="1400" baseline="30000"/>
            </a:p>
          </p:txBody>
        </p:sp>
        <p:sp>
          <p:nvSpPr>
            <p:cNvPr id="27" name="正方形/長方形 26">
              <a:extLst>
                <a:ext uri="{FF2B5EF4-FFF2-40B4-BE49-F238E27FC236}">
                  <a16:creationId xmlns:a16="http://schemas.microsoft.com/office/drawing/2014/main" id="{A179FC9A-9182-4063-9F8F-E49A14AC8284}"/>
                </a:ext>
              </a:extLst>
            </p:cNvPr>
            <p:cNvSpPr/>
            <p:nvPr/>
          </p:nvSpPr>
          <p:spPr>
            <a:xfrm>
              <a:off x="2316275" y="1776412"/>
              <a:ext cx="9540000" cy="97200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171450" indent="-171450">
                <a:lnSpc>
                  <a:spcPct val="130000"/>
                </a:lnSpc>
                <a:buFont typeface="Arial" panose="020B0604020202020204" pitchFamily="34" charset="0"/>
                <a:buChar char="•"/>
              </a:pPr>
              <a:r>
                <a:rPr lang="ja-JP" altLang="en-US" sz="1200">
                  <a:solidFill>
                    <a:schemeClr val="tx1"/>
                  </a:solidFill>
                </a:rPr>
                <a:t>競合調査の実施（調査の進捗は、週次の分科会</a:t>
              </a:r>
              <a:r>
                <a:rPr lang="en-US" altLang="ja-JP" sz="1200">
                  <a:solidFill>
                    <a:schemeClr val="tx1"/>
                  </a:solidFill>
                </a:rPr>
                <a:t>MTG</a:t>
              </a:r>
              <a:r>
                <a:rPr lang="ja-JP" altLang="en-US" sz="1200">
                  <a:solidFill>
                    <a:schemeClr val="tx1"/>
                  </a:solidFill>
                </a:rPr>
                <a:t>を実施することで、関係者間で共有予定。</a:t>
              </a:r>
              <a:br>
                <a:rPr lang="en-US" altLang="ja-JP" sz="1200">
                  <a:solidFill>
                    <a:schemeClr val="tx1"/>
                  </a:solidFill>
                </a:rPr>
              </a:br>
              <a:r>
                <a:rPr lang="ja-JP" altLang="en-US" sz="1200">
                  <a:solidFill>
                    <a:schemeClr val="tx1"/>
                  </a:solidFill>
                </a:rPr>
                <a:t>なお、調査は、</a:t>
              </a:r>
              <a:r>
                <a:rPr lang="en-US" altLang="ja-JP" sz="1200">
                  <a:solidFill>
                    <a:schemeClr val="tx1"/>
                  </a:solidFill>
                </a:rPr>
                <a:t>12</a:t>
              </a:r>
              <a:r>
                <a:rPr lang="ja-JP" altLang="en-US" sz="1200">
                  <a:solidFill>
                    <a:schemeClr val="tx1"/>
                  </a:solidFill>
                </a:rPr>
                <a:t>月中に終了し、調査結果の取りまとめを</a:t>
              </a:r>
              <a:r>
                <a:rPr lang="en-US" altLang="ja-JP" sz="1200">
                  <a:solidFill>
                    <a:schemeClr val="tx1"/>
                  </a:solidFill>
                </a:rPr>
                <a:t>1</a:t>
              </a:r>
              <a:r>
                <a:rPr lang="ja-JP" altLang="en-US" sz="1200">
                  <a:solidFill>
                    <a:schemeClr val="tx1"/>
                  </a:solidFill>
                </a:rPr>
                <a:t>月末</a:t>
              </a:r>
              <a:r>
                <a:rPr lang="en-US" altLang="ja-JP" sz="1200">
                  <a:solidFill>
                    <a:schemeClr val="tx1"/>
                  </a:solidFill>
                </a:rPr>
                <a:t>t</a:t>
              </a:r>
              <a:r>
                <a:rPr lang="ja-JP" altLang="en-US" sz="1200">
                  <a:solidFill>
                    <a:schemeClr val="tx1"/>
                  </a:solidFill>
                </a:rPr>
                <a:t>までに実施予定）</a:t>
              </a:r>
              <a:endParaRPr lang="en-US" altLang="ja-JP" sz="1200">
                <a:solidFill>
                  <a:schemeClr val="tx1"/>
                </a:solidFill>
              </a:endParaRPr>
            </a:p>
          </p:txBody>
        </p:sp>
      </p:grpSp>
      <p:grpSp>
        <p:nvGrpSpPr>
          <p:cNvPr id="28" name="グループ化 27">
            <a:extLst>
              <a:ext uri="{FF2B5EF4-FFF2-40B4-BE49-F238E27FC236}">
                <a16:creationId xmlns:a16="http://schemas.microsoft.com/office/drawing/2014/main" id="{5A0A3238-40AC-1C1F-C619-AE38AB963A1F}"/>
              </a:ext>
            </a:extLst>
          </p:cNvPr>
          <p:cNvGrpSpPr/>
          <p:nvPr/>
        </p:nvGrpSpPr>
        <p:grpSpPr>
          <a:xfrm>
            <a:off x="337608" y="1775530"/>
            <a:ext cx="11518667" cy="720000"/>
            <a:chOff x="337608" y="1776412"/>
            <a:chExt cx="11518667" cy="972000"/>
          </a:xfrm>
        </p:grpSpPr>
        <p:sp>
          <p:nvSpPr>
            <p:cNvPr id="29" name="正方形/長方形 28">
              <a:extLst>
                <a:ext uri="{FF2B5EF4-FFF2-40B4-BE49-F238E27FC236}">
                  <a16:creationId xmlns:a16="http://schemas.microsoft.com/office/drawing/2014/main" id="{3AB3944A-656A-0451-78B1-A3B7165B799E}"/>
                </a:ext>
              </a:extLst>
            </p:cNvPr>
            <p:cNvSpPr/>
            <p:nvPr/>
          </p:nvSpPr>
          <p:spPr>
            <a:xfrm>
              <a:off x="337608" y="1776412"/>
              <a:ext cx="1800000" cy="9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mn-ea"/>
                </a:rPr>
                <a:t>分科会の</a:t>
              </a:r>
              <a:br>
                <a:rPr kumimoji="1" lang="en-US" altLang="ja-JP" sz="1400">
                  <a:latin typeface="+mn-ea"/>
                </a:rPr>
              </a:br>
              <a:r>
                <a:rPr kumimoji="1" lang="ja-JP" altLang="en-US" sz="1400">
                  <a:latin typeface="+mn-ea"/>
                </a:rPr>
                <a:t>基本情報</a:t>
              </a:r>
            </a:p>
          </p:txBody>
        </p:sp>
        <p:sp>
          <p:nvSpPr>
            <p:cNvPr id="30" name="正方形/長方形 29">
              <a:extLst>
                <a:ext uri="{FF2B5EF4-FFF2-40B4-BE49-F238E27FC236}">
                  <a16:creationId xmlns:a16="http://schemas.microsoft.com/office/drawing/2014/main" id="{77EAA188-74E3-C4E4-2073-D4A84F572815}"/>
                </a:ext>
              </a:extLst>
            </p:cNvPr>
            <p:cNvSpPr/>
            <p:nvPr/>
          </p:nvSpPr>
          <p:spPr>
            <a:xfrm>
              <a:off x="2316275" y="1776412"/>
              <a:ext cx="9540000" cy="97200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171450" indent="-171450">
                <a:lnSpc>
                  <a:spcPct val="130000"/>
                </a:lnSpc>
                <a:buFont typeface="Arial" panose="020B0604020202020204" pitchFamily="34" charset="0"/>
                <a:buChar char="•"/>
              </a:pPr>
              <a:r>
                <a:rPr lang="ja-JP" altLang="en-US" sz="1200" u="sng">
                  <a:solidFill>
                    <a:schemeClr val="tx1"/>
                  </a:solidFill>
                </a:rPr>
                <a:t>取扱テーマ</a:t>
              </a:r>
              <a:r>
                <a:rPr lang="ja-JP" altLang="en-US" sz="1200">
                  <a:solidFill>
                    <a:schemeClr val="tx1"/>
                  </a:solidFill>
                </a:rPr>
                <a:t>：</a:t>
              </a:r>
              <a:r>
                <a:rPr lang="en-US" altLang="ja-JP" sz="1200">
                  <a:solidFill>
                    <a:schemeClr val="tx1"/>
                  </a:solidFill>
                </a:rPr>
                <a:t>C-0</a:t>
              </a:r>
              <a:r>
                <a:rPr lang="ja-JP" altLang="en-US" sz="1200">
                  <a:solidFill>
                    <a:schemeClr val="tx1"/>
                  </a:solidFill>
                </a:rPr>
                <a:t>（競合分析起点のテーマ探索活動）、</a:t>
              </a:r>
              <a:r>
                <a:rPr lang="en-US" altLang="ja-JP" sz="1200">
                  <a:solidFill>
                    <a:schemeClr val="tx1"/>
                  </a:solidFill>
                </a:rPr>
                <a:t>C-1</a:t>
              </a:r>
              <a:r>
                <a:rPr lang="ja-JP" altLang="en-US" sz="1200">
                  <a:solidFill>
                    <a:schemeClr val="tx1"/>
                  </a:solidFill>
                </a:rPr>
                <a:t>（競合分析により差別化・強みになりうると選択したサービス）、</a:t>
              </a:r>
              <a:br>
                <a:rPr lang="en-US" altLang="ja-JP" sz="1200">
                  <a:solidFill>
                    <a:schemeClr val="tx1"/>
                  </a:solidFill>
                </a:rPr>
              </a:br>
              <a:r>
                <a:rPr lang="en-US" altLang="ja-JP" sz="1200">
                  <a:solidFill>
                    <a:schemeClr val="tx1"/>
                  </a:solidFill>
                </a:rPr>
                <a:t>C-2</a:t>
              </a:r>
              <a:r>
                <a:rPr lang="ja-JP" altLang="en-US" sz="1200">
                  <a:solidFill>
                    <a:schemeClr val="tx1"/>
                  </a:solidFill>
                </a:rPr>
                <a:t>（競合分析により同等必須と選択したサービス）、</a:t>
              </a:r>
              <a:r>
                <a:rPr lang="en-US" altLang="ja-JP" sz="1200">
                  <a:solidFill>
                    <a:schemeClr val="tx1"/>
                  </a:solidFill>
                </a:rPr>
                <a:t>C-3</a:t>
              </a:r>
              <a:r>
                <a:rPr lang="ja-JP" altLang="en-US" sz="1200">
                  <a:solidFill>
                    <a:schemeClr val="tx1"/>
                  </a:solidFill>
                </a:rPr>
                <a:t>（競合分析により優先順位を下げたサービス）</a:t>
              </a:r>
              <a:endParaRPr lang="en-US" altLang="ja-JP" sz="1200">
                <a:solidFill>
                  <a:schemeClr val="tx1"/>
                </a:solidFill>
              </a:endParaRPr>
            </a:p>
            <a:p>
              <a:pPr marL="171450" indent="-171450">
                <a:lnSpc>
                  <a:spcPct val="130000"/>
                </a:lnSpc>
                <a:buFont typeface="Arial" panose="020B0604020202020204" pitchFamily="34" charset="0"/>
                <a:buChar char="•"/>
              </a:pPr>
              <a:r>
                <a:rPr lang="ja-JP" altLang="en-US" sz="1200" u="sng">
                  <a:solidFill>
                    <a:schemeClr val="tx1"/>
                  </a:solidFill>
                </a:rPr>
                <a:t>主要関係者</a:t>
              </a:r>
              <a:r>
                <a:rPr lang="ja-JP" altLang="en-US" sz="1200">
                  <a:solidFill>
                    <a:schemeClr val="tx1"/>
                  </a:solidFill>
                  <a:sym typeface="Wingdings" panose="05000000000000000000" pitchFamily="2" charset="2"/>
                </a:rPr>
                <a:t>：</a:t>
              </a:r>
              <a:r>
                <a:rPr lang="ja-JP" altLang="en-US" sz="1200">
                  <a:solidFill>
                    <a:schemeClr val="tx1"/>
                  </a:solidFill>
                </a:rPr>
                <a:t>（</a:t>
              </a:r>
              <a:r>
                <a:rPr lang="en-US" altLang="ja-JP" sz="1200">
                  <a:solidFill>
                    <a:schemeClr val="tx1"/>
                  </a:solidFill>
                </a:rPr>
                <a:t>JRE</a:t>
              </a:r>
              <a:r>
                <a:rPr lang="ja-JP" altLang="en-US" sz="1200">
                  <a:solidFill>
                    <a:schemeClr val="tx1"/>
                  </a:solidFill>
                </a:rPr>
                <a:t>）百瀬・黒田、（</a:t>
              </a:r>
              <a:r>
                <a:rPr lang="en-US" altLang="ja-JP" sz="1200">
                  <a:solidFill>
                    <a:schemeClr val="tx1"/>
                  </a:solidFill>
                </a:rPr>
                <a:t>SX</a:t>
              </a:r>
              <a:r>
                <a:rPr lang="ja-JP" altLang="en-US" sz="1200">
                  <a:solidFill>
                    <a:schemeClr val="tx1"/>
                  </a:solidFill>
                </a:rPr>
                <a:t>）竹澤・奥田</a:t>
              </a:r>
              <a:endParaRPr lang="en-US" altLang="ja-JP" sz="1200">
                <a:solidFill>
                  <a:schemeClr val="tx1"/>
                </a:solidFill>
              </a:endParaRPr>
            </a:p>
          </p:txBody>
        </p:sp>
      </p:grpSp>
    </p:spTree>
    <p:extLst>
      <p:ext uri="{BB962C8B-B14F-4D97-AF65-F5344CB8AC3E}">
        <p14:creationId xmlns:p14="http://schemas.microsoft.com/office/powerpoint/2010/main" val="5373051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C5E4F47D-1D31-3F7A-AC54-E683563DD968}"/>
              </a:ext>
            </a:extLst>
          </p:cNvPr>
          <p:cNvSpPr>
            <a:spLocks noGrp="1"/>
          </p:cNvSpPr>
          <p:nvPr>
            <p:ph type="body" sz="quarter" idx="12"/>
          </p:nvPr>
        </p:nvSpPr>
        <p:spPr/>
        <p:txBody>
          <a:bodyPr/>
          <a:lstStyle/>
          <a:p>
            <a:r>
              <a:rPr lang="en-US" altLang="ja-JP"/>
              <a:t>C-0</a:t>
            </a:r>
            <a:r>
              <a:rPr lang="ja-JP" altLang="en-US"/>
              <a:t>：テーマ探索活動の既存テーマ（</a:t>
            </a:r>
            <a:r>
              <a:rPr lang="en-US" altLang="ja-JP"/>
              <a:t>C-0-1</a:t>
            </a:r>
            <a:r>
              <a:rPr lang="ja-JP" altLang="en-US"/>
              <a:t>～</a:t>
            </a:r>
            <a:r>
              <a:rPr lang="en-US" altLang="ja-JP"/>
              <a:t>C-0-4</a:t>
            </a:r>
            <a:r>
              <a:rPr lang="ja-JP" altLang="en-US"/>
              <a:t>）と新規テーマ（</a:t>
            </a:r>
            <a:r>
              <a:rPr lang="en-US" altLang="ja-JP"/>
              <a:t>C-0-5,C-0-6</a:t>
            </a:r>
            <a:r>
              <a:rPr lang="ja-JP" altLang="en-US"/>
              <a:t>）のゴール設定を整理</a:t>
            </a:r>
          </a:p>
        </p:txBody>
      </p:sp>
      <p:sp>
        <p:nvSpPr>
          <p:cNvPr id="4" name="テキスト プレースホルダー 3">
            <a:extLst>
              <a:ext uri="{FF2B5EF4-FFF2-40B4-BE49-F238E27FC236}">
                <a16:creationId xmlns:a16="http://schemas.microsoft.com/office/drawing/2014/main" id="{AFB9BCD2-D1A6-33BC-B324-63888F321237}"/>
              </a:ext>
            </a:extLst>
          </p:cNvPr>
          <p:cNvSpPr>
            <a:spLocks noGrp="1"/>
          </p:cNvSpPr>
          <p:nvPr>
            <p:ph type="body" sz="quarter" idx="10"/>
          </p:nvPr>
        </p:nvSpPr>
        <p:spPr/>
        <p:txBody>
          <a:bodyPr/>
          <a:lstStyle/>
          <a:p>
            <a:r>
              <a:rPr lang="en-US" altLang="ja-JP">
                <a:solidFill>
                  <a:schemeClr val="tx1"/>
                </a:solidFill>
              </a:rPr>
              <a:t>04_</a:t>
            </a:r>
            <a:r>
              <a:rPr lang="ja-JP" altLang="en-US">
                <a:solidFill>
                  <a:schemeClr val="tx1"/>
                </a:solidFill>
              </a:rPr>
              <a:t>分科会</a:t>
            </a:r>
            <a:r>
              <a:rPr lang="en-US" altLang="ja-JP">
                <a:solidFill>
                  <a:schemeClr val="tx1"/>
                </a:solidFill>
              </a:rPr>
              <a:t>C</a:t>
            </a:r>
            <a:r>
              <a:rPr lang="ja-JP" altLang="en-US">
                <a:solidFill>
                  <a:schemeClr val="tx1"/>
                </a:solidFill>
              </a:rPr>
              <a:t>（競合調査）の現状確認</a:t>
            </a:r>
          </a:p>
        </p:txBody>
      </p:sp>
      <p:grpSp>
        <p:nvGrpSpPr>
          <p:cNvPr id="29" name="グループ化 28">
            <a:extLst>
              <a:ext uri="{FF2B5EF4-FFF2-40B4-BE49-F238E27FC236}">
                <a16:creationId xmlns:a16="http://schemas.microsoft.com/office/drawing/2014/main" id="{0FE21D19-FC86-2B6F-5C09-C2C952EA3098}"/>
              </a:ext>
            </a:extLst>
          </p:cNvPr>
          <p:cNvGrpSpPr/>
          <p:nvPr/>
        </p:nvGrpSpPr>
        <p:grpSpPr>
          <a:xfrm>
            <a:off x="343406" y="1733106"/>
            <a:ext cx="11505187" cy="2179675"/>
            <a:chOff x="343406" y="2138248"/>
            <a:chExt cx="11505187" cy="2091931"/>
          </a:xfrm>
        </p:grpSpPr>
        <p:sp>
          <p:nvSpPr>
            <p:cNvPr id="6" name="正方形/長方形 5">
              <a:extLst>
                <a:ext uri="{FF2B5EF4-FFF2-40B4-BE49-F238E27FC236}">
                  <a16:creationId xmlns:a16="http://schemas.microsoft.com/office/drawing/2014/main" id="{A8F14B7D-9CFA-F6DC-857D-FA5CE47FAD85}"/>
                </a:ext>
              </a:extLst>
            </p:cNvPr>
            <p:cNvSpPr/>
            <p:nvPr/>
          </p:nvSpPr>
          <p:spPr>
            <a:xfrm>
              <a:off x="343406" y="2138249"/>
              <a:ext cx="2499959" cy="294681"/>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t"/>
            <a:lstStyle/>
            <a:p>
              <a:r>
                <a:rPr kumimoji="1" lang="ja-JP" altLang="en-US" sz="1600" b="1">
                  <a:solidFill>
                    <a:schemeClr val="bg1"/>
                  </a:solidFill>
                  <a:latin typeface="+mn-ea"/>
                </a:rPr>
                <a:t>検討ライン</a:t>
              </a:r>
            </a:p>
          </p:txBody>
        </p:sp>
        <p:sp>
          <p:nvSpPr>
            <p:cNvPr id="7" name="正方形/長方形 6">
              <a:extLst>
                <a:ext uri="{FF2B5EF4-FFF2-40B4-BE49-F238E27FC236}">
                  <a16:creationId xmlns:a16="http://schemas.microsoft.com/office/drawing/2014/main" id="{D6CFA16C-7A8B-BAFC-A91C-AED0CBD606D8}"/>
                </a:ext>
              </a:extLst>
            </p:cNvPr>
            <p:cNvSpPr/>
            <p:nvPr/>
          </p:nvSpPr>
          <p:spPr>
            <a:xfrm>
              <a:off x="2950889" y="2138249"/>
              <a:ext cx="2553720" cy="294681"/>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t"/>
            <a:lstStyle/>
            <a:p>
              <a:r>
                <a:rPr kumimoji="1" lang="ja-JP" altLang="en-US" sz="1600" b="1">
                  <a:solidFill>
                    <a:schemeClr val="bg1"/>
                  </a:solidFill>
                  <a:latin typeface="+mn-ea"/>
                </a:rPr>
                <a:t>対象</a:t>
              </a:r>
            </a:p>
          </p:txBody>
        </p:sp>
        <p:sp>
          <p:nvSpPr>
            <p:cNvPr id="8" name="正方形/長方形 7">
              <a:extLst>
                <a:ext uri="{FF2B5EF4-FFF2-40B4-BE49-F238E27FC236}">
                  <a16:creationId xmlns:a16="http://schemas.microsoft.com/office/drawing/2014/main" id="{B4E0173B-C8CB-BBB3-84EF-ADE78CE5595A}"/>
                </a:ext>
              </a:extLst>
            </p:cNvPr>
            <p:cNvSpPr/>
            <p:nvPr/>
          </p:nvSpPr>
          <p:spPr>
            <a:xfrm>
              <a:off x="5612136" y="2138249"/>
              <a:ext cx="1424708" cy="294681"/>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t"/>
            <a:lstStyle/>
            <a:p>
              <a:r>
                <a:rPr kumimoji="1" lang="ja-JP" altLang="en-US" sz="1600" b="1">
                  <a:solidFill>
                    <a:schemeClr val="bg1"/>
                  </a:solidFill>
                  <a:latin typeface="+mn-ea"/>
                </a:rPr>
                <a:t>現状</a:t>
              </a:r>
            </a:p>
          </p:txBody>
        </p:sp>
        <p:sp>
          <p:nvSpPr>
            <p:cNvPr id="9" name="正方形/長方形 8">
              <a:extLst>
                <a:ext uri="{FF2B5EF4-FFF2-40B4-BE49-F238E27FC236}">
                  <a16:creationId xmlns:a16="http://schemas.microsoft.com/office/drawing/2014/main" id="{1E9B90BD-F75C-88D9-5A67-9591663E256D}"/>
                </a:ext>
              </a:extLst>
            </p:cNvPr>
            <p:cNvSpPr/>
            <p:nvPr/>
          </p:nvSpPr>
          <p:spPr>
            <a:xfrm>
              <a:off x="7144370" y="2138248"/>
              <a:ext cx="4704223" cy="294681"/>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t"/>
            <a:lstStyle/>
            <a:p>
              <a:r>
                <a:rPr kumimoji="1" lang="en-US" altLang="ja-JP" sz="1600" b="1">
                  <a:solidFill>
                    <a:schemeClr val="bg1"/>
                  </a:solidFill>
                  <a:latin typeface="+mn-ea"/>
                </a:rPr>
                <a:t>3</a:t>
              </a:r>
              <a:r>
                <a:rPr kumimoji="1" lang="ja-JP" altLang="en-US" sz="1600" b="1">
                  <a:solidFill>
                    <a:schemeClr val="bg1"/>
                  </a:solidFill>
                  <a:latin typeface="+mn-ea"/>
                </a:rPr>
                <a:t>月末のゴールイメージ（マイルストン）</a:t>
              </a:r>
            </a:p>
          </p:txBody>
        </p:sp>
        <p:sp>
          <p:nvSpPr>
            <p:cNvPr id="11" name="正方形/長方形 10">
              <a:extLst>
                <a:ext uri="{FF2B5EF4-FFF2-40B4-BE49-F238E27FC236}">
                  <a16:creationId xmlns:a16="http://schemas.microsoft.com/office/drawing/2014/main" id="{091404DF-BB08-70DD-9745-F1A61ADF976A}"/>
                </a:ext>
              </a:extLst>
            </p:cNvPr>
            <p:cNvSpPr/>
            <p:nvPr/>
          </p:nvSpPr>
          <p:spPr>
            <a:xfrm>
              <a:off x="343406" y="2546679"/>
              <a:ext cx="2499959" cy="784875"/>
            </a:xfrm>
            <a:prstGeom prst="rect">
              <a:avLst/>
            </a:prstGeom>
            <a:solidFill>
              <a:srgbClr val="E8EE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t"/>
            <a:lstStyle/>
            <a:p>
              <a:r>
                <a:rPr kumimoji="1" lang="ja-JP" altLang="en-US" sz="1500">
                  <a:solidFill>
                    <a:srgbClr val="000000"/>
                  </a:solidFill>
                  <a:latin typeface="+mn-ea"/>
                </a:rPr>
                <a:t>既存テーマ検討群</a:t>
              </a:r>
            </a:p>
          </p:txBody>
        </p:sp>
        <p:sp>
          <p:nvSpPr>
            <p:cNvPr id="12" name="正方形/長方形 11">
              <a:extLst>
                <a:ext uri="{FF2B5EF4-FFF2-40B4-BE49-F238E27FC236}">
                  <a16:creationId xmlns:a16="http://schemas.microsoft.com/office/drawing/2014/main" id="{640FB733-3D57-A6B6-614C-918F0C8725EC}"/>
                </a:ext>
              </a:extLst>
            </p:cNvPr>
            <p:cNvSpPr/>
            <p:nvPr/>
          </p:nvSpPr>
          <p:spPr>
            <a:xfrm>
              <a:off x="2950889" y="2546679"/>
              <a:ext cx="2553720" cy="784875"/>
            </a:xfrm>
            <a:prstGeom prst="rect">
              <a:avLst/>
            </a:prstGeom>
            <a:solidFill>
              <a:srgbClr val="E8EE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t"/>
            <a:lstStyle/>
            <a:p>
              <a:r>
                <a:rPr kumimoji="1" lang="en-US" altLang="ja-JP" sz="1500">
                  <a:solidFill>
                    <a:srgbClr val="000000"/>
                  </a:solidFill>
                  <a:latin typeface="+mn-ea"/>
                </a:rPr>
                <a:t>C-0-1,C-0-2,C-0-3,C-0-4</a:t>
              </a:r>
              <a:endParaRPr kumimoji="1" lang="ja-JP" altLang="en-US" sz="1500">
                <a:solidFill>
                  <a:srgbClr val="000000"/>
                </a:solidFill>
                <a:latin typeface="+mn-ea"/>
              </a:endParaRPr>
            </a:p>
          </p:txBody>
        </p:sp>
        <p:sp>
          <p:nvSpPr>
            <p:cNvPr id="13" name="正方形/長方形 12">
              <a:extLst>
                <a:ext uri="{FF2B5EF4-FFF2-40B4-BE49-F238E27FC236}">
                  <a16:creationId xmlns:a16="http://schemas.microsoft.com/office/drawing/2014/main" id="{FAEA1961-0232-FE6E-35B7-1CCC458B3C7D}"/>
                </a:ext>
              </a:extLst>
            </p:cNvPr>
            <p:cNvSpPr/>
            <p:nvPr/>
          </p:nvSpPr>
          <p:spPr>
            <a:xfrm>
              <a:off x="5612136" y="2546679"/>
              <a:ext cx="1424708" cy="784875"/>
            </a:xfrm>
            <a:prstGeom prst="rect">
              <a:avLst/>
            </a:prstGeom>
            <a:solidFill>
              <a:srgbClr val="E8EE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t"/>
            <a:lstStyle/>
            <a:p>
              <a:r>
                <a:rPr kumimoji="1" lang="ja-JP" altLang="en-US" sz="1500">
                  <a:solidFill>
                    <a:srgbClr val="000000"/>
                  </a:solidFill>
                  <a:latin typeface="+mn-ea"/>
                </a:rPr>
                <a:t>机上検討</a:t>
              </a:r>
              <a:endParaRPr kumimoji="1" lang="en-US" altLang="ja-JP" sz="1500">
                <a:solidFill>
                  <a:srgbClr val="000000"/>
                </a:solidFill>
                <a:latin typeface="+mn-ea"/>
              </a:endParaRPr>
            </a:p>
            <a:p>
              <a:r>
                <a:rPr lang="ja-JP" altLang="en-US" sz="1500">
                  <a:solidFill>
                    <a:srgbClr val="000000"/>
                  </a:solidFill>
                  <a:latin typeface="+mn-ea"/>
                </a:rPr>
                <a:t>定量調査済</a:t>
              </a:r>
              <a:endParaRPr lang="en-US" altLang="ja-JP" sz="1500">
                <a:solidFill>
                  <a:srgbClr val="000000"/>
                </a:solidFill>
                <a:latin typeface="+mn-ea"/>
              </a:endParaRPr>
            </a:p>
            <a:p>
              <a:r>
                <a:rPr kumimoji="1" lang="ja-JP" altLang="en-US" sz="1500">
                  <a:solidFill>
                    <a:srgbClr val="000000"/>
                  </a:solidFill>
                  <a:latin typeface="+mn-ea"/>
                </a:rPr>
                <a:t>開発着手中</a:t>
              </a:r>
            </a:p>
          </p:txBody>
        </p:sp>
        <p:sp>
          <p:nvSpPr>
            <p:cNvPr id="14" name="正方形/長方形 13">
              <a:extLst>
                <a:ext uri="{FF2B5EF4-FFF2-40B4-BE49-F238E27FC236}">
                  <a16:creationId xmlns:a16="http://schemas.microsoft.com/office/drawing/2014/main" id="{42DE859E-8FE3-DD5B-B07E-33785AB94E26}"/>
                </a:ext>
              </a:extLst>
            </p:cNvPr>
            <p:cNvSpPr/>
            <p:nvPr/>
          </p:nvSpPr>
          <p:spPr>
            <a:xfrm>
              <a:off x="7144370" y="2546680"/>
              <a:ext cx="4704223" cy="784875"/>
            </a:xfrm>
            <a:prstGeom prst="rect">
              <a:avLst/>
            </a:prstGeom>
            <a:solidFill>
              <a:srgbClr val="E8EE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t"/>
            <a:lstStyle/>
            <a:p>
              <a:r>
                <a:rPr lang="en-US" altLang="ja-JP" sz="1500">
                  <a:solidFill>
                    <a:srgbClr val="000000"/>
                  </a:solidFill>
                  <a:latin typeface="+mn-ea"/>
                </a:rPr>
                <a:t>C-0-1,C-0-3,C-0-4</a:t>
              </a:r>
              <a:r>
                <a:rPr lang="ja-JP" altLang="en-US" sz="1500">
                  <a:solidFill>
                    <a:srgbClr val="000000"/>
                  </a:solidFill>
                  <a:latin typeface="+mn-ea"/>
                </a:rPr>
                <a:t>：</a:t>
              </a:r>
              <a:r>
                <a:rPr kumimoji="1" lang="zh-TW" altLang="en-US" sz="1500">
                  <a:solidFill>
                    <a:srgbClr val="000000"/>
                  </a:solidFill>
                  <a:latin typeface="+mn-ea"/>
                </a:rPr>
                <a:t>「方針決定」</a:t>
              </a:r>
              <a:endParaRPr kumimoji="1" lang="ja-JP" altLang="en-US" sz="1500">
                <a:solidFill>
                  <a:srgbClr val="000000"/>
                </a:solidFill>
                <a:latin typeface="+mn-ea"/>
              </a:endParaRPr>
            </a:p>
          </p:txBody>
        </p:sp>
        <p:sp>
          <p:nvSpPr>
            <p:cNvPr id="16" name="正方形/長方形 15">
              <a:extLst>
                <a:ext uri="{FF2B5EF4-FFF2-40B4-BE49-F238E27FC236}">
                  <a16:creationId xmlns:a16="http://schemas.microsoft.com/office/drawing/2014/main" id="{6D5F17DE-18AE-1E8E-2DF3-B42608AA1AA0}"/>
                </a:ext>
              </a:extLst>
            </p:cNvPr>
            <p:cNvSpPr/>
            <p:nvPr/>
          </p:nvSpPr>
          <p:spPr>
            <a:xfrm>
              <a:off x="343406" y="3445305"/>
              <a:ext cx="2499959" cy="784874"/>
            </a:xfrm>
            <a:prstGeom prst="rect">
              <a:avLst/>
            </a:prstGeom>
            <a:solidFill>
              <a:srgbClr val="E8EE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t"/>
            <a:lstStyle/>
            <a:p>
              <a:r>
                <a:rPr kumimoji="1" lang="ja-JP" altLang="en-US" sz="1500">
                  <a:solidFill>
                    <a:srgbClr val="000000"/>
                  </a:solidFill>
                  <a:latin typeface="+mn-ea"/>
                </a:rPr>
                <a:t>新規テーマ探索群</a:t>
              </a:r>
            </a:p>
          </p:txBody>
        </p:sp>
        <p:sp>
          <p:nvSpPr>
            <p:cNvPr id="17" name="正方形/長方形 16">
              <a:extLst>
                <a:ext uri="{FF2B5EF4-FFF2-40B4-BE49-F238E27FC236}">
                  <a16:creationId xmlns:a16="http://schemas.microsoft.com/office/drawing/2014/main" id="{329A3F04-1500-133E-35C6-DBB72864F8E8}"/>
                </a:ext>
              </a:extLst>
            </p:cNvPr>
            <p:cNvSpPr/>
            <p:nvPr/>
          </p:nvSpPr>
          <p:spPr>
            <a:xfrm>
              <a:off x="2950889" y="3445305"/>
              <a:ext cx="2553720" cy="784874"/>
            </a:xfrm>
            <a:prstGeom prst="rect">
              <a:avLst/>
            </a:prstGeom>
            <a:solidFill>
              <a:srgbClr val="E8EE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t"/>
            <a:lstStyle/>
            <a:p>
              <a:r>
                <a:rPr kumimoji="1" lang="en-US" altLang="ja-JP" sz="1500">
                  <a:solidFill>
                    <a:srgbClr val="000000"/>
                  </a:solidFill>
                  <a:latin typeface="+mn-ea"/>
                </a:rPr>
                <a:t>C-0-5,C-0-6</a:t>
              </a:r>
              <a:endParaRPr kumimoji="1" lang="ja-JP" altLang="en-US" sz="1500">
                <a:solidFill>
                  <a:srgbClr val="000000"/>
                </a:solidFill>
                <a:latin typeface="+mn-ea"/>
              </a:endParaRPr>
            </a:p>
          </p:txBody>
        </p:sp>
        <p:sp>
          <p:nvSpPr>
            <p:cNvPr id="18" name="正方形/長方形 17">
              <a:extLst>
                <a:ext uri="{FF2B5EF4-FFF2-40B4-BE49-F238E27FC236}">
                  <a16:creationId xmlns:a16="http://schemas.microsoft.com/office/drawing/2014/main" id="{8F510C6A-A6D4-C628-0482-2C7CEFF03F8F}"/>
                </a:ext>
              </a:extLst>
            </p:cNvPr>
            <p:cNvSpPr/>
            <p:nvPr/>
          </p:nvSpPr>
          <p:spPr>
            <a:xfrm>
              <a:off x="5612136" y="3445304"/>
              <a:ext cx="1424708" cy="784874"/>
            </a:xfrm>
            <a:prstGeom prst="rect">
              <a:avLst/>
            </a:prstGeom>
            <a:solidFill>
              <a:srgbClr val="E8EE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t"/>
            <a:lstStyle/>
            <a:p>
              <a:r>
                <a:rPr kumimoji="1" lang="ja-JP" altLang="en-US" sz="1500">
                  <a:solidFill>
                    <a:srgbClr val="000000"/>
                  </a:solidFill>
                  <a:latin typeface="+mn-ea"/>
                </a:rPr>
                <a:t>未着手</a:t>
              </a:r>
            </a:p>
          </p:txBody>
        </p:sp>
        <p:sp>
          <p:nvSpPr>
            <p:cNvPr id="19" name="正方形/長方形 18">
              <a:extLst>
                <a:ext uri="{FF2B5EF4-FFF2-40B4-BE49-F238E27FC236}">
                  <a16:creationId xmlns:a16="http://schemas.microsoft.com/office/drawing/2014/main" id="{41BB0B5A-813F-19FE-2F38-DB2AAB5860CA}"/>
                </a:ext>
              </a:extLst>
            </p:cNvPr>
            <p:cNvSpPr/>
            <p:nvPr/>
          </p:nvSpPr>
          <p:spPr>
            <a:xfrm>
              <a:off x="7144370" y="3445305"/>
              <a:ext cx="4704223" cy="784874"/>
            </a:xfrm>
            <a:prstGeom prst="rect">
              <a:avLst/>
            </a:prstGeom>
            <a:solidFill>
              <a:srgbClr val="E8EE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t"/>
            <a:lstStyle/>
            <a:p>
              <a:r>
                <a:rPr lang="en-US" altLang="ja-JP" sz="1500">
                  <a:solidFill>
                    <a:srgbClr val="000000"/>
                  </a:solidFill>
                  <a:latin typeface="+mn-ea"/>
                </a:rPr>
                <a:t>C-0-5 </a:t>
              </a:r>
              <a:r>
                <a:rPr lang="ja-JP" altLang="en-US" sz="1500">
                  <a:solidFill>
                    <a:srgbClr val="000000"/>
                  </a:solidFill>
                  <a:latin typeface="+mn-ea"/>
                </a:rPr>
                <a:t>：</a:t>
              </a:r>
              <a:r>
                <a:rPr kumimoji="1" lang="ja-JP" altLang="en-US" sz="1500" b="1">
                  <a:solidFill>
                    <a:schemeClr val="accent3"/>
                  </a:solidFill>
                  <a:latin typeface="+mn-ea"/>
                </a:rPr>
                <a:t>「プロダクト開発着手ができる状態」</a:t>
              </a:r>
              <a:endParaRPr kumimoji="1" lang="en-US" altLang="ja-JP" sz="1500" b="1">
                <a:solidFill>
                  <a:schemeClr val="accent3"/>
                </a:solidFill>
                <a:latin typeface="+mn-ea"/>
              </a:endParaRPr>
            </a:p>
            <a:p>
              <a:br>
                <a:rPr kumimoji="1" lang="ja-JP" altLang="en-US" sz="1500">
                  <a:solidFill>
                    <a:srgbClr val="000000"/>
                  </a:solidFill>
                  <a:latin typeface="+mn-ea"/>
                </a:rPr>
              </a:br>
              <a:endParaRPr kumimoji="1" lang="ja-JP" altLang="en-US" sz="1500">
                <a:solidFill>
                  <a:srgbClr val="000000"/>
                </a:solidFill>
                <a:latin typeface="+mn-ea"/>
              </a:endParaRPr>
            </a:p>
          </p:txBody>
        </p:sp>
      </p:grpSp>
      <p:sp>
        <p:nvSpPr>
          <p:cNvPr id="2" name="Clients">
            <a:extLst>
              <a:ext uri="{FF2B5EF4-FFF2-40B4-BE49-F238E27FC236}">
                <a16:creationId xmlns:a16="http://schemas.microsoft.com/office/drawing/2014/main" id="{2777F11E-1AF5-8590-F5B9-DFC2BE38BEE8}"/>
              </a:ext>
            </a:extLst>
          </p:cNvPr>
          <p:cNvSpPr/>
          <p:nvPr/>
        </p:nvSpPr>
        <p:spPr>
          <a:xfrm>
            <a:off x="8023819" y="76029"/>
            <a:ext cx="2881313" cy="571500"/>
          </a:xfrm>
          <a:prstGeom prst="rect">
            <a:avLst/>
          </a:prstGeom>
          <a:solidFill>
            <a:srgbClr val="AED0DB"/>
          </a:solidFill>
          <a:ln w="12700" cap="flat" cmpd="sng" algn="ctr">
            <a:noFill/>
            <a:prstDash val="solid"/>
            <a:miter lim="800000"/>
          </a:ln>
          <a:effectLst>
            <a:prstShdw prst="shdw6" dist="35921" dir="2699995">
              <a:scrgbClr r="0" g="0" b="0"/>
            </a:prstShdw>
          </a:effectLst>
          <a:extLst>
            <a:ext uri="{91240B29-F687-4F45-9708-019B960494DF}">
              <a14:hiddenLine xmlns:a14="http://schemas.microsoft.com/office/drawing/2010/main" w="12700" cap="flat" cmpd="sng" algn="ctr">
                <a:solidFill>
                  <a:schemeClr val="accent1"/>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kumimoji="1" lang="en-US" altLang="ja-JP" sz="1200">
                <a:solidFill>
                  <a:srgbClr val="000000"/>
                </a:solidFill>
              </a:rPr>
              <a:t>12/4</a:t>
            </a:r>
            <a:r>
              <a:rPr kumimoji="1" lang="ja-JP" altLang="en-US" sz="1200">
                <a:solidFill>
                  <a:srgbClr val="000000"/>
                </a:solidFill>
              </a:rPr>
              <a:t>（</a:t>
            </a:r>
            <a:r>
              <a:rPr lang="ja-JP" altLang="en-US" sz="1200">
                <a:solidFill>
                  <a:srgbClr val="000000"/>
                </a:solidFill>
              </a:rPr>
              <a:t>木</a:t>
            </a:r>
            <a:r>
              <a:rPr kumimoji="1" lang="ja-JP" altLang="en-US" sz="1200">
                <a:solidFill>
                  <a:srgbClr val="000000"/>
                </a:solidFill>
              </a:rPr>
              <a:t>）の</a:t>
            </a:r>
            <a:r>
              <a:rPr kumimoji="1" lang="en-US" altLang="ja-JP" sz="1200">
                <a:solidFill>
                  <a:srgbClr val="000000"/>
                </a:solidFill>
              </a:rPr>
              <a:t>MTG</a:t>
            </a:r>
            <a:r>
              <a:rPr kumimoji="1" lang="ja-JP" altLang="en-US" sz="1200">
                <a:solidFill>
                  <a:srgbClr val="000000"/>
                </a:solidFill>
              </a:rPr>
              <a:t>の資料</a:t>
            </a:r>
          </a:p>
        </p:txBody>
      </p:sp>
    </p:spTree>
    <p:extLst>
      <p:ext uri="{BB962C8B-B14F-4D97-AF65-F5344CB8AC3E}">
        <p14:creationId xmlns:p14="http://schemas.microsoft.com/office/powerpoint/2010/main" val="28984824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6CAB3131-2BDE-4B88-6226-A078C37E47E4}"/>
              </a:ext>
            </a:extLst>
          </p:cNvPr>
          <p:cNvSpPr>
            <a:spLocks noGrp="1"/>
          </p:cNvSpPr>
          <p:nvPr>
            <p:ph type="body" sz="quarter" idx="12"/>
          </p:nvPr>
        </p:nvSpPr>
        <p:spPr/>
        <p:txBody>
          <a:bodyPr/>
          <a:lstStyle/>
          <a:p>
            <a:r>
              <a:rPr lang="ja-JP" altLang="en-US"/>
              <a:t>「競合視点で磨き込んだ</a:t>
            </a:r>
            <a:r>
              <a:rPr lang="en-US" altLang="ja-JP"/>
              <a:t>『</a:t>
            </a:r>
            <a:r>
              <a:rPr lang="ja-JP" altLang="en-US"/>
              <a:t>サービス</a:t>
            </a:r>
            <a:r>
              <a:rPr lang="en-US" altLang="ja-JP"/>
              <a:t>』</a:t>
            </a:r>
            <a:r>
              <a:rPr lang="ja-JP" altLang="en-US"/>
              <a:t>について、ユーザー検証（</a:t>
            </a:r>
            <a:r>
              <a:rPr lang="en-US" altLang="ja-JP"/>
              <a:t>3</a:t>
            </a:r>
            <a:r>
              <a:rPr lang="ja-JP" altLang="en-US"/>
              <a:t>月頭）を経て、事業性が承認されている状態」を目指す</a:t>
            </a:r>
            <a:endParaRPr kumimoji="1" lang="ja-JP" altLang="en-US"/>
          </a:p>
        </p:txBody>
      </p:sp>
      <p:sp>
        <p:nvSpPr>
          <p:cNvPr id="4" name="テキスト プレースホルダー 3">
            <a:extLst>
              <a:ext uri="{FF2B5EF4-FFF2-40B4-BE49-F238E27FC236}">
                <a16:creationId xmlns:a16="http://schemas.microsoft.com/office/drawing/2014/main" id="{D57E27C1-BD4C-17AD-851D-B4291F3392E9}"/>
              </a:ext>
            </a:extLst>
          </p:cNvPr>
          <p:cNvSpPr>
            <a:spLocks noGrp="1"/>
          </p:cNvSpPr>
          <p:nvPr>
            <p:ph type="body" sz="quarter" idx="10"/>
          </p:nvPr>
        </p:nvSpPr>
        <p:spPr/>
        <p:txBody>
          <a:bodyPr/>
          <a:lstStyle/>
          <a:p>
            <a:r>
              <a:rPr lang="en-US" altLang="ja-JP">
                <a:solidFill>
                  <a:schemeClr val="tx1"/>
                </a:solidFill>
              </a:rPr>
              <a:t>04_</a:t>
            </a:r>
            <a:r>
              <a:rPr lang="ja-JP" altLang="en-US">
                <a:solidFill>
                  <a:schemeClr val="tx1"/>
                </a:solidFill>
              </a:rPr>
              <a:t>分科会</a:t>
            </a:r>
            <a:r>
              <a:rPr lang="en-US" altLang="ja-JP">
                <a:solidFill>
                  <a:schemeClr val="tx1"/>
                </a:solidFill>
              </a:rPr>
              <a:t>C</a:t>
            </a:r>
            <a:r>
              <a:rPr lang="ja-JP" altLang="en-US">
                <a:solidFill>
                  <a:schemeClr val="tx1"/>
                </a:solidFill>
              </a:rPr>
              <a:t>（競合調査） の</a:t>
            </a:r>
            <a:r>
              <a:rPr kumimoji="1" lang="en-US" altLang="ja-JP">
                <a:solidFill>
                  <a:schemeClr val="tx1"/>
                </a:solidFill>
              </a:rPr>
              <a:t>3</a:t>
            </a:r>
            <a:r>
              <a:rPr kumimoji="1" lang="ja-JP" altLang="en-US">
                <a:solidFill>
                  <a:schemeClr val="tx1"/>
                </a:solidFill>
              </a:rPr>
              <a:t>月末までの進め方</a:t>
            </a:r>
            <a:endParaRPr kumimoji="1" lang="en-US" altLang="ja-JP">
              <a:solidFill>
                <a:schemeClr val="tx1"/>
              </a:solidFill>
            </a:endParaRPr>
          </a:p>
        </p:txBody>
      </p:sp>
      <p:grpSp>
        <p:nvGrpSpPr>
          <p:cNvPr id="23" name="グループ化 22">
            <a:extLst>
              <a:ext uri="{FF2B5EF4-FFF2-40B4-BE49-F238E27FC236}">
                <a16:creationId xmlns:a16="http://schemas.microsoft.com/office/drawing/2014/main" id="{3890B027-C57D-5A48-707E-707FE552F364}"/>
              </a:ext>
            </a:extLst>
          </p:cNvPr>
          <p:cNvGrpSpPr/>
          <p:nvPr/>
        </p:nvGrpSpPr>
        <p:grpSpPr>
          <a:xfrm>
            <a:off x="1041991" y="1691640"/>
            <a:ext cx="10806598" cy="484632"/>
            <a:chOff x="1041991" y="1691640"/>
            <a:chExt cx="7145995" cy="484632"/>
          </a:xfrm>
        </p:grpSpPr>
        <p:sp>
          <p:nvSpPr>
            <p:cNvPr id="7" name="矢印: 五方向 6">
              <a:extLst>
                <a:ext uri="{FF2B5EF4-FFF2-40B4-BE49-F238E27FC236}">
                  <a16:creationId xmlns:a16="http://schemas.microsoft.com/office/drawing/2014/main" id="{E7BAFB7A-8651-0C6F-2DC3-0B35C46877B2}"/>
                </a:ext>
              </a:extLst>
            </p:cNvPr>
            <p:cNvSpPr/>
            <p:nvPr/>
          </p:nvSpPr>
          <p:spPr>
            <a:xfrm>
              <a:off x="1041991" y="1691640"/>
              <a:ext cx="3485390" cy="484632"/>
            </a:xfrm>
            <a:prstGeom prst="homePlat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a:t>①サービスの探索・選定</a:t>
              </a:r>
              <a:endParaRPr kumimoji="1" lang="ja-JP" altLang="en-US" sz="1600"/>
            </a:p>
          </p:txBody>
        </p:sp>
        <p:sp>
          <p:nvSpPr>
            <p:cNvPr id="8" name="矢印: 五方向 7">
              <a:extLst>
                <a:ext uri="{FF2B5EF4-FFF2-40B4-BE49-F238E27FC236}">
                  <a16:creationId xmlns:a16="http://schemas.microsoft.com/office/drawing/2014/main" id="{A6F4FEF7-DD7B-8C0C-63D1-57068FBA3B25}"/>
                </a:ext>
              </a:extLst>
            </p:cNvPr>
            <p:cNvSpPr/>
            <p:nvPr/>
          </p:nvSpPr>
          <p:spPr>
            <a:xfrm>
              <a:off x="4702596" y="1691640"/>
              <a:ext cx="3485390" cy="484632"/>
            </a:xfrm>
            <a:prstGeom prst="homePlat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a:t>②サービスの定義・検証</a:t>
              </a:r>
            </a:p>
          </p:txBody>
        </p:sp>
      </p:grpSp>
      <p:grpSp>
        <p:nvGrpSpPr>
          <p:cNvPr id="31" name="グループ化 30">
            <a:extLst>
              <a:ext uri="{FF2B5EF4-FFF2-40B4-BE49-F238E27FC236}">
                <a16:creationId xmlns:a16="http://schemas.microsoft.com/office/drawing/2014/main" id="{132FDD89-B52C-99BD-4A1D-52CA4BFF4F55}"/>
              </a:ext>
            </a:extLst>
          </p:cNvPr>
          <p:cNvGrpSpPr/>
          <p:nvPr/>
        </p:nvGrpSpPr>
        <p:grpSpPr>
          <a:xfrm>
            <a:off x="343406" y="2921161"/>
            <a:ext cx="11505184" cy="571877"/>
            <a:chOff x="343406" y="2300586"/>
            <a:chExt cx="11505184" cy="893720"/>
          </a:xfrm>
        </p:grpSpPr>
        <p:sp>
          <p:nvSpPr>
            <p:cNvPr id="19" name="正方形/長方形 18">
              <a:extLst>
                <a:ext uri="{FF2B5EF4-FFF2-40B4-BE49-F238E27FC236}">
                  <a16:creationId xmlns:a16="http://schemas.microsoft.com/office/drawing/2014/main" id="{0F75C89B-2434-7AA7-F2C1-B69FAB20620B}"/>
                </a:ext>
              </a:extLst>
            </p:cNvPr>
            <p:cNvSpPr/>
            <p:nvPr/>
          </p:nvSpPr>
          <p:spPr>
            <a:xfrm>
              <a:off x="343406" y="2300589"/>
              <a:ext cx="602892" cy="89371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a:t>想定期間</a:t>
              </a:r>
            </a:p>
          </p:txBody>
        </p:sp>
        <p:sp>
          <p:nvSpPr>
            <p:cNvPr id="20" name="矢印: 五方向 19">
              <a:extLst>
                <a:ext uri="{FF2B5EF4-FFF2-40B4-BE49-F238E27FC236}">
                  <a16:creationId xmlns:a16="http://schemas.microsoft.com/office/drawing/2014/main" id="{C62C9075-4008-E244-8E3E-D446734DB494}"/>
                </a:ext>
              </a:extLst>
            </p:cNvPr>
            <p:cNvSpPr/>
            <p:nvPr/>
          </p:nvSpPr>
          <p:spPr>
            <a:xfrm>
              <a:off x="1041991" y="2300588"/>
              <a:ext cx="3455581" cy="893717"/>
            </a:xfrm>
            <a:prstGeom prst="homePlat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a:solidFill>
                    <a:schemeClr val="tx1"/>
                  </a:solidFill>
                </a:rPr>
                <a:t>1</a:t>
              </a:r>
              <a:r>
                <a:rPr lang="ja-JP" altLang="en-US" sz="1400">
                  <a:solidFill>
                    <a:schemeClr val="tx1"/>
                  </a:solidFill>
                </a:rPr>
                <a:t>月末まで</a:t>
              </a:r>
              <a:endParaRPr kumimoji="1" lang="ja-JP" altLang="en-US" sz="1400">
                <a:solidFill>
                  <a:schemeClr val="tx1"/>
                </a:solidFill>
              </a:endParaRPr>
            </a:p>
          </p:txBody>
        </p:sp>
        <p:sp>
          <p:nvSpPr>
            <p:cNvPr id="22" name="矢印: 五方向 21">
              <a:extLst>
                <a:ext uri="{FF2B5EF4-FFF2-40B4-BE49-F238E27FC236}">
                  <a16:creationId xmlns:a16="http://schemas.microsoft.com/office/drawing/2014/main" id="{7BEA7C35-5B75-608D-555E-CB1747D83439}"/>
                </a:ext>
              </a:extLst>
            </p:cNvPr>
            <p:cNvSpPr/>
            <p:nvPr/>
          </p:nvSpPr>
          <p:spPr>
            <a:xfrm>
              <a:off x="4593265" y="2300587"/>
              <a:ext cx="3859619" cy="893717"/>
            </a:xfrm>
            <a:prstGeom prst="homePlat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a:solidFill>
                    <a:schemeClr val="tx1"/>
                  </a:solidFill>
                </a:rPr>
                <a:t>2</a:t>
              </a:r>
              <a:r>
                <a:rPr lang="ja-JP" altLang="en-US" sz="1400">
                  <a:solidFill>
                    <a:schemeClr val="tx1"/>
                  </a:solidFill>
                </a:rPr>
                <a:t>月末～</a:t>
              </a:r>
              <a:r>
                <a:rPr lang="en-US" altLang="ja-JP" sz="1400">
                  <a:solidFill>
                    <a:schemeClr val="tx1"/>
                  </a:solidFill>
                </a:rPr>
                <a:t>3</a:t>
              </a:r>
              <a:r>
                <a:rPr lang="ja-JP" altLang="en-US" sz="1400">
                  <a:solidFill>
                    <a:schemeClr val="tx1"/>
                  </a:solidFill>
                </a:rPr>
                <a:t>月頭まで</a:t>
              </a:r>
              <a:endParaRPr kumimoji="1" lang="en-US" altLang="ja-JP" sz="1400">
                <a:solidFill>
                  <a:schemeClr val="tx1"/>
                </a:solidFill>
              </a:endParaRPr>
            </a:p>
          </p:txBody>
        </p:sp>
        <p:sp>
          <p:nvSpPr>
            <p:cNvPr id="24" name="矢印: 五方向 23">
              <a:extLst>
                <a:ext uri="{FF2B5EF4-FFF2-40B4-BE49-F238E27FC236}">
                  <a16:creationId xmlns:a16="http://schemas.microsoft.com/office/drawing/2014/main" id="{E0ACE6BC-CCDD-36D2-1BD3-BC7AE07D957C}"/>
                </a:ext>
              </a:extLst>
            </p:cNvPr>
            <p:cNvSpPr/>
            <p:nvPr/>
          </p:nvSpPr>
          <p:spPr>
            <a:xfrm>
              <a:off x="8548578" y="2300586"/>
              <a:ext cx="3300012" cy="893717"/>
            </a:xfrm>
            <a:prstGeom prst="homePlat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a:solidFill>
                    <a:schemeClr val="tx1"/>
                  </a:solidFill>
                </a:rPr>
                <a:t>3</a:t>
              </a:r>
              <a:r>
                <a:rPr lang="ja-JP" altLang="en-US" sz="1400">
                  <a:solidFill>
                    <a:schemeClr val="tx1"/>
                  </a:solidFill>
                </a:rPr>
                <a:t>月末まで</a:t>
              </a:r>
              <a:endParaRPr kumimoji="1" lang="en-US" altLang="ja-JP" sz="1400">
                <a:solidFill>
                  <a:schemeClr val="tx1"/>
                </a:solidFill>
              </a:endParaRPr>
            </a:p>
          </p:txBody>
        </p:sp>
      </p:grpSp>
      <p:grpSp>
        <p:nvGrpSpPr>
          <p:cNvPr id="32" name="グループ化 31">
            <a:extLst>
              <a:ext uri="{FF2B5EF4-FFF2-40B4-BE49-F238E27FC236}">
                <a16:creationId xmlns:a16="http://schemas.microsoft.com/office/drawing/2014/main" id="{3BCB70BE-3826-4E0F-A43E-6F16D8FBC709}"/>
              </a:ext>
            </a:extLst>
          </p:cNvPr>
          <p:cNvGrpSpPr/>
          <p:nvPr/>
        </p:nvGrpSpPr>
        <p:grpSpPr>
          <a:xfrm>
            <a:off x="343406" y="3562708"/>
            <a:ext cx="11505184" cy="1870530"/>
            <a:chOff x="343406" y="3562708"/>
            <a:chExt cx="11505184" cy="1870530"/>
          </a:xfrm>
        </p:grpSpPr>
        <p:sp>
          <p:nvSpPr>
            <p:cNvPr id="25" name="正方形/長方形 24">
              <a:extLst>
                <a:ext uri="{FF2B5EF4-FFF2-40B4-BE49-F238E27FC236}">
                  <a16:creationId xmlns:a16="http://schemas.microsoft.com/office/drawing/2014/main" id="{9E011FA1-8755-8C26-D21F-B38057C7E9CD}"/>
                </a:ext>
              </a:extLst>
            </p:cNvPr>
            <p:cNvSpPr/>
            <p:nvPr/>
          </p:nvSpPr>
          <p:spPr>
            <a:xfrm>
              <a:off x="1041991" y="3562708"/>
              <a:ext cx="3455581" cy="1870529"/>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285750" indent="-285750">
                <a:lnSpc>
                  <a:spcPct val="130000"/>
                </a:lnSpc>
                <a:buFont typeface="Arial" panose="020B0604020202020204" pitchFamily="34" charset="0"/>
                <a:buChar char="•"/>
              </a:pPr>
              <a:r>
                <a:rPr lang="ja-JP" altLang="en-US" sz="1200">
                  <a:solidFill>
                    <a:schemeClr val="tx1"/>
                  </a:solidFill>
                  <a:latin typeface="+mn-ea"/>
                </a:rPr>
                <a:t>過去の検討内容や現状等の確認</a:t>
              </a:r>
              <a:endParaRPr lang="en-US" altLang="ja-JP" sz="1200">
                <a:solidFill>
                  <a:schemeClr val="tx1"/>
                </a:solidFill>
                <a:latin typeface="+mn-ea"/>
              </a:endParaRPr>
            </a:p>
            <a:p>
              <a:pPr marL="285750" indent="-285750">
                <a:lnSpc>
                  <a:spcPct val="130000"/>
                </a:lnSpc>
                <a:buFont typeface="Arial" panose="020B0604020202020204" pitchFamily="34" charset="0"/>
                <a:buChar char="•"/>
              </a:pPr>
              <a:r>
                <a:rPr lang="ja-JP" altLang="en-US" sz="1200">
                  <a:solidFill>
                    <a:schemeClr val="tx1"/>
                  </a:solidFill>
                  <a:latin typeface="+mn-ea"/>
                </a:rPr>
                <a:t>調査方向性のすり合わせ</a:t>
              </a:r>
              <a:endParaRPr lang="en-US" altLang="ja-JP" sz="1200">
                <a:solidFill>
                  <a:schemeClr val="tx1"/>
                </a:solidFill>
                <a:latin typeface="+mn-ea"/>
              </a:endParaRPr>
            </a:p>
            <a:p>
              <a:pPr marL="285750" indent="-285750">
                <a:lnSpc>
                  <a:spcPct val="130000"/>
                </a:lnSpc>
                <a:buFont typeface="Arial" panose="020B0604020202020204" pitchFamily="34" charset="0"/>
                <a:buChar char="•"/>
              </a:pPr>
              <a:r>
                <a:rPr lang="ja-JP" altLang="en-US" sz="1200">
                  <a:solidFill>
                    <a:schemeClr val="tx1"/>
                  </a:solidFill>
                  <a:latin typeface="+mn-ea"/>
                </a:rPr>
                <a:t>調査対象の洗い出し</a:t>
              </a:r>
              <a:endParaRPr lang="en-US" altLang="ja-JP" sz="1200">
                <a:solidFill>
                  <a:schemeClr val="tx1"/>
                </a:solidFill>
                <a:latin typeface="+mn-ea"/>
              </a:endParaRPr>
            </a:p>
            <a:p>
              <a:pPr marL="285750" indent="-285750">
                <a:lnSpc>
                  <a:spcPct val="130000"/>
                </a:lnSpc>
                <a:buFont typeface="Arial" panose="020B0604020202020204" pitchFamily="34" charset="0"/>
                <a:buChar char="•"/>
              </a:pPr>
              <a:r>
                <a:rPr lang="ja-JP" altLang="en-US" sz="1200">
                  <a:solidFill>
                    <a:schemeClr val="tx1"/>
                  </a:solidFill>
                  <a:latin typeface="+mn-ea"/>
                </a:rPr>
                <a:t>優先順位付けのための評価軸の検討</a:t>
              </a:r>
              <a:endParaRPr lang="en-US" altLang="ja-JP" sz="1200">
                <a:solidFill>
                  <a:schemeClr val="tx1"/>
                </a:solidFill>
                <a:latin typeface="+mn-ea"/>
              </a:endParaRPr>
            </a:p>
            <a:p>
              <a:pPr marL="285750" indent="-285750">
                <a:lnSpc>
                  <a:spcPct val="130000"/>
                </a:lnSpc>
                <a:buFont typeface="Arial" panose="020B0604020202020204" pitchFamily="34" charset="0"/>
                <a:buChar char="•"/>
              </a:pPr>
              <a:r>
                <a:rPr lang="ja-JP" altLang="en-US" sz="1200">
                  <a:solidFill>
                    <a:schemeClr val="tx1"/>
                  </a:solidFill>
                  <a:latin typeface="+mn-ea"/>
                </a:rPr>
                <a:t>調査実施（デスクトップリサーチ）</a:t>
              </a:r>
              <a:endParaRPr lang="en-US" altLang="ja-JP" sz="1200">
                <a:solidFill>
                  <a:schemeClr val="tx1"/>
                </a:solidFill>
                <a:latin typeface="+mn-ea"/>
              </a:endParaRPr>
            </a:p>
            <a:p>
              <a:pPr marL="285750" indent="-285750">
                <a:lnSpc>
                  <a:spcPct val="130000"/>
                </a:lnSpc>
                <a:buFont typeface="Arial" panose="020B0604020202020204" pitchFamily="34" charset="0"/>
                <a:buChar char="•"/>
              </a:pPr>
              <a:r>
                <a:rPr lang="ja-JP" altLang="en-US" sz="1200">
                  <a:solidFill>
                    <a:schemeClr val="tx1"/>
                  </a:solidFill>
                  <a:latin typeface="+mn-ea"/>
                </a:rPr>
                <a:t>調査結果の比較・検討</a:t>
              </a:r>
              <a:endParaRPr lang="en-US" altLang="ja-JP" sz="1200">
                <a:solidFill>
                  <a:schemeClr val="tx1"/>
                </a:solidFill>
                <a:latin typeface="+mn-ea"/>
              </a:endParaRPr>
            </a:p>
            <a:p>
              <a:pPr marL="285750" indent="-285750">
                <a:lnSpc>
                  <a:spcPct val="130000"/>
                </a:lnSpc>
                <a:buFont typeface="Arial" panose="020B0604020202020204" pitchFamily="34" charset="0"/>
                <a:buChar char="•"/>
              </a:pPr>
              <a:r>
                <a:rPr lang="ja-JP" altLang="en-US" sz="1200">
                  <a:solidFill>
                    <a:schemeClr val="tx1"/>
                  </a:solidFill>
                  <a:latin typeface="+mn-ea"/>
                </a:rPr>
                <a:t>検証サービス案の絞り込み</a:t>
              </a:r>
              <a:endParaRPr lang="en-US" altLang="ja-JP" sz="1200">
                <a:solidFill>
                  <a:schemeClr val="tx1"/>
                </a:solidFill>
                <a:latin typeface="+mn-ea"/>
              </a:endParaRPr>
            </a:p>
          </p:txBody>
        </p:sp>
        <p:sp>
          <p:nvSpPr>
            <p:cNvPr id="26" name="正方形/長方形 25">
              <a:extLst>
                <a:ext uri="{FF2B5EF4-FFF2-40B4-BE49-F238E27FC236}">
                  <a16:creationId xmlns:a16="http://schemas.microsoft.com/office/drawing/2014/main" id="{019AE543-E34B-FFA7-4ECE-95DA6DF1FF66}"/>
                </a:ext>
              </a:extLst>
            </p:cNvPr>
            <p:cNvSpPr/>
            <p:nvPr/>
          </p:nvSpPr>
          <p:spPr>
            <a:xfrm>
              <a:off x="343406" y="3562709"/>
              <a:ext cx="602892" cy="187052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a:t>想定タスク案</a:t>
              </a:r>
            </a:p>
          </p:txBody>
        </p:sp>
        <p:sp>
          <p:nvSpPr>
            <p:cNvPr id="27" name="正方形/長方形 26">
              <a:extLst>
                <a:ext uri="{FF2B5EF4-FFF2-40B4-BE49-F238E27FC236}">
                  <a16:creationId xmlns:a16="http://schemas.microsoft.com/office/drawing/2014/main" id="{2A5DC8E9-190A-5470-D91F-0C5EE15AA73A}"/>
                </a:ext>
              </a:extLst>
            </p:cNvPr>
            <p:cNvSpPr/>
            <p:nvPr/>
          </p:nvSpPr>
          <p:spPr>
            <a:xfrm>
              <a:off x="4593265" y="3562708"/>
              <a:ext cx="3859619" cy="1870529"/>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285750" indent="-285750">
                <a:lnSpc>
                  <a:spcPct val="130000"/>
                </a:lnSpc>
                <a:buFont typeface="Arial" panose="020B0604020202020204" pitchFamily="34" charset="0"/>
                <a:buChar char="•"/>
              </a:pPr>
              <a:r>
                <a:rPr lang="en-US" altLang="ja-JP" sz="1200">
                  <a:solidFill>
                    <a:schemeClr val="tx1"/>
                  </a:solidFill>
                  <a:latin typeface="+mn-ea"/>
                </a:rPr>
                <a:t>JR</a:t>
              </a:r>
              <a:r>
                <a:rPr lang="ja-JP" altLang="en-US" sz="1200">
                  <a:solidFill>
                    <a:schemeClr val="tx1"/>
                  </a:solidFill>
                  <a:latin typeface="+mn-ea"/>
                </a:rPr>
                <a:t>アセットを活用したサービス定義</a:t>
              </a:r>
              <a:endParaRPr lang="en-US" altLang="ja-JP" sz="1200">
                <a:solidFill>
                  <a:schemeClr val="tx1"/>
                </a:solidFill>
                <a:latin typeface="+mn-ea"/>
              </a:endParaRPr>
            </a:p>
            <a:p>
              <a:pPr marL="285750" indent="-285750">
                <a:lnSpc>
                  <a:spcPct val="130000"/>
                </a:lnSpc>
                <a:buFont typeface="Arial" panose="020B0604020202020204" pitchFamily="34" charset="0"/>
                <a:buChar char="•"/>
              </a:pPr>
              <a:r>
                <a:rPr lang="ja-JP" altLang="en-US" sz="1200">
                  <a:solidFill>
                    <a:schemeClr val="tx1"/>
                  </a:solidFill>
                  <a:latin typeface="+mn-ea"/>
                </a:rPr>
                <a:t>サービスコンセプト検討</a:t>
              </a:r>
              <a:endParaRPr lang="en-US" altLang="ja-JP" sz="1200">
                <a:solidFill>
                  <a:schemeClr val="tx1"/>
                </a:solidFill>
                <a:latin typeface="+mn-ea"/>
              </a:endParaRPr>
            </a:p>
            <a:p>
              <a:pPr marL="285750" indent="-285750">
                <a:lnSpc>
                  <a:spcPct val="130000"/>
                </a:lnSpc>
                <a:buFont typeface="Arial" panose="020B0604020202020204" pitchFamily="34" charset="0"/>
                <a:buChar char="•"/>
              </a:pPr>
              <a:r>
                <a:rPr lang="ja-JP" altLang="en-US" sz="1200">
                  <a:solidFill>
                    <a:schemeClr val="tx1"/>
                  </a:solidFill>
                  <a:latin typeface="+mn-ea"/>
                </a:rPr>
                <a:t>コンセプト検証設計</a:t>
              </a:r>
              <a:endParaRPr lang="en-US" altLang="ja-JP" sz="1200">
                <a:solidFill>
                  <a:schemeClr val="tx1"/>
                </a:solidFill>
                <a:latin typeface="+mn-ea"/>
              </a:endParaRPr>
            </a:p>
            <a:p>
              <a:pPr marL="285750" indent="-285750">
                <a:lnSpc>
                  <a:spcPct val="130000"/>
                </a:lnSpc>
                <a:buFont typeface="Arial" panose="020B0604020202020204" pitchFamily="34" charset="0"/>
                <a:buChar char="•"/>
              </a:pPr>
              <a:r>
                <a:rPr lang="ja-JP" altLang="en-US" sz="1200">
                  <a:solidFill>
                    <a:schemeClr val="tx1"/>
                  </a:solidFill>
                  <a:latin typeface="+mn-ea"/>
                </a:rPr>
                <a:t>インタビュー実施</a:t>
              </a:r>
              <a:endParaRPr lang="en-US" altLang="ja-JP" sz="1200">
                <a:solidFill>
                  <a:schemeClr val="tx1"/>
                </a:solidFill>
                <a:latin typeface="+mn-ea"/>
              </a:endParaRPr>
            </a:p>
            <a:p>
              <a:pPr marL="285750" indent="-285750">
                <a:lnSpc>
                  <a:spcPct val="130000"/>
                </a:lnSpc>
                <a:buFont typeface="Arial" panose="020B0604020202020204" pitchFamily="34" charset="0"/>
                <a:buChar char="•"/>
              </a:pPr>
              <a:r>
                <a:rPr lang="ja-JP" altLang="en-US" sz="1200">
                  <a:solidFill>
                    <a:schemeClr val="tx1"/>
                  </a:solidFill>
                  <a:latin typeface="+mn-ea"/>
                </a:rPr>
                <a:t>インタビュー内容振り返り</a:t>
              </a:r>
              <a:endParaRPr lang="en-US" altLang="ja-JP" sz="1200">
                <a:solidFill>
                  <a:schemeClr val="tx1"/>
                </a:solidFill>
                <a:latin typeface="+mn-ea"/>
              </a:endParaRPr>
            </a:p>
            <a:p>
              <a:pPr marL="285750" indent="-285750">
                <a:lnSpc>
                  <a:spcPct val="130000"/>
                </a:lnSpc>
                <a:buFont typeface="Arial" panose="020B0604020202020204" pitchFamily="34" charset="0"/>
                <a:buChar char="•"/>
              </a:pPr>
              <a:r>
                <a:rPr lang="ja-JP" altLang="en-US" sz="1200">
                  <a:solidFill>
                    <a:schemeClr val="tx1"/>
                  </a:solidFill>
                  <a:latin typeface="+mn-ea"/>
                </a:rPr>
                <a:t>サービスブラッシュアップ</a:t>
              </a:r>
            </a:p>
          </p:txBody>
        </p:sp>
        <p:sp>
          <p:nvSpPr>
            <p:cNvPr id="28" name="正方形/長方形 27">
              <a:extLst>
                <a:ext uri="{FF2B5EF4-FFF2-40B4-BE49-F238E27FC236}">
                  <a16:creationId xmlns:a16="http://schemas.microsoft.com/office/drawing/2014/main" id="{BD056317-1D33-CC8A-83F7-944328B21BE0}"/>
                </a:ext>
              </a:extLst>
            </p:cNvPr>
            <p:cNvSpPr/>
            <p:nvPr/>
          </p:nvSpPr>
          <p:spPr>
            <a:xfrm>
              <a:off x="8548578" y="3562708"/>
              <a:ext cx="3300012" cy="1870529"/>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285750" indent="-285750">
                <a:lnSpc>
                  <a:spcPct val="130000"/>
                </a:lnSpc>
                <a:buFont typeface="Arial" panose="020B0604020202020204" pitchFamily="34" charset="0"/>
                <a:buChar char="•"/>
              </a:pPr>
              <a:r>
                <a:rPr lang="ja-JP" altLang="en-US" sz="1200">
                  <a:solidFill>
                    <a:schemeClr val="tx1"/>
                  </a:solidFill>
                  <a:latin typeface="+mn-ea"/>
                </a:rPr>
                <a:t>ビジネスモデルの初期案構築</a:t>
              </a:r>
              <a:endParaRPr lang="en-US" altLang="ja-JP" sz="1200">
                <a:solidFill>
                  <a:schemeClr val="tx1"/>
                </a:solidFill>
                <a:latin typeface="+mn-ea"/>
              </a:endParaRPr>
            </a:p>
            <a:p>
              <a:pPr marL="285750" indent="-285750">
                <a:lnSpc>
                  <a:spcPct val="130000"/>
                </a:lnSpc>
                <a:buFont typeface="Arial" panose="020B0604020202020204" pitchFamily="34" charset="0"/>
                <a:buChar char="•"/>
              </a:pPr>
              <a:r>
                <a:rPr lang="ja-JP" altLang="en-US" sz="1200">
                  <a:solidFill>
                    <a:schemeClr val="tx1"/>
                  </a:solidFill>
                  <a:latin typeface="+mn-ea"/>
                </a:rPr>
                <a:t>ビジネス上のリスク整理</a:t>
              </a:r>
              <a:endParaRPr lang="en-US" altLang="ja-JP" sz="1200">
                <a:solidFill>
                  <a:schemeClr val="tx1"/>
                </a:solidFill>
                <a:latin typeface="+mn-ea"/>
              </a:endParaRPr>
            </a:p>
          </p:txBody>
        </p:sp>
      </p:grpSp>
      <p:sp>
        <p:nvSpPr>
          <p:cNvPr id="34" name="正方形/長方形 33">
            <a:extLst>
              <a:ext uri="{FF2B5EF4-FFF2-40B4-BE49-F238E27FC236}">
                <a16:creationId xmlns:a16="http://schemas.microsoft.com/office/drawing/2014/main" id="{51F5BA71-677F-ED82-A098-E43F316AAE9F}"/>
              </a:ext>
            </a:extLst>
          </p:cNvPr>
          <p:cNvSpPr/>
          <p:nvPr/>
        </p:nvSpPr>
        <p:spPr>
          <a:xfrm>
            <a:off x="1041991" y="5502910"/>
            <a:ext cx="3455581" cy="66294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285750" indent="-285750">
              <a:lnSpc>
                <a:spcPct val="130000"/>
              </a:lnSpc>
              <a:buFont typeface="Arial" panose="020B0604020202020204" pitchFamily="34" charset="0"/>
              <a:buChar char="•"/>
            </a:pPr>
            <a:r>
              <a:rPr lang="ja-JP" altLang="en-US" sz="1200">
                <a:solidFill>
                  <a:schemeClr val="tx1"/>
                </a:solidFill>
                <a:latin typeface="+mn-ea"/>
              </a:rPr>
              <a:t>競合調査で得た新規テーマに加えて、既存テーマも含めて取組の優先順位付けを実施</a:t>
            </a:r>
            <a:endParaRPr lang="en-US" altLang="ja-JP" sz="1200">
              <a:solidFill>
                <a:schemeClr val="tx1"/>
              </a:solidFill>
              <a:latin typeface="+mn-ea"/>
            </a:endParaRPr>
          </a:p>
        </p:txBody>
      </p:sp>
      <p:sp>
        <p:nvSpPr>
          <p:cNvPr id="35" name="正方形/長方形 34">
            <a:extLst>
              <a:ext uri="{FF2B5EF4-FFF2-40B4-BE49-F238E27FC236}">
                <a16:creationId xmlns:a16="http://schemas.microsoft.com/office/drawing/2014/main" id="{27F2D2FC-2835-DA0C-1C11-306760D3F896}"/>
              </a:ext>
            </a:extLst>
          </p:cNvPr>
          <p:cNvSpPr/>
          <p:nvPr/>
        </p:nvSpPr>
        <p:spPr>
          <a:xfrm>
            <a:off x="343406" y="5502910"/>
            <a:ext cx="602892" cy="66294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t>備考</a:t>
            </a:r>
            <a:endParaRPr kumimoji="1" lang="ja-JP" altLang="en-US" sz="1200"/>
          </a:p>
        </p:txBody>
      </p:sp>
      <p:sp>
        <p:nvSpPr>
          <p:cNvPr id="36" name="正方形/長方形 35">
            <a:extLst>
              <a:ext uri="{FF2B5EF4-FFF2-40B4-BE49-F238E27FC236}">
                <a16:creationId xmlns:a16="http://schemas.microsoft.com/office/drawing/2014/main" id="{31C9D553-90F8-932F-4003-A039263BC35D}"/>
              </a:ext>
            </a:extLst>
          </p:cNvPr>
          <p:cNvSpPr/>
          <p:nvPr/>
        </p:nvSpPr>
        <p:spPr>
          <a:xfrm>
            <a:off x="4593265" y="5502910"/>
            <a:ext cx="3859619" cy="66294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285750" indent="-285750">
              <a:lnSpc>
                <a:spcPct val="130000"/>
              </a:lnSpc>
              <a:buFont typeface="Arial" panose="020B0604020202020204" pitchFamily="34" charset="0"/>
              <a:buChar char="•"/>
            </a:pPr>
            <a:r>
              <a:rPr lang="ja-JP" altLang="en-US" sz="1200">
                <a:solidFill>
                  <a:schemeClr val="tx1"/>
                </a:solidFill>
                <a:latin typeface="+mn-ea"/>
              </a:rPr>
              <a:t>優先順位の高いものから想定タスクを実施</a:t>
            </a:r>
            <a:endParaRPr lang="en-US" altLang="ja-JP" sz="1200">
              <a:solidFill>
                <a:schemeClr val="tx1"/>
              </a:solidFill>
              <a:latin typeface="+mn-ea"/>
            </a:endParaRPr>
          </a:p>
          <a:p>
            <a:pPr marL="285750" indent="-285750">
              <a:lnSpc>
                <a:spcPct val="130000"/>
              </a:lnSpc>
              <a:buFont typeface="Arial" panose="020B0604020202020204" pitchFamily="34" charset="0"/>
              <a:buChar char="•"/>
            </a:pPr>
            <a:r>
              <a:rPr lang="ja-JP" altLang="en-US" sz="1200">
                <a:solidFill>
                  <a:schemeClr val="tx1"/>
                </a:solidFill>
                <a:latin typeface="+mn-ea"/>
              </a:rPr>
              <a:t>一部</a:t>
            </a:r>
            <a:r>
              <a:rPr lang="en-US" altLang="ja-JP" sz="1200">
                <a:solidFill>
                  <a:schemeClr val="tx1"/>
                </a:solidFill>
                <a:latin typeface="+mn-ea"/>
              </a:rPr>
              <a:t>A</a:t>
            </a:r>
            <a:r>
              <a:rPr lang="ja-JP" altLang="en-US" sz="1200">
                <a:solidFill>
                  <a:schemeClr val="tx1"/>
                </a:solidFill>
                <a:latin typeface="+mn-ea"/>
              </a:rPr>
              <a:t>のカテゴリにマージするものもあると思料</a:t>
            </a:r>
          </a:p>
        </p:txBody>
      </p:sp>
      <p:sp>
        <p:nvSpPr>
          <p:cNvPr id="37" name="正方形/長方形 36">
            <a:extLst>
              <a:ext uri="{FF2B5EF4-FFF2-40B4-BE49-F238E27FC236}">
                <a16:creationId xmlns:a16="http://schemas.microsoft.com/office/drawing/2014/main" id="{1A502595-3E98-D828-68F3-7BFBA4B988FC}"/>
              </a:ext>
            </a:extLst>
          </p:cNvPr>
          <p:cNvSpPr/>
          <p:nvPr/>
        </p:nvSpPr>
        <p:spPr>
          <a:xfrm>
            <a:off x="8548578" y="5502910"/>
            <a:ext cx="3300012" cy="66294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285750" indent="-285750">
              <a:lnSpc>
                <a:spcPct val="130000"/>
              </a:lnSpc>
              <a:buFont typeface="Arial" panose="020B0604020202020204" pitchFamily="34" charset="0"/>
              <a:buChar char="•"/>
            </a:pPr>
            <a:r>
              <a:rPr lang="en-US" altLang="ja-JP" sz="1200">
                <a:solidFill>
                  <a:schemeClr val="tx1"/>
                </a:solidFill>
                <a:latin typeface="+mn-ea"/>
              </a:rPr>
              <a:t>2</a:t>
            </a:r>
            <a:r>
              <a:rPr lang="ja-JP" altLang="en-US" sz="1200">
                <a:solidFill>
                  <a:schemeClr val="tx1"/>
                </a:solidFill>
                <a:latin typeface="+mn-ea"/>
              </a:rPr>
              <a:t>周目の検証サイクルに移るのか、リリースを目指した開発に進むのかを軸に検討</a:t>
            </a:r>
            <a:endParaRPr lang="en-US" altLang="ja-JP" sz="1200">
              <a:solidFill>
                <a:schemeClr val="tx1"/>
              </a:solidFill>
              <a:latin typeface="+mn-ea"/>
            </a:endParaRPr>
          </a:p>
        </p:txBody>
      </p:sp>
      <p:sp>
        <p:nvSpPr>
          <p:cNvPr id="30" name="正方形/長方形 29">
            <a:extLst>
              <a:ext uri="{FF2B5EF4-FFF2-40B4-BE49-F238E27FC236}">
                <a16:creationId xmlns:a16="http://schemas.microsoft.com/office/drawing/2014/main" id="{5A39B757-4728-663E-0888-7E53BED42722}"/>
              </a:ext>
            </a:extLst>
          </p:cNvPr>
          <p:cNvSpPr/>
          <p:nvPr/>
        </p:nvSpPr>
        <p:spPr>
          <a:xfrm>
            <a:off x="343406" y="2311486"/>
            <a:ext cx="602892" cy="540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マイルストン</a:t>
            </a:r>
          </a:p>
        </p:txBody>
      </p:sp>
      <p:grpSp>
        <p:nvGrpSpPr>
          <p:cNvPr id="33" name="グループ化 32">
            <a:extLst>
              <a:ext uri="{FF2B5EF4-FFF2-40B4-BE49-F238E27FC236}">
                <a16:creationId xmlns:a16="http://schemas.microsoft.com/office/drawing/2014/main" id="{25D1F40E-922E-197D-9636-A6BD1546CF7E}"/>
              </a:ext>
            </a:extLst>
          </p:cNvPr>
          <p:cNvGrpSpPr/>
          <p:nvPr/>
        </p:nvGrpSpPr>
        <p:grpSpPr>
          <a:xfrm>
            <a:off x="3085326" y="2311486"/>
            <a:ext cx="1980000" cy="418898"/>
            <a:chOff x="3797457" y="2399854"/>
            <a:chExt cx="1980000" cy="418898"/>
          </a:xfrm>
        </p:grpSpPr>
        <p:sp>
          <p:nvSpPr>
            <p:cNvPr id="38" name="二等辺三角形 37">
              <a:extLst>
                <a:ext uri="{FF2B5EF4-FFF2-40B4-BE49-F238E27FC236}">
                  <a16:creationId xmlns:a16="http://schemas.microsoft.com/office/drawing/2014/main" id="{26570EC3-96A1-B2F7-8CF7-01BB22394A3D}"/>
                </a:ext>
              </a:extLst>
            </p:cNvPr>
            <p:cNvSpPr/>
            <p:nvPr/>
          </p:nvSpPr>
          <p:spPr>
            <a:xfrm rot="10800000">
              <a:off x="4697457" y="2638752"/>
              <a:ext cx="180000" cy="180000"/>
            </a:xfrm>
            <a:prstGeom prst="triangl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正方形/長方形 38">
              <a:extLst>
                <a:ext uri="{FF2B5EF4-FFF2-40B4-BE49-F238E27FC236}">
                  <a16:creationId xmlns:a16="http://schemas.microsoft.com/office/drawing/2014/main" id="{E1AB51C9-89F6-1B01-1FB8-273970653458}"/>
                </a:ext>
              </a:extLst>
            </p:cNvPr>
            <p:cNvSpPr/>
            <p:nvPr/>
          </p:nvSpPr>
          <p:spPr>
            <a:xfrm>
              <a:off x="3797457" y="2399854"/>
              <a:ext cx="1980000" cy="180001"/>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nSpc>
                  <a:spcPct val="130000"/>
                </a:lnSpc>
              </a:pPr>
              <a:r>
                <a:rPr lang="ja-JP" altLang="en-US" sz="1400">
                  <a:solidFill>
                    <a:schemeClr val="tx1"/>
                  </a:solidFill>
                  <a:latin typeface="+mn-ea"/>
                </a:rPr>
                <a:t>マネジメントへの報告</a:t>
              </a:r>
              <a:endParaRPr lang="en-US" altLang="ja-JP" sz="1400">
                <a:solidFill>
                  <a:schemeClr val="tx1"/>
                </a:solidFill>
                <a:latin typeface="+mn-ea"/>
              </a:endParaRPr>
            </a:p>
          </p:txBody>
        </p:sp>
      </p:grpSp>
      <p:grpSp>
        <p:nvGrpSpPr>
          <p:cNvPr id="43" name="グループ化 42">
            <a:extLst>
              <a:ext uri="{FF2B5EF4-FFF2-40B4-BE49-F238E27FC236}">
                <a16:creationId xmlns:a16="http://schemas.microsoft.com/office/drawing/2014/main" id="{53931BA2-EC70-1E80-3940-EE878D6991AA}"/>
              </a:ext>
            </a:extLst>
          </p:cNvPr>
          <p:cNvGrpSpPr/>
          <p:nvPr/>
        </p:nvGrpSpPr>
        <p:grpSpPr>
          <a:xfrm>
            <a:off x="9877038" y="2311486"/>
            <a:ext cx="1980000" cy="418898"/>
            <a:chOff x="3797457" y="2399854"/>
            <a:chExt cx="1980000" cy="418898"/>
          </a:xfrm>
        </p:grpSpPr>
        <p:sp>
          <p:nvSpPr>
            <p:cNvPr id="44" name="二等辺三角形 43">
              <a:extLst>
                <a:ext uri="{FF2B5EF4-FFF2-40B4-BE49-F238E27FC236}">
                  <a16:creationId xmlns:a16="http://schemas.microsoft.com/office/drawing/2014/main" id="{EF71FB4F-A475-CCB4-8C80-2572BB85AFD5}"/>
                </a:ext>
              </a:extLst>
            </p:cNvPr>
            <p:cNvSpPr/>
            <p:nvPr/>
          </p:nvSpPr>
          <p:spPr>
            <a:xfrm rot="10800000">
              <a:off x="4697457" y="2638752"/>
              <a:ext cx="180000" cy="180000"/>
            </a:xfrm>
            <a:prstGeom prst="triangl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正方形/長方形 44">
              <a:extLst>
                <a:ext uri="{FF2B5EF4-FFF2-40B4-BE49-F238E27FC236}">
                  <a16:creationId xmlns:a16="http://schemas.microsoft.com/office/drawing/2014/main" id="{D453A885-0ACD-7AC9-E0A9-D3B2BE70E86C}"/>
                </a:ext>
              </a:extLst>
            </p:cNvPr>
            <p:cNvSpPr/>
            <p:nvPr/>
          </p:nvSpPr>
          <p:spPr>
            <a:xfrm>
              <a:off x="3797457" y="2399854"/>
              <a:ext cx="1980000" cy="180001"/>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nSpc>
                  <a:spcPct val="130000"/>
                </a:lnSpc>
              </a:pPr>
              <a:r>
                <a:rPr lang="ja-JP" altLang="en-US" sz="1400">
                  <a:solidFill>
                    <a:schemeClr val="tx1"/>
                  </a:solidFill>
                  <a:latin typeface="+mn-ea"/>
                </a:rPr>
                <a:t>マネジメントへの報告</a:t>
              </a:r>
              <a:r>
                <a:rPr lang="en-US" altLang="ja-JP" sz="1400">
                  <a:solidFill>
                    <a:schemeClr val="tx1"/>
                  </a:solidFill>
                  <a:latin typeface="+mn-ea"/>
                </a:rPr>
                <a:t>(</a:t>
              </a:r>
              <a:r>
                <a:rPr lang="ja-JP" altLang="en-US" sz="1400">
                  <a:solidFill>
                    <a:schemeClr val="tx1"/>
                  </a:solidFill>
                  <a:latin typeface="+mn-ea"/>
                </a:rPr>
                <a:t>要相談</a:t>
              </a:r>
              <a:r>
                <a:rPr lang="en-US" altLang="ja-JP" sz="1400">
                  <a:solidFill>
                    <a:schemeClr val="tx1"/>
                  </a:solidFill>
                  <a:latin typeface="+mn-ea"/>
                </a:rPr>
                <a:t>)</a:t>
              </a:r>
            </a:p>
          </p:txBody>
        </p:sp>
      </p:grpSp>
      <p:sp>
        <p:nvSpPr>
          <p:cNvPr id="46" name="Clients">
            <a:extLst>
              <a:ext uri="{FF2B5EF4-FFF2-40B4-BE49-F238E27FC236}">
                <a16:creationId xmlns:a16="http://schemas.microsoft.com/office/drawing/2014/main" id="{F472C441-461A-F431-5B71-EAA74231165D}"/>
              </a:ext>
            </a:extLst>
          </p:cNvPr>
          <p:cNvSpPr/>
          <p:nvPr/>
        </p:nvSpPr>
        <p:spPr>
          <a:xfrm>
            <a:off x="8023819" y="76029"/>
            <a:ext cx="2881313" cy="571500"/>
          </a:xfrm>
          <a:prstGeom prst="rect">
            <a:avLst/>
          </a:prstGeom>
          <a:solidFill>
            <a:srgbClr val="AED0DB"/>
          </a:solidFill>
          <a:ln w="12700" cap="flat" cmpd="sng" algn="ctr">
            <a:noFill/>
            <a:prstDash val="solid"/>
            <a:miter lim="800000"/>
          </a:ln>
          <a:effectLst>
            <a:prstShdw prst="shdw6" dist="35921" dir="2699995">
              <a:scrgbClr r="0" g="0" b="0"/>
            </a:prstShdw>
          </a:effectLst>
          <a:extLst>
            <a:ext uri="{91240B29-F687-4F45-9708-019B960494DF}">
              <a14:hiddenLine xmlns:a14="http://schemas.microsoft.com/office/drawing/2010/main" w="12700" cap="flat" cmpd="sng" algn="ctr">
                <a:solidFill>
                  <a:schemeClr val="accent1"/>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kumimoji="1" lang="en-US" altLang="ja-JP" sz="1200">
                <a:solidFill>
                  <a:srgbClr val="000000"/>
                </a:solidFill>
              </a:rPr>
              <a:t>12/4</a:t>
            </a:r>
            <a:r>
              <a:rPr kumimoji="1" lang="ja-JP" altLang="en-US" sz="1200">
                <a:solidFill>
                  <a:srgbClr val="000000"/>
                </a:solidFill>
              </a:rPr>
              <a:t>（</a:t>
            </a:r>
            <a:r>
              <a:rPr lang="ja-JP" altLang="en-US" sz="1200">
                <a:solidFill>
                  <a:srgbClr val="000000"/>
                </a:solidFill>
              </a:rPr>
              <a:t>木</a:t>
            </a:r>
            <a:r>
              <a:rPr kumimoji="1" lang="ja-JP" altLang="en-US" sz="1200">
                <a:solidFill>
                  <a:srgbClr val="000000"/>
                </a:solidFill>
              </a:rPr>
              <a:t>）の</a:t>
            </a:r>
            <a:r>
              <a:rPr kumimoji="1" lang="en-US" altLang="ja-JP" sz="1200">
                <a:solidFill>
                  <a:srgbClr val="000000"/>
                </a:solidFill>
              </a:rPr>
              <a:t>MTG</a:t>
            </a:r>
            <a:r>
              <a:rPr kumimoji="1" lang="ja-JP" altLang="en-US" sz="1200">
                <a:solidFill>
                  <a:srgbClr val="000000"/>
                </a:solidFill>
              </a:rPr>
              <a:t>の資料</a:t>
            </a:r>
          </a:p>
        </p:txBody>
      </p:sp>
    </p:spTree>
    <p:extLst>
      <p:ext uri="{BB962C8B-B14F-4D97-AF65-F5344CB8AC3E}">
        <p14:creationId xmlns:p14="http://schemas.microsoft.com/office/powerpoint/2010/main" val="23897370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5044A-8511-5158-AC77-D87ACC741F45}"/>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2CD6C861-FFC7-FC22-793B-AB197983D934}"/>
              </a:ext>
            </a:extLst>
          </p:cNvPr>
          <p:cNvSpPr>
            <a:spLocks noGrp="1"/>
          </p:cNvSpPr>
          <p:nvPr>
            <p:ph type="body" sz="quarter" idx="12"/>
          </p:nvPr>
        </p:nvSpPr>
        <p:spPr/>
        <p:txBody>
          <a:bodyPr/>
          <a:lstStyle/>
          <a:p>
            <a:r>
              <a:rPr kumimoji="1" lang="ja-JP" altLang="en-US"/>
              <a:t>現状の全体サービス設計の課題感のヒアリングを実施。</a:t>
            </a:r>
            <a:br>
              <a:rPr kumimoji="1" lang="en-US" altLang="ja-JP"/>
            </a:br>
            <a:r>
              <a:rPr kumimoji="1" lang="ja-JP" altLang="en-US"/>
              <a:t>現在、ヒアリングを踏まえた論点の整理と、今後の推進方針の取り纏めを実施中</a:t>
            </a:r>
          </a:p>
        </p:txBody>
      </p:sp>
      <p:sp>
        <p:nvSpPr>
          <p:cNvPr id="4" name="テキスト プレースホルダー 3">
            <a:extLst>
              <a:ext uri="{FF2B5EF4-FFF2-40B4-BE49-F238E27FC236}">
                <a16:creationId xmlns:a16="http://schemas.microsoft.com/office/drawing/2014/main" id="{454A274F-0EBA-994D-DC20-C66EFC1118D8}"/>
              </a:ext>
            </a:extLst>
          </p:cNvPr>
          <p:cNvSpPr>
            <a:spLocks noGrp="1"/>
          </p:cNvSpPr>
          <p:nvPr>
            <p:ph type="body" sz="quarter" idx="10"/>
          </p:nvPr>
        </p:nvSpPr>
        <p:spPr/>
        <p:txBody>
          <a:bodyPr/>
          <a:lstStyle/>
          <a:p>
            <a:r>
              <a:rPr kumimoji="1" lang="en-US" altLang="ja-JP">
                <a:solidFill>
                  <a:schemeClr val="tx1"/>
                </a:solidFill>
              </a:rPr>
              <a:t>04_</a:t>
            </a:r>
            <a:r>
              <a:rPr lang="ja-JP" altLang="en-US">
                <a:solidFill>
                  <a:schemeClr val="tx1"/>
                </a:solidFill>
              </a:rPr>
              <a:t>分科会</a:t>
            </a:r>
            <a:r>
              <a:rPr lang="en-US" altLang="ja-JP">
                <a:solidFill>
                  <a:schemeClr val="tx1"/>
                </a:solidFill>
              </a:rPr>
              <a:t>Z</a:t>
            </a:r>
            <a:r>
              <a:rPr lang="ja-JP" altLang="en-US">
                <a:solidFill>
                  <a:schemeClr val="tx1"/>
                </a:solidFill>
              </a:rPr>
              <a:t>（全体サービス設計）</a:t>
            </a:r>
            <a:endParaRPr kumimoji="1" lang="ja-JP" altLang="en-US">
              <a:solidFill>
                <a:schemeClr val="tx1"/>
              </a:solidFill>
            </a:endParaRPr>
          </a:p>
        </p:txBody>
      </p:sp>
      <p:grpSp>
        <p:nvGrpSpPr>
          <p:cNvPr id="20" name="グループ化 19">
            <a:extLst>
              <a:ext uri="{FF2B5EF4-FFF2-40B4-BE49-F238E27FC236}">
                <a16:creationId xmlns:a16="http://schemas.microsoft.com/office/drawing/2014/main" id="{C020A095-1ADF-3E41-7F4A-44830BA23E63}"/>
              </a:ext>
            </a:extLst>
          </p:cNvPr>
          <p:cNvGrpSpPr/>
          <p:nvPr/>
        </p:nvGrpSpPr>
        <p:grpSpPr>
          <a:xfrm>
            <a:off x="337608" y="2680362"/>
            <a:ext cx="11518667" cy="720000"/>
            <a:chOff x="337608" y="1776412"/>
            <a:chExt cx="11518667" cy="972000"/>
          </a:xfrm>
        </p:grpSpPr>
        <p:sp>
          <p:nvSpPr>
            <p:cNvPr id="21" name="正方形/長方形 20">
              <a:extLst>
                <a:ext uri="{FF2B5EF4-FFF2-40B4-BE49-F238E27FC236}">
                  <a16:creationId xmlns:a16="http://schemas.microsoft.com/office/drawing/2014/main" id="{48AC3AD9-E71F-AB1A-C72A-C64C029C69F2}"/>
                </a:ext>
              </a:extLst>
            </p:cNvPr>
            <p:cNvSpPr/>
            <p:nvPr/>
          </p:nvSpPr>
          <p:spPr>
            <a:xfrm>
              <a:off x="337608" y="1776412"/>
              <a:ext cx="1800000" cy="9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t>先週の</a:t>
              </a:r>
              <a:br>
                <a:rPr kumimoji="1" lang="en-US" altLang="ja-JP" sz="1400"/>
              </a:br>
              <a:r>
                <a:rPr kumimoji="1" lang="ja-JP" altLang="en-US" sz="1400"/>
                <a:t>実施アクション</a:t>
              </a:r>
              <a:endParaRPr kumimoji="1" lang="ja-JP" altLang="en-US" sz="1400" baseline="30000"/>
            </a:p>
          </p:txBody>
        </p:sp>
        <p:sp>
          <p:nvSpPr>
            <p:cNvPr id="22" name="正方形/長方形 21">
              <a:extLst>
                <a:ext uri="{FF2B5EF4-FFF2-40B4-BE49-F238E27FC236}">
                  <a16:creationId xmlns:a16="http://schemas.microsoft.com/office/drawing/2014/main" id="{5EAAEC82-C8A2-0B63-067E-AFC89511C4B3}"/>
                </a:ext>
              </a:extLst>
            </p:cNvPr>
            <p:cNvSpPr/>
            <p:nvPr/>
          </p:nvSpPr>
          <p:spPr>
            <a:xfrm>
              <a:off x="2316275" y="1776412"/>
              <a:ext cx="9540000" cy="97200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171450" indent="-171450">
                <a:lnSpc>
                  <a:spcPct val="130000"/>
                </a:lnSpc>
                <a:buFont typeface="Arial" panose="020B0604020202020204" pitchFamily="34" charset="0"/>
                <a:buChar char="•"/>
              </a:pPr>
              <a:r>
                <a:rPr lang="ja-JP" altLang="en-US" sz="1400">
                  <a:solidFill>
                    <a:schemeClr val="tx1"/>
                  </a:solidFill>
                </a:rPr>
                <a:t>全体サービス設計の課題感のヒアリング（</a:t>
              </a:r>
              <a:r>
                <a:rPr lang="en-US" altLang="ja-JP" sz="1400">
                  <a:solidFill>
                    <a:schemeClr val="tx1"/>
                  </a:solidFill>
                </a:rPr>
                <a:t>from </a:t>
              </a:r>
              <a:r>
                <a:rPr lang="ja-JP" altLang="en-US" sz="1400">
                  <a:solidFill>
                    <a:schemeClr val="tx1"/>
                  </a:solidFill>
                </a:rPr>
                <a:t>百瀬さん、黒田さん）</a:t>
              </a:r>
            </a:p>
          </p:txBody>
        </p:sp>
      </p:grpSp>
      <p:grpSp>
        <p:nvGrpSpPr>
          <p:cNvPr id="23" name="グループ化 22">
            <a:extLst>
              <a:ext uri="{FF2B5EF4-FFF2-40B4-BE49-F238E27FC236}">
                <a16:creationId xmlns:a16="http://schemas.microsoft.com/office/drawing/2014/main" id="{1EECD918-CF38-1F69-2549-6CAB2D7AA131}"/>
              </a:ext>
            </a:extLst>
          </p:cNvPr>
          <p:cNvGrpSpPr/>
          <p:nvPr/>
        </p:nvGrpSpPr>
        <p:grpSpPr>
          <a:xfrm>
            <a:off x="338371" y="4523598"/>
            <a:ext cx="11518667" cy="720000"/>
            <a:chOff x="337608" y="1776412"/>
            <a:chExt cx="11518667" cy="972000"/>
          </a:xfrm>
        </p:grpSpPr>
        <p:sp>
          <p:nvSpPr>
            <p:cNvPr id="24" name="正方形/長方形 23">
              <a:extLst>
                <a:ext uri="{FF2B5EF4-FFF2-40B4-BE49-F238E27FC236}">
                  <a16:creationId xmlns:a16="http://schemas.microsoft.com/office/drawing/2014/main" id="{7C8DFD85-7CD1-7E3F-D566-25BD0EACA6F5}"/>
                </a:ext>
              </a:extLst>
            </p:cNvPr>
            <p:cNvSpPr/>
            <p:nvPr/>
          </p:nvSpPr>
          <p:spPr>
            <a:xfrm>
              <a:off x="337608" y="1776412"/>
              <a:ext cx="1800000" cy="9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t>課題</a:t>
              </a:r>
              <a:endParaRPr kumimoji="1" lang="ja-JP" altLang="en-US" sz="1400" baseline="30000"/>
            </a:p>
          </p:txBody>
        </p:sp>
        <p:sp>
          <p:nvSpPr>
            <p:cNvPr id="25" name="正方形/長方形 24">
              <a:extLst>
                <a:ext uri="{FF2B5EF4-FFF2-40B4-BE49-F238E27FC236}">
                  <a16:creationId xmlns:a16="http://schemas.microsoft.com/office/drawing/2014/main" id="{DF371018-D413-9366-5F9F-F23DF9571DED}"/>
                </a:ext>
              </a:extLst>
            </p:cNvPr>
            <p:cNvSpPr/>
            <p:nvPr/>
          </p:nvSpPr>
          <p:spPr>
            <a:xfrm>
              <a:off x="2316275" y="1776412"/>
              <a:ext cx="9540000" cy="97200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171450" indent="-171450">
                <a:lnSpc>
                  <a:spcPct val="120000"/>
                </a:lnSpc>
                <a:buFont typeface="Arial" panose="020B0604020202020204" pitchFamily="34" charset="0"/>
                <a:buChar char="•"/>
              </a:pPr>
              <a:r>
                <a:rPr lang="ja-JP" altLang="en-US" sz="1400">
                  <a:solidFill>
                    <a:schemeClr val="tx1"/>
                  </a:solidFill>
                </a:rPr>
                <a:t>「全体サービス設計」（以下、</a:t>
              </a:r>
              <a:r>
                <a:rPr lang="en-US" altLang="ja-JP" sz="1400">
                  <a:solidFill>
                    <a:schemeClr val="tx1"/>
                  </a:solidFill>
                </a:rPr>
                <a:t>Z</a:t>
              </a:r>
              <a:r>
                <a:rPr lang="ja-JP" altLang="en-US" sz="1400">
                  <a:solidFill>
                    <a:schemeClr val="tx1"/>
                  </a:solidFill>
                </a:rPr>
                <a:t>）の「全体」について、関係者間の認識を合わせきれていない</a:t>
              </a:r>
              <a:endParaRPr lang="en-US" altLang="ja-JP" sz="1400">
                <a:solidFill>
                  <a:schemeClr val="tx1"/>
                </a:solidFill>
              </a:endParaRPr>
            </a:p>
            <a:p>
              <a:pPr marL="171450" indent="-171450">
                <a:lnSpc>
                  <a:spcPct val="120000"/>
                </a:lnSpc>
                <a:buFont typeface="Arial" panose="020B0604020202020204" pitchFamily="34" charset="0"/>
                <a:buChar char="•"/>
              </a:pPr>
              <a:r>
                <a:rPr lang="en-US" altLang="ja-JP" sz="1400">
                  <a:solidFill>
                    <a:schemeClr val="tx1"/>
                  </a:solidFill>
                </a:rPr>
                <a:t> Z</a:t>
              </a:r>
              <a:r>
                <a:rPr lang="ja-JP" altLang="en-US" sz="1400">
                  <a:solidFill>
                    <a:schemeClr val="tx1"/>
                  </a:solidFill>
                </a:rPr>
                <a:t>のゴールが明確化しきれていない</a:t>
              </a:r>
              <a:br>
                <a:rPr lang="en-US" altLang="ja-JP" sz="1400">
                  <a:solidFill>
                    <a:schemeClr val="tx1"/>
                  </a:solidFill>
                </a:rPr>
              </a:br>
              <a:r>
                <a:rPr lang="ja-JP" altLang="en-US" sz="1400" b="1">
                  <a:solidFill>
                    <a:schemeClr val="tx1"/>
                  </a:solidFill>
                </a:rPr>
                <a:t>→本日、アジェンダ</a:t>
              </a:r>
              <a:r>
                <a:rPr lang="en-US" altLang="ja-JP" sz="1400" b="1">
                  <a:solidFill>
                    <a:schemeClr val="tx1"/>
                  </a:solidFill>
                </a:rPr>
                <a:t>5</a:t>
              </a:r>
              <a:r>
                <a:rPr lang="ja-JP" altLang="en-US" sz="1400" b="1">
                  <a:solidFill>
                    <a:schemeClr val="tx1"/>
                  </a:solidFill>
                </a:rPr>
                <a:t>（重要論点に関する検討）にて今後の推進方針について確認・検討させていただきたい</a:t>
              </a:r>
              <a:endParaRPr lang="en-US" altLang="ja-JP" sz="1400" b="1">
                <a:solidFill>
                  <a:schemeClr val="tx1"/>
                </a:solidFill>
              </a:endParaRPr>
            </a:p>
          </p:txBody>
        </p:sp>
      </p:grpSp>
      <p:grpSp>
        <p:nvGrpSpPr>
          <p:cNvPr id="26" name="グループ化 25">
            <a:extLst>
              <a:ext uri="{FF2B5EF4-FFF2-40B4-BE49-F238E27FC236}">
                <a16:creationId xmlns:a16="http://schemas.microsoft.com/office/drawing/2014/main" id="{51ECD784-DF3B-679D-324D-A0D77BE1E630}"/>
              </a:ext>
            </a:extLst>
          </p:cNvPr>
          <p:cNvGrpSpPr/>
          <p:nvPr/>
        </p:nvGrpSpPr>
        <p:grpSpPr>
          <a:xfrm>
            <a:off x="337608" y="3601980"/>
            <a:ext cx="11518667" cy="720000"/>
            <a:chOff x="337608" y="1776412"/>
            <a:chExt cx="11518667" cy="972000"/>
          </a:xfrm>
        </p:grpSpPr>
        <p:sp>
          <p:nvSpPr>
            <p:cNvPr id="27" name="正方形/長方形 26">
              <a:extLst>
                <a:ext uri="{FF2B5EF4-FFF2-40B4-BE49-F238E27FC236}">
                  <a16:creationId xmlns:a16="http://schemas.microsoft.com/office/drawing/2014/main" id="{4646CFD6-EE9C-B3CA-E9E1-E4B2B254D2C8}"/>
                </a:ext>
              </a:extLst>
            </p:cNvPr>
            <p:cNvSpPr/>
            <p:nvPr/>
          </p:nvSpPr>
          <p:spPr>
            <a:xfrm>
              <a:off x="337608" y="1776412"/>
              <a:ext cx="1800000" cy="9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t>決定事項</a:t>
              </a:r>
              <a:endParaRPr kumimoji="1" lang="en-US" altLang="ja-JP" sz="1400"/>
            </a:p>
          </p:txBody>
        </p:sp>
        <p:sp>
          <p:nvSpPr>
            <p:cNvPr id="28" name="正方形/長方形 27">
              <a:extLst>
                <a:ext uri="{FF2B5EF4-FFF2-40B4-BE49-F238E27FC236}">
                  <a16:creationId xmlns:a16="http://schemas.microsoft.com/office/drawing/2014/main" id="{A9FFC479-EBE9-AFB3-408D-91429415144E}"/>
                </a:ext>
              </a:extLst>
            </p:cNvPr>
            <p:cNvSpPr/>
            <p:nvPr/>
          </p:nvSpPr>
          <p:spPr>
            <a:xfrm>
              <a:off x="2316275" y="1776412"/>
              <a:ext cx="9540000" cy="97200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171450" indent="-171450">
                <a:lnSpc>
                  <a:spcPct val="120000"/>
                </a:lnSpc>
                <a:buFont typeface="Arial" panose="020B0604020202020204" pitchFamily="34" charset="0"/>
                <a:buChar char="•"/>
              </a:pPr>
              <a:r>
                <a:rPr lang="ja-JP" altLang="en-US" sz="1400">
                  <a:solidFill>
                    <a:schemeClr val="tx1"/>
                  </a:solidFill>
                </a:rPr>
                <a:t>ー</a:t>
              </a:r>
              <a:endParaRPr lang="en-US" altLang="ja-JP" sz="1400">
                <a:solidFill>
                  <a:schemeClr val="tx1"/>
                </a:solidFill>
              </a:endParaRPr>
            </a:p>
          </p:txBody>
        </p:sp>
      </p:grpSp>
      <p:grpSp>
        <p:nvGrpSpPr>
          <p:cNvPr id="29" name="グループ化 28">
            <a:extLst>
              <a:ext uri="{FF2B5EF4-FFF2-40B4-BE49-F238E27FC236}">
                <a16:creationId xmlns:a16="http://schemas.microsoft.com/office/drawing/2014/main" id="{83DCBA8C-89E9-201C-D9E4-E90C2BE95BBE}"/>
              </a:ext>
            </a:extLst>
          </p:cNvPr>
          <p:cNvGrpSpPr/>
          <p:nvPr/>
        </p:nvGrpSpPr>
        <p:grpSpPr>
          <a:xfrm>
            <a:off x="338371" y="5445215"/>
            <a:ext cx="11518667" cy="720000"/>
            <a:chOff x="337608" y="1776412"/>
            <a:chExt cx="11518667" cy="972000"/>
          </a:xfrm>
        </p:grpSpPr>
        <p:sp>
          <p:nvSpPr>
            <p:cNvPr id="30" name="正方形/長方形 29">
              <a:extLst>
                <a:ext uri="{FF2B5EF4-FFF2-40B4-BE49-F238E27FC236}">
                  <a16:creationId xmlns:a16="http://schemas.microsoft.com/office/drawing/2014/main" id="{55086011-149D-51B6-4154-86C0F8C401E2}"/>
                </a:ext>
              </a:extLst>
            </p:cNvPr>
            <p:cNvSpPr/>
            <p:nvPr/>
          </p:nvSpPr>
          <p:spPr>
            <a:xfrm>
              <a:off x="337608" y="1776412"/>
              <a:ext cx="1800000" cy="9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t>今後の</a:t>
              </a:r>
              <a:br>
                <a:rPr kumimoji="1" lang="en-US" altLang="ja-JP" sz="1400"/>
              </a:br>
              <a:r>
                <a:rPr kumimoji="1" lang="ja-JP" altLang="en-US" sz="1400"/>
                <a:t>想定アクション</a:t>
              </a:r>
              <a:endParaRPr kumimoji="1" lang="ja-JP" altLang="en-US" sz="1400" baseline="30000"/>
            </a:p>
          </p:txBody>
        </p:sp>
        <p:sp>
          <p:nvSpPr>
            <p:cNvPr id="31" name="正方形/長方形 30">
              <a:extLst>
                <a:ext uri="{FF2B5EF4-FFF2-40B4-BE49-F238E27FC236}">
                  <a16:creationId xmlns:a16="http://schemas.microsoft.com/office/drawing/2014/main" id="{866B02E6-7055-93CF-1FBB-57EDE598620A}"/>
                </a:ext>
              </a:extLst>
            </p:cNvPr>
            <p:cNvSpPr/>
            <p:nvPr/>
          </p:nvSpPr>
          <p:spPr>
            <a:xfrm>
              <a:off x="2316275" y="1776412"/>
              <a:ext cx="9540000" cy="97200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171450" indent="-171450">
                <a:lnSpc>
                  <a:spcPct val="130000"/>
                </a:lnSpc>
                <a:buFont typeface="Arial" panose="020B0604020202020204" pitchFamily="34" charset="0"/>
                <a:buChar char="•"/>
              </a:pPr>
              <a:r>
                <a:rPr lang="ja-JP" altLang="en-US" sz="1400">
                  <a:solidFill>
                    <a:schemeClr val="tx1"/>
                  </a:solidFill>
                </a:rPr>
                <a:t>ヒアリングを踏まえた論点の整理と、今後の推進方針の取り纏め</a:t>
              </a:r>
              <a:endParaRPr lang="en-US" altLang="ja-JP" sz="1400">
                <a:solidFill>
                  <a:schemeClr val="tx1"/>
                </a:solidFill>
              </a:endParaRPr>
            </a:p>
          </p:txBody>
        </p:sp>
      </p:grpSp>
      <p:grpSp>
        <p:nvGrpSpPr>
          <p:cNvPr id="32" name="グループ化 31">
            <a:extLst>
              <a:ext uri="{FF2B5EF4-FFF2-40B4-BE49-F238E27FC236}">
                <a16:creationId xmlns:a16="http://schemas.microsoft.com/office/drawing/2014/main" id="{CAE523F8-27E3-8AE6-8916-8A271B7E6722}"/>
              </a:ext>
            </a:extLst>
          </p:cNvPr>
          <p:cNvGrpSpPr/>
          <p:nvPr/>
        </p:nvGrpSpPr>
        <p:grpSpPr>
          <a:xfrm>
            <a:off x="337608" y="1758744"/>
            <a:ext cx="11518667" cy="720000"/>
            <a:chOff x="337608" y="1776412"/>
            <a:chExt cx="11518667" cy="972000"/>
          </a:xfrm>
        </p:grpSpPr>
        <p:sp>
          <p:nvSpPr>
            <p:cNvPr id="33" name="正方形/長方形 32">
              <a:extLst>
                <a:ext uri="{FF2B5EF4-FFF2-40B4-BE49-F238E27FC236}">
                  <a16:creationId xmlns:a16="http://schemas.microsoft.com/office/drawing/2014/main" id="{266F3489-E76C-56C9-1AE9-9428E3F417A1}"/>
                </a:ext>
              </a:extLst>
            </p:cNvPr>
            <p:cNvSpPr/>
            <p:nvPr/>
          </p:nvSpPr>
          <p:spPr>
            <a:xfrm>
              <a:off x="337608" y="1776412"/>
              <a:ext cx="1800000" cy="9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mn-ea"/>
                </a:rPr>
                <a:t>分科会の</a:t>
              </a:r>
              <a:br>
                <a:rPr kumimoji="1" lang="en-US" altLang="ja-JP" sz="1400">
                  <a:latin typeface="+mn-ea"/>
                </a:rPr>
              </a:br>
              <a:r>
                <a:rPr kumimoji="1" lang="ja-JP" altLang="en-US" sz="1400">
                  <a:latin typeface="+mn-ea"/>
                </a:rPr>
                <a:t>基本情報</a:t>
              </a:r>
            </a:p>
          </p:txBody>
        </p:sp>
        <p:sp>
          <p:nvSpPr>
            <p:cNvPr id="34" name="正方形/長方形 33">
              <a:extLst>
                <a:ext uri="{FF2B5EF4-FFF2-40B4-BE49-F238E27FC236}">
                  <a16:creationId xmlns:a16="http://schemas.microsoft.com/office/drawing/2014/main" id="{1DD97A8E-094D-9E86-C1C6-7333782F9FD9}"/>
                </a:ext>
              </a:extLst>
            </p:cNvPr>
            <p:cNvSpPr/>
            <p:nvPr/>
          </p:nvSpPr>
          <p:spPr>
            <a:xfrm>
              <a:off x="2316275" y="1776412"/>
              <a:ext cx="9540000" cy="972000"/>
            </a:xfrm>
            <a:prstGeom prst="rect">
              <a:avLst/>
            </a:prstGeom>
            <a:no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171450" indent="-171450">
                <a:lnSpc>
                  <a:spcPct val="120000"/>
                </a:lnSpc>
                <a:buFont typeface="Arial" panose="020B0604020202020204" pitchFamily="34" charset="0"/>
                <a:buChar char="•"/>
              </a:pPr>
              <a:r>
                <a:rPr lang="ja-JP" altLang="en-US" sz="1400" u="sng">
                  <a:solidFill>
                    <a:schemeClr val="tx1"/>
                  </a:solidFill>
                </a:rPr>
                <a:t>取扱テーマ</a:t>
              </a:r>
              <a:r>
                <a:rPr lang="ja-JP" altLang="en-US" sz="1400">
                  <a:solidFill>
                    <a:schemeClr val="tx1"/>
                  </a:solidFill>
                </a:rPr>
                <a:t>：</a:t>
              </a:r>
              <a:r>
                <a:rPr lang="en-US" altLang="ja-JP" sz="1400">
                  <a:solidFill>
                    <a:schemeClr val="tx1"/>
                  </a:solidFill>
                </a:rPr>
                <a:t>Z</a:t>
              </a:r>
              <a:r>
                <a:rPr lang="ja-JP" altLang="en-US" sz="1400">
                  <a:solidFill>
                    <a:schemeClr val="tx1"/>
                  </a:solidFill>
                </a:rPr>
                <a:t>（全体サービス設計）</a:t>
              </a:r>
              <a:endParaRPr lang="en-US" altLang="ja-JP" sz="1400">
                <a:solidFill>
                  <a:schemeClr val="tx1"/>
                </a:solidFill>
              </a:endParaRPr>
            </a:p>
            <a:p>
              <a:pPr marL="171450" indent="-171450">
                <a:lnSpc>
                  <a:spcPct val="120000"/>
                </a:lnSpc>
                <a:buFont typeface="Arial" panose="020B0604020202020204" pitchFamily="34" charset="0"/>
                <a:buChar char="•"/>
              </a:pPr>
              <a:r>
                <a:rPr lang="ja-JP" altLang="en-US" sz="1400" u="sng">
                  <a:solidFill>
                    <a:schemeClr val="tx1"/>
                  </a:solidFill>
                </a:rPr>
                <a:t>主要関係者</a:t>
              </a:r>
              <a:r>
                <a:rPr lang="ja-JP" altLang="en-US" sz="1400">
                  <a:solidFill>
                    <a:schemeClr val="tx1"/>
                  </a:solidFill>
                  <a:sym typeface="Wingdings" panose="05000000000000000000" pitchFamily="2" charset="2"/>
                </a:rPr>
                <a:t>：（</a:t>
              </a:r>
              <a:r>
                <a:rPr lang="en-US" altLang="ja-JP" sz="1400">
                  <a:solidFill>
                    <a:schemeClr val="tx1"/>
                  </a:solidFill>
                  <a:sym typeface="Wingdings" panose="05000000000000000000" pitchFamily="2" charset="2"/>
                </a:rPr>
                <a:t>JRE</a:t>
              </a:r>
              <a:r>
                <a:rPr lang="ja-JP" altLang="en-US" sz="1400">
                  <a:solidFill>
                    <a:schemeClr val="tx1"/>
                  </a:solidFill>
                  <a:sym typeface="Wingdings" panose="05000000000000000000" pitchFamily="2" charset="2"/>
                </a:rPr>
                <a:t>）</a:t>
              </a:r>
              <a:r>
                <a:rPr lang="ja-JP" altLang="en-US" sz="1400">
                  <a:solidFill>
                    <a:schemeClr val="tx1"/>
                  </a:solidFill>
                </a:rPr>
                <a:t>百瀬・黒田、（</a:t>
              </a:r>
              <a:r>
                <a:rPr lang="en-US" altLang="ja-JP" sz="1400">
                  <a:solidFill>
                    <a:schemeClr val="tx1"/>
                  </a:solidFill>
                </a:rPr>
                <a:t>SX</a:t>
              </a:r>
              <a:r>
                <a:rPr lang="ja-JP" altLang="en-US" sz="1400">
                  <a:solidFill>
                    <a:schemeClr val="tx1"/>
                  </a:solidFill>
                </a:rPr>
                <a:t>）川口・田村・竹澤</a:t>
              </a:r>
              <a:endParaRPr lang="en-US" altLang="ja-JP" sz="1400">
                <a:solidFill>
                  <a:schemeClr val="tx1"/>
                </a:solidFill>
              </a:endParaRPr>
            </a:p>
          </p:txBody>
        </p:sp>
      </p:grpSp>
    </p:spTree>
    <p:extLst>
      <p:ext uri="{BB962C8B-B14F-4D97-AF65-F5344CB8AC3E}">
        <p14:creationId xmlns:p14="http://schemas.microsoft.com/office/powerpoint/2010/main" val="17820842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A982D-9C12-8635-A1FB-101E6BDBF1F5}"/>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703F417-734F-9467-B133-0FA15906E75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98" imgH="405" progId="TCLayout.ActiveDocument.1">
                  <p:embed/>
                </p:oleObj>
              </mc:Choice>
              <mc:Fallback>
                <p:oleObj name="think-cellスライド" r:id="rId3" imgW="398" imgH="405" progId="TCLayout.ActiveDocument.1">
                  <p:embed/>
                  <p:pic>
                    <p:nvPicPr>
                      <p:cNvPr id="6" name="think-cell data - do not delete" hidden="1">
                        <a:extLst>
                          <a:ext uri="{FF2B5EF4-FFF2-40B4-BE49-F238E27FC236}">
                            <a16:creationId xmlns:a16="http://schemas.microsoft.com/office/drawing/2014/main" id="{7703F417-734F-9467-B133-0FA15906E7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正方形/長方形 4">
            <a:extLst>
              <a:ext uri="{FF2B5EF4-FFF2-40B4-BE49-F238E27FC236}">
                <a16:creationId xmlns:a16="http://schemas.microsoft.com/office/drawing/2014/main" id="{385094CC-2B9B-84FC-E70C-01A56DB08E13}"/>
              </a:ext>
            </a:extLst>
          </p:cNvPr>
          <p:cNvSpPr/>
          <p:nvPr/>
        </p:nvSpPr>
        <p:spPr>
          <a:xfrm>
            <a:off x="2762009" y="3489578"/>
            <a:ext cx="7200000" cy="900000"/>
          </a:xfrm>
          <a:prstGeom prst="rect">
            <a:avLst/>
          </a:prstGeom>
          <a:noFill/>
          <a:ln w="19050">
            <a:solidFill>
              <a:srgbClr val="3B8B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プレースホルダー 2">
            <a:extLst>
              <a:ext uri="{FF2B5EF4-FFF2-40B4-BE49-F238E27FC236}">
                <a16:creationId xmlns:a16="http://schemas.microsoft.com/office/drawing/2014/main" id="{A0D60CF5-63B1-3C03-B1C2-24DF8AD6F60E}"/>
              </a:ext>
            </a:extLst>
          </p:cNvPr>
          <p:cNvSpPr>
            <a:spLocks noGrp="1"/>
          </p:cNvSpPr>
          <p:nvPr>
            <p:ph type="body" sz="quarter" idx="11"/>
          </p:nvPr>
        </p:nvSpPr>
        <p:spPr/>
        <p:txBody>
          <a:bodyPr/>
          <a:lstStyle/>
          <a:p>
            <a:r>
              <a:rPr lang="ja-JP" altLang="en-US"/>
              <a:t>アジェンダ</a:t>
            </a:r>
            <a:endParaRPr kumimoji="1" lang="ja-JP" altLang="en-US"/>
          </a:p>
        </p:txBody>
      </p:sp>
      <p:sp>
        <p:nvSpPr>
          <p:cNvPr id="4" name="正方形/長方形 3">
            <a:extLst>
              <a:ext uri="{FF2B5EF4-FFF2-40B4-BE49-F238E27FC236}">
                <a16:creationId xmlns:a16="http://schemas.microsoft.com/office/drawing/2014/main" id="{5BDF60E2-8594-7E81-CC31-8F9ED2F9BD2A}"/>
              </a:ext>
            </a:extLst>
          </p:cNvPr>
          <p:cNvSpPr/>
          <p:nvPr/>
        </p:nvSpPr>
        <p:spPr>
          <a:xfrm>
            <a:off x="2702740" y="0"/>
            <a:ext cx="9489260" cy="685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nSpc>
                <a:spcPct val="150000"/>
              </a:lnSpc>
              <a:buFont typeface="+mj-lt"/>
              <a:buAutoNum type="arabicPeriod"/>
            </a:pPr>
            <a:r>
              <a:rPr lang="ja-JP" altLang="en-US" sz="2000">
                <a:solidFill>
                  <a:schemeClr val="tx1"/>
                </a:solidFill>
              </a:rPr>
              <a:t>本日の</a:t>
            </a:r>
            <a:r>
              <a:rPr lang="en-US" altLang="ja-JP" sz="2000">
                <a:solidFill>
                  <a:schemeClr val="tx1"/>
                </a:solidFill>
              </a:rPr>
              <a:t>MTG</a:t>
            </a:r>
            <a:r>
              <a:rPr lang="ja-JP" altLang="en-US" sz="2000">
                <a:solidFill>
                  <a:schemeClr val="tx1"/>
                </a:solidFill>
              </a:rPr>
              <a:t>の目的確認</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重要連絡事項の確認</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プロジェクトの進捗状況（</a:t>
            </a:r>
            <a:r>
              <a:rPr lang="en-US" altLang="ja-JP" sz="2000">
                <a:solidFill>
                  <a:schemeClr val="tx1"/>
                </a:solidFill>
              </a:rPr>
              <a:t>WBS</a:t>
            </a:r>
            <a:r>
              <a:rPr lang="ja-JP" altLang="en-US" sz="2000">
                <a:solidFill>
                  <a:schemeClr val="tx1"/>
                </a:solidFill>
              </a:rPr>
              <a:t>）の確認</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各分科会の活動状況、および今後の推進方針の報告</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重要論点に関する検討</a:t>
            </a:r>
            <a:endParaRPr lang="en-US" altLang="ja-JP" sz="2000">
              <a:solidFill>
                <a:schemeClr val="tx1"/>
              </a:solidFill>
            </a:endParaRPr>
          </a:p>
          <a:p>
            <a:pPr marL="800100" lvl="1" indent="-342900">
              <a:lnSpc>
                <a:spcPct val="150000"/>
              </a:lnSpc>
              <a:buFont typeface="+mj-lt"/>
              <a:buAutoNum type="arabicPeriod"/>
            </a:pPr>
            <a:r>
              <a:rPr lang="ja-JP" altLang="en-US">
                <a:solidFill>
                  <a:schemeClr val="tx1"/>
                </a:solidFill>
              </a:rPr>
              <a:t>全体サービス設計（分科会</a:t>
            </a:r>
            <a:r>
              <a:rPr lang="en-US" altLang="ja-JP">
                <a:solidFill>
                  <a:schemeClr val="tx1"/>
                </a:solidFill>
              </a:rPr>
              <a:t>Z</a:t>
            </a:r>
            <a:r>
              <a:rPr lang="ja-JP" altLang="en-US">
                <a:solidFill>
                  <a:schemeClr val="tx1"/>
                </a:solidFill>
              </a:rPr>
              <a:t>）の今後の活動方針について</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直近</a:t>
            </a:r>
            <a:r>
              <a:rPr lang="en-US" altLang="ja-JP" sz="2000">
                <a:solidFill>
                  <a:schemeClr val="tx1"/>
                </a:solidFill>
              </a:rPr>
              <a:t>To Do</a:t>
            </a:r>
            <a:r>
              <a:rPr lang="ja-JP" altLang="en-US" sz="2000">
                <a:solidFill>
                  <a:schemeClr val="tx1"/>
                </a:solidFill>
              </a:rPr>
              <a:t>の確認</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その他</a:t>
            </a:r>
            <a:endParaRPr lang="en-US" altLang="ja-JP" sz="2000">
              <a:solidFill>
                <a:schemeClr val="tx1"/>
              </a:solidFill>
            </a:endParaRPr>
          </a:p>
        </p:txBody>
      </p:sp>
    </p:spTree>
    <p:extLst>
      <p:ext uri="{BB962C8B-B14F-4D97-AF65-F5344CB8AC3E}">
        <p14:creationId xmlns:p14="http://schemas.microsoft.com/office/powerpoint/2010/main" val="20059397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9D594DCA-5583-FE98-E760-710A03B9DB8D}"/>
              </a:ext>
            </a:extLst>
          </p:cNvPr>
          <p:cNvSpPr>
            <a:spLocks noGrp="1"/>
          </p:cNvSpPr>
          <p:nvPr>
            <p:ph type="body" sz="quarter" idx="12"/>
          </p:nvPr>
        </p:nvSpPr>
        <p:spPr/>
        <p:txBody>
          <a:bodyPr/>
          <a:lstStyle/>
          <a:p>
            <a:r>
              <a:rPr kumimoji="1" lang="ja-JP" altLang="en-US" sz="2000"/>
              <a:t>全体サービス設計の役割は、今</a:t>
            </a:r>
            <a:r>
              <a:rPr lang="ja-JP" altLang="en-US" sz="2000"/>
              <a:t>後産まれる多様なサービス群を束ねた</a:t>
            </a:r>
            <a:r>
              <a:rPr lang="en-US" altLang="ja-JP" sz="2000" err="1"/>
              <a:t>Suica</a:t>
            </a:r>
            <a:r>
              <a:rPr lang="ja-JP" altLang="en-US" sz="2000"/>
              <a:t>アプリを起点とした</a:t>
            </a:r>
            <a:br>
              <a:rPr lang="en-US" altLang="ja-JP" sz="2000"/>
            </a:br>
            <a:r>
              <a:rPr lang="ja-JP" altLang="en-US" sz="2000"/>
              <a:t>事業拡大（</a:t>
            </a:r>
            <a:r>
              <a:rPr lang="en-US" altLang="ja-JP" sz="2000" err="1"/>
              <a:t>Suica</a:t>
            </a:r>
            <a:r>
              <a:rPr lang="ja-JP" altLang="en-US" sz="2000"/>
              <a:t>経済圏拡大）の土台作り</a:t>
            </a:r>
            <a:endParaRPr kumimoji="1" lang="ja-JP" altLang="en-US" sz="2000"/>
          </a:p>
        </p:txBody>
      </p:sp>
      <p:sp>
        <p:nvSpPr>
          <p:cNvPr id="4" name="テキスト プレースホルダー 3">
            <a:extLst>
              <a:ext uri="{FF2B5EF4-FFF2-40B4-BE49-F238E27FC236}">
                <a16:creationId xmlns:a16="http://schemas.microsoft.com/office/drawing/2014/main" id="{74654580-6C96-4D8A-0C7D-1A29A5CF44AD}"/>
              </a:ext>
            </a:extLst>
          </p:cNvPr>
          <p:cNvSpPr>
            <a:spLocks noGrp="1"/>
          </p:cNvSpPr>
          <p:nvPr>
            <p:ph type="body" sz="quarter" idx="10"/>
          </p:nvPr>
        </p:nvSpPr>
        <p:spPr/>
        <p:txBody>
          <a:bodyPr/>
          <a:lstStyle/>
          <a:p>
            <a:r>
              <a:rPr kumimoji="1" lang="en-US" altLang="ja-JP">
                <a:solidFill>
                  <a:schemeClr val="tx1"/>
                </a:solidFill>
              </a:rPr>
              <a:t>05_</a:t>
            </a:r>
            <a:r>
              <a:rPr kumimoji="1" lang="ja-JP" altLang="en-US">
                <a:solidFill>
                  <a:schemeClr val="tx1"/>
                </a:solidFill>
              </a:rPr>
              <a:t>全体サービス設計の位置付け・役割</a:t>
            </a:r>
          </a:p>
        </p:txBody>
      </p:sp>
      <p:sp>
        <p:nvSpPr>
          <p:cNvPr id="7" name="正方形/長方形 6">
            <a:extLst>
              <a:ext uri="{FF2B5EF4-FFF2-40B4-BE49-F238E27FC236}">
                <a16:creationId xmlns:a16="http://schemas.microsoft.com/office/drawing/2014/main" id="{FD58DE7C-8E58-DCC1-16FC-75B0087E5413}"/>
              </a:ext>
            </a:extLst>
          </p:cNvPr>
          <p:cNvSpPr/>
          <p:nvPr/>
        </p:nvSpPr>
        <p:spPr>
          <a:xfrm>
            <a:off x="928800" y="6280000"/>
            <a:ext cx="3810000" cy="25400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lstStyle/>
          <a:p>
            <a:r>
              <a:rPr kumimoji="1" lang="ja-JP" altLang="en-US" sz="900"/>
              <a:t>*</a:t>
            </a:r>
            <a:r>
              <a:rPr kumimoji="1" lang="en-US" altLang="ja-JP" sz="900"/>
              <a:t>1) </a:t>
            </a:r>
            <a:r>
              <a:rPr kumimoji="1" lang="ja-JP" altLang="en-US" sz="900"/>
              <a:t>脚注</a:t>
            </a:r>
            <a:r>
              <a:rPr kumimoji="1" lang="en-US" altLang="ja-JP" sz="900"/>
              <a:t>1</a:t>
            </a:r>
          </a:p>
          <a:p>
            <a:r>
              <a:rPr kumimoji="1" lang="en-US" altLang="ja-JP" sz="900"/>
              <a:t>*2) </a:t>
            </a:r>
            <a:r>
              <a:rPr kumimoji="1" lang="ja-JP" altLang="en-US" sz="900"/>
              <a:t>脚注</a:t>
            </a:r>
            <a:r>
              <a:rPr kumimoji="1" lang="en-US" altLang="ja-JP" sz="900"/>
              <a:t>2</a:t>
            </a:r>
          </a:p>
          <a:p>
            <a:r>
              <a:rPr kumimoji="1" lang="en-US" altLang="ja-JP" sz="900"/>
              <a:t>Note: </a:t>
            </a:r>
            <a:r>
              <a:rPr kumimoji="1" lang="ja-JP" altLang="en-US" sz="900"/>
              <a:t>メモ</a:t>
            </a:r>
          </a:p>
          <a:p>
            <a:r>
              <a:rPr kumimoji="1" lang="en-US" altLang="ja-JP" sz="900"/>
              <a:t>Source: </a:t>
            </a:r>
            <a:r>
              <a:rPr kumimoji="1" lang="ja-JP" altLang="en-US" sz="900"/>
              <a:t>発表元「ソース名」、著者「書籍名」出版社、サイト名、インタビュー</a:t>
            </a:r>
            <a:r>
              <a:rPr kumimoji="1" lang="en-US" altLang="ja-JP" sz="900"/>
              <a:t>/</a:t>
            </a:r>
            <a:r>
              <a:rPr kumimoji="1" lang="ja-JP" altLang="en-US" sz="900"/>
              <a:t>デスクトップリサーチ等</a:t>
            </a:r>
          </a:p>
        </p:txBody>
      </p:sp>
      <p:sp>
        <p:nvSpPr>
          <p:cNvPr id="8" name="正方形/長方形 7">
            <a:extLst>
              <a:ext uri="{FF2B5EF4-FFF2-40B4-BE49-F238E27FC236}">
                <a16:creationId xmlns:a16="http://schemas.microsoft.com/office/drawing/2014/main" id="{3A3740BB-CF85-B629-B214-537779159AD8}"/>
              </a:ext>
            </a:extLst>
          </p:cNvPr>
          <p:cNvSpPr/>
          <p:nvPr/>
        </p:nvSpPr>
        <p:spPr>
          <a:xfrm>
            <a:off x="928800" y="6280000"/>
            <a:ext cx="3810000" cy="25400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lstStyle/>
          <a:p>
            <a:r>
              <a:rPr kumimoji="1" lang="ja-JP" altLang="en-US" sz="900"/>
              <a:t>*</a:t>
            </a:r>
            <a:r>
              <a:rPr kumimoji="1" lang="en-US" altLang="ja-JP" sz="900"/>
              <a:t>1) </a:t>
            </a:r>
            <a:r>
              <a:rPr kumimoji="1" lang="ja-JP" altLang="en-US" sz="900"/>
              <a:t>脚注</a:t>
            </a:r>
            <a:r>
              <a:rPr kumimoji="1" lang="en-US" altLang="ja-JP" sz="900"/>
              <a:t>1</a:t>
            </a:r>
          </a:p>
          <a:p>
            <a:r>
              <a:rPr kumimoji="1" lang="en-US" altLang="ja-JP" sz="900"/>
              <a:t>*2) </a:t>
            </a:r>
            <a:r>
              <a:rPr kumimoji="1" lang="ja-JP" altLang="en-US" sz="900"/>
              <a:t>脚注</a:t>
            </a:r>
            <a:r>
              <a:rPr kumimoji="1" lang="en-US" altLang="ja-JP" sz="900"/>
              <a:t>2</a:t>
            </a:r>
          </a:p>
          <a:p>
            <a:r>
              <a:rPr kumimoji="1" lang="en-US" altLang="ja-JP" sz="900"/>
              <a:t>Note: </a:t>
            </a:r>
            <a:r>
              <a:rPr kumimoji="1" lang="ja-JP" altLang="en-US" sz="900"/>
              <a:t>メモ</a:t>
            </a:r>
          </a:p>
          <a:p>
            <a:r>
              <a:rPr kumimoji="1" lang="en-US" altLang="ja-JP" sz="900"/>
              <a:t>Source: </a:t>
            </a:r>
            <a:r>
              <a:rPr kumimoji="1" lang="ja-JP" altLang="en-US" sz="900"/>
              <a:t>発表元「ソース名」、著者「書籍名」出版社、サイト名、インタビュー</a:t>
            </a:r>
            <a:r>
              <a:rPr kumimoji="1" lang="en-US" altLang="ja-JP" sz="900"/>
              <a:t>/</a:t>
            </a:r>
            <a:r>
              <a:rPr kumimoji="1" lang="ja-JP" altLang="en-US" sz="900"/>
              <a:t>デスクトップリサーチ等</a:t>
            </a:r>
          </a:p>
        </p:txBody>
      </p:sp>
      <p:sp>
        <p:nvSpPr>
          <p:cNvPr id="9" name="正方形/長方形 8">
            <a:extLst>
              <a:ext uri="{FF2B5EF4-FFF2-40B4-BE49-F238E27FC236}">
                <a16:creationId xmlns:a16="http://schemas.microsoft.com/office/drawing/2014/main" id="{EBB75AD0-06BD-8E1B-0611-97157CA09FEF}"/>
              </a:ext>
            </a:extLst>
          </p:cNvPr>
          <p:cNvSpPr/>
          <p:nvPr/>
        </p:nvSpPr>
        <p:spPr>
          <a:xfrm>
            <a:off x="350838" y="6303518"/>
            <a:ext cx="11506200" cy="2458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kumimoji="1" lang="ja-JP" altLang="en-US" sz="1100">
                <a:solidFill>
                  <a:schemeClr val="bg1">
                    <a:lumMod val="50000"/>
                  </a:schemeClr>
                </a:solidFill>
              </a:rPr>
              <a:t>出所）提案依頼書 </a:t>
            </a:r>
            <a:r>
              <a:rPr kumimoji="1" lang="en-US" altLang="ja-JP" sz="1100">
                <a:solidFill>
                  <a:schemeClr val="bg1">
                    <a:lumMod val="50000"/>
                  </a:schemeClr>
                </a:solidFill>
              </a:rPr>
              <a:t>(2025</a:t>
            </a:r>
            <a:r>
              <a:rPr kumimoji="1" lang="ja-JP" altLang="en-US" sz="1100">
                <a:solidFill>
                  <a:schemeClr val="bg1">
                    <a:lumMod val="50000"/>
                  </a:schemeClr>
                </a:solidFill>
              </a:rPr>
              <a:t>年</a:t>
            </a:r>
            <a:r>
              <a:rPr kumimoji="1" lang="en-US" altLang="ja-JP" sz="1100">
                <a:solidFill>
                  <a:schemeClr val="bg1">
                    <a:lumMod val="50000"/>
                  </a:schemeClr>
                </a:solidFill>
              </a:rPr>
              <a:t>10</a:t>
            </a:r>
            <a:r>
              <a:rPr kumimoji="1" lang="ja-JP" altLang="en-US" sz="1100">
                <a:solidFill>
                  <a:schemeClr val="bg1">
                    <a:lumMod val="50000"/>
                  </a:schemeClr>
                </a:solidFill>
              </a:rPr>
              <a:t>月</a:t>
            </a:r>
            <a:r>
              <a:rPr kumimoji="1" lang="en-US" altLang="ja-JP" sz="1100">
                <a:solidFill>
                  <a:schemeClr val="bg1">
                    <a:lumMod val="50000"/>
                  </a:schemeClr>
                </a:solidFill>
              </a:rPr>
              <a:t>7</a:t>
            </a:r>
            <a:r>
              <a:rPr kumimoji="1" lang="ja-JP" altLang="en-US" sz="1100">
                <a:solidFill>
                  <a:schemeClr val="bg1">
                    <a:lumMod val="50000"/>
                  </a:schemeClr>
                </a:solidFill>
              </a:rPr>
              <a:t>日</a:t>
            </a:r>
            <a:r>
              <a:rPr kumimoji="1" lang="en-US" altLang="ja-JP" sz="1100">
                <a:solidFill>
                  <a:schemeClr val="bg1">
                    <a:lumMod val="50000"/>
                  </a:schemeClr>
                </a:solidFill>
              </a:rPr>
              <a:t>)</a:t>
            </a:r>
            <a:endParaRPr kumimoji="1" lang="ja-JP" altLang="en-US" sz="1100">
              <a:solidFill>
                <a:schemeClr val="bg1">
                  <a:lumMod val="50000"/>
                </a:schemeClr>
              </a:solidFill>
            </a:endParaRPr>
          </a:p>
        </p:txBody>
      </p:sp>
      <p:grpSp>
        <p:nvGrpSpPr>
          <p:cNvPr id="13" name="グループ化 12">
            <a:extLst>
              <a:ext uri="{FF2B5EF4-FFF2-40B4-BE49-F238E27FC236}">
                <a16:creationId xmlns:a16="http://schemas.microsoft.com/office/drawing/2014/main" id="{45DE3A3F-27CB-AECC-EB46-5DA0A2ADB6A7}"/>
              </a:ext>
            </a:extLst>
          </p:cNvPr>
          <p:cNvGrpSpPr/>
          <p:nvPr/>
        </p:nvGrpSpPr>
        <p:grpSpPr>
          <a:xfrm>
            <a:off x="422887" y="1858914"/>
            <a:ext cx="7494433" cy="4306936"/>
            <a:chOff x="363753" y="1674412"/>
            <a:chExt cx="8243876" cy="4561135"/>
          </a:xfrm>
        </p:grpSpPr>
        <p:pic>
          <p:nvPicPr>
            <p:cNvPr id="6" name="図 5">
              <a:extLst>
                <a:ext uri="{FF2B5EF4-FFF2-40B4-BE49-F238E27FC236}">
                  <a16:creationId xmlns:a16="http://schemas.microsoft.com/office/drawing/2014/main" id="{F1285D1B-7D28-7EB4-ED92-9CFEAE08DDB5}"/>
                </a:ext>
              </a:extLst>
            </p:cNvPr>
            <p:cNvPicPr>
              <a:picLocks noChangeAspect="1"/>
            </p:cNvPicPr>
            <p:nvPr/>
          </p:nvPicPr>
          <p:blipFill>
            <a:blip r:embed="rId2"/>
            <a:stretch>
              <a:fillRect/>
            </a:stretch>
          </p:blipFill>
          <p:spPr>
            <a:xfrm>
              <a:off x="363753" y="1674412"/>
              <a:ext cx="8243876" cy="4561135"/>
            </a:xfrm>
            <a:prstGeom prst="rect">
              <a:avLst/>
            </a:prstGeom>
          </p:spPr>
        </p:pic>
        <p:sp>
          <p:nvSpPr>
            <p:cNvPr id="10" name="正方形/長方形 9">
              <a:extLst>
                <a:ext uri="{FF2B5EF4-FFF2-40B4-BE49-F238E27FC236}">
                  <a16:creationId xmlns:a16="http://schemas.microsoft.com/office/drawing/2014/main" id="{4990E6B4-5730-FA0F-F788-515ED302CFCF}"/>
                </a:ext>
              </a:extLst>
            </p:cNvPr>
            <p:cNvSpPr/>
            <p:nvPr/>
          </p:nvSpPr>
          <p:spPr>
            <a:xfrm>
              <a:off x="436977" y="3827533"/>
              <a:ext cx="1561763" cy="558350"/>
            </a:xfrm>
            <a:prstGeom prst="rect">
              <a:avLst/>
            </a:prstGeom>
            <a:noFill/>
            <a:ln w="31750" cmpd="sng">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grpSp>
      <p:pic>
        <p:nvPicPr>
          <p:cNvPr id="12" name="図 11">
            <a:extLst>
              <a:ext uri="{FF2B5EF4-FFF2-40B4-BE49-F238E27FC236}">
                <a16:creationId xmlns:a16="http://schemas.microsoft.com/office/drawing/2014/main" id="{314D5052-0ADC-4E9A-3C75-B880D20EF5CA}"/>
              </a:ext>
            </a:extLst>
          </p:cNvPr>
          <p:cNvPicPr>
            <a:picLocks noChangeAspect="1"/>
          </p:cNvPicPr>
          <p:nvPr/>
        </p:nvPicPr>
        <p:blipFill>
          <a:blip r:embed="rId3"/>
          <a:stretch>
            <a:fillRect/>
          </a:stretch>
        </p:blipFill>
        <p:spPr>
          <a:xfrm>
            <a:off x="8047216" y="2608382"/>
            <a:ext cx="3797251" cy="2808000"/>
          </a:xfrm>
          <a:prstGeom prst="rect">
            <a:avLst/>
          </a:prstGeom>
        </p:spPr>
      </p:pic>
    </p:spTree>
    <p:extLst>
      <p:ext uri="{BB962C8B-B14F-4D97-AF65-F5344CB8AC3E}">
        <p14:creationId xmlns:p14="http://schemas.microsoft.com/office/powerpoint/2010/main" val="9296787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781F7115-CCAF-0F0F-D4A4-566160CE10FD}"/>
              </a:ext>
            </a:extLst>
          </p:cNvPr>
          <p:cNvSpPr>
            <a:spLocks noGrp="1"/>
          </p:cNvSpPr>
          <p:nvPr>
            <p:ph type="body" sz="quarter" idx="12"/>
          </p:nvPr>
        </p:nvSpPr>
        <p:spPr/>
        <p:txBody>
          <a:bodyPr/>
          <a:lstStyle/>
          <a:p>
            <a:r>
              <a:rPr kumimoji="1" lang="ja-JP" altLang="en-US" sz="2000"/>
              <a:t>「</a:t>
            </a:r>
            <a:r>
              <a:rPr kumimoji="1" lang="en-US" altLang="ja-JP" sz="2000" err="1"/>
              <a:t>Suica</a:t>
            </a:r>
            <a:r>
              <a:rPr kumimoji="1" lang="ja-JP" altLang="en-US" sz="2000"/>
              <a:t>経済圏拡大の土台作り」に向けて、大きく５つの観点で論点を解いていく</a:t>
            </a:r>
          </a:p>
        </p:txBody>
      </p:sp>
      <p:sp>
        <p:nvSpPr>
          <p:cNvPr id="4" name="テキスト プレースホルダー 3">
            <a:extLst>
              <a:ext uri="{FF2B5EF4-FFF2-40B4-BE49-F238E27FC236}">
                <a16:creationId xmlns:a16="http://schemas.microsoft.com/office/drawing/2014/main" id="{976BD2BE-7EA6-ACA6-4755-DBB6BF1A42E1}"/>
              </a:ext>
            </a:extLst>
          </p:cNvPr>
          <p:cNvSpPr>
            <a:spLocks noGrp="1"/>
          </p:cNvSpPr>
          <p:nvPr>
            <p:ph type="body" sz="quarter" idx="10"/>
          </p:nvPr>
        </p:nvSpPr>
        <p:spPr/>
        <p:txBody>
          <a:bodyPr/>
          <a:lstStyle/>
          <a:p>
            <a:r>
              <a:rPr lang="en-US" altLang="ja-JP">
                <a:solidFill>
                  <a:schemeClr val="tx1"/>
                </a:solidFill>
              </a:rPr>
              <a:t>05_</a:t>
            </a:r>
            <a:r>
              <a:rPr lang="ja-JP" altLang="en-US">
                <a:solidFill>
                  <a:schemeClr val="tx1"/>
                </a:solidFill>
              </a:rPr>
              <a:t>全体サービス設計の論点</a:t>
            </a:r>
          </a:p>
        </p:txBody>
      </p:sp>
      <p:sp>
        <p:nvSpPr>
          <p:cNvPr id="9" name="二等辺三角形 8">
            <a:extLst>
              <a:ext uri="{FF2B5EF4-FFF2-40B4-BE49-F238E27FC236}">
                <a16:creationId xmlns:a16="http://schemas.microsoft.com/office/drawing/2014/main" id="{FD62FC02-D16A-7A52-E656-6F6AB9F26E16}"/>
              </a:ext>
            </a:extLst>
          </p:cNvPr>
          <p:cNvSpPr/>
          <p:nvPr/>
        </p:nvSpPr>
        <p:spPr>
          <a:xfrm rot="10800000">
            <a:off x="4916098" y="1850255"/>
            <a:ext cx="2359805" cy="180000"/>
          </a:xfrm>
          <a:prstGeom prst="triangl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b="1"/>
          </a:p>
        </p:txBody>
      </p:sp>
      <p:sp>
        <p:nvSpPr>
          <p:cNvPr id="10" name="正方形/長方形 9">
            <a:extLst>
              <a:ext uri="{FF2B5EF4-FFF2-40B4-BE49-F238E27FC236}">
                <a16:creationId xmlns:a16="http://schemas.microsoft.com/office/drawing/2014/main" id="{5BD4E42B-D139-8802-ABE3-5E2D03803B69}"/>
              </a:ext>
            </a:extLst>
          </p:cNvPr>
          <p:cNvSpPr/>
          <p:nvPr/>
        </p:nvSpPr>
        <p:spPr>
          <a:xfrm>
            <a:off x="2336476" y="1562914"/>
            <a:ext cx="7519048" cy="21600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nSpc>
                <a:spcPct val="130000"/>
              </a:lnSpc>
            </a:pPr>
            <a:r>
              <a:rPr lang="en-US" altLang="ja-JP" b="1" err="1">
                <a:solidFill>
                  <a:schemeClr val="tx1"/>
                </a:solidFill>
                <a:latin typeface="+mn-ea"/>
              </a:rPr>
              <a:t>Suica</a:t>
            </a:r>
            <a:r>
              <a:rPr lang="ja-JP" altLang="en-US" b="1">
                <a:solidFill>
                  <a:schemeClr val="tx1"/>
                </a:solidFill>
                <a:latin typeface="+mn-ea"/>
              </a:rPr>
              <a:t>アプリを起点とした事業拡大（</a:t>
            </a:r>
            <a:r>
              <a:rPr lang="en-US" altLang="ja-JP" b="1" err="1">
                <a:solidFill>
                  <a:schemeClr val="tx1"/>
                </a:solidFill>
                <a:latin typeface="+mn-ea"/>
              </a:rPr>
              <a:t>Suica</a:t>
            </a:r>
            <a:r>
              <a:rPr lang="ja-JP" altLang="en-US" b="1">
                <a:solidFill>
                  <a:schemeClr val="tx1"/>
                </a:solidFill>
                <a:latin typeface="+mn-ea"/>
              </a:rPr>
              <a:t>経済圏拡大）の土台作り</a:t>
            </a:r>
            <a:endParaRPr lang="en-US" altLang="ja-JP" b="1">
              <a:solidFill>
                <a:schemeClr val="tx1"/>
              </a:solidFill>
              <a:latin typeface="+mn-ea"/>
            </a:endParaRPr>
          </a:p>
        </p:txBody>
      </p:sp>
      <p:grpSp>
        <p:nvGrpSpPr>
          <p:cNvPr id="14" name="グループ化 13">
            <a:extLst>
              <a:ext uri="{FF2B5EF4-FFF2-40B4-BE49-F238E27FC236}">
                <a16:creationId xmlns:a16="http://schemas.microsoft.com/office/drawing/2014/main" id="{358547BB-CCEA-30D9-1D5B-168129DBE209}"/>
              </a:ext>
            </a:extLst>
          </p:cNvPr>
          <p:cNvGrpSpPr/>
          <p:nvPr/>
        </p:nvGrpSpPr>
        <p:grpSpPr>
          <a:xfrm>
            <a:off x="193608" y="2101596"/>
            <a:ext cx="11662667" cy="648000"/>
            <a:chOff x="193608" y="2099364"/>
            <a:chExt cx="11662667" cy="648000"/>
          </a:xfrm>
        </p:grpSpPr>
        <p:grpSp>
          <p:nvGrpSpPr>
            <p:cNvPr id="5" name="グループ化 4">
              <a:extLst>
                <a:ext uri="{FF2B5EF4-FFF2-40B4-BE49-F238E27FC236}">
                  <a16:creationId xmlns:a16="http://schemas.microsoft.com/office/drawing/2014/main" id="{D94C344F-3262-32A5-E4F1-8F9188C9A704}"/>
                </a:ext>
              </a:extLst>
            </p:cNvPr>
            <p:cNvGrpSpPr/>
            <p:nvPr/>
          </p:nvGrpSpPr>
          <p:grpSpPr>
            <a:xfrm>
              <a:off x="337608" y="2099364"/>
              <a:ext cx="11518667" cy="648000"/>
              <a:chOff x="337608" y="2099364"/>
              <a:chExt cx="11518667" cy="648000"/>
            </a:xfrm>
          </p:grpSpPr>
          <p:sp>
            <p:nvSpPr>
              <p:cNvPr id="6" name="正方形/長方形 5">
                <a:extLst>
                  <a:ext uri="{FF2B5EF4-FFF2-40B4-BE49-F238E27FC236}">
                    <a16:creationId xmlns:a16="http://schemas.microsoft.com/office/drawing/2014/main" id="{4CE5A871-7056-40D2-ACE1-526A79704DE1}"/>
                  </a:ext>
                </a:extLst>
              </p:cNvPr>
              <p:cNvSpPr/>
              <p:nvPr/>
            </p:nvSpPr>
            <p:spPr>
              <a:xfrm>
                <a:off x="337608" y="2099364"/>
                <a:ext cx="1800000" cy="64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t>ビジネスモデル</a:t>
                </a:r>
                <a:endParaRPr lang="en-US" altLang="ja-JP" sz="1400" baseline="30000"/>
              </a:p>
            </p:txBody>
          </p:sp>
          <p:sp>
            <p:nvSpPr>
              <p:cNvPr id="7" name="正方形/長方形 6">
                <a:extLst>
                  <a:ext uri="{FF2B5EF4-FFF2-40B4-BE49-F238E27FC236}">
                    <a16:creationId xmlns:a16="http://schemas.microsoft.com/office/drawing/2014/main" id="{BF89F478-A995-0FD1-D48E-E20139E20F86}"/>
                  </a:ext>
                </a:extLst>
              </p:cNvPr>
              <p:cNvSpPr/>
              <p:nvPr/>
            </p:nvSpPr>
            <p:spPr>
              <a:xfrm>
                <a:off x="2316275" y="2099364"/>
                <a:ext cx="9540000" cy="648000"/>
              </a:xfrm>
              <a:prstGeom prst="rect">
                <a:avLst/>
              </a:prstGeom>
              <a:noFill/>
              <a:ln w="3175" cap="flat" cmpd="sng" algn="ctr">
                <a:noFill/>
                <a:prstDash val="solid"/>
                <a:miter lim="800000"/>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3175" cap="flat" cmpd="sng" algn="ctr">
                    <a:solidFill>
                      <a:schemeClr val="bg1">
                        <a:lumMod val="50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228600" indent="-228600">
                  <a:buFont typeface="+mj-lt"/>
                  <a:buAutoNum type="arabicPeriod"/>
                </a:pPr>
                <a:r>
                  <a:rPr kumimoji="1" lang="ja-JP" altLang="en-US" sz="1200" b="1">
                    <a:solidFill>
                      <a:schemeClr val="tx1"/>
                    </a:solidFill>
                  </a:rPr>
                  <a:t>マネタイズポイント：</a:t>
                </a:r>
                <a:r>
                  <a:rPr kumimoji="1" lang="en-US" altLang="ja-JP" sz="1200" err="1">
                    <a:solidFill>
                      <a:schemeClr val="tx1"/>
                    </a:solidFill>
                  </a:rPr>
                  <a:t>Suica</a:t>
                </a:r>
                <a:r>
                  <a:rPr kumimoji="1" lang="ja-JP" altLang="en-US" sz="1200">
                    <a:solidFill>
                      <a:schemeClr val="tx1"/>
                    </a:solidFill>
                  </a:rPr>
                  <a:t>経済圏全体としてどこでマネタイズするか？（手数料、送客フィー、サブスクリプション等）</a:t>
                </a:r>
                <a:endParaRPr kumimoji="1" lang="en-US" altLang="ja-JP" sz="1200">
                  <a:solidFill>
                    <a:schemeClr val="tx1"/>
                  </a:solidFill>
                </a:endParaRPr>
              </a:p>
              <a:p>
                <a:pPr marL="228600" indent="-228600">
                  <a:buFont typeface="+mj-lt"/>
                  <a:buAutoNum type="arabicPeriod"/>
                </a:pPr>
                <a:r>
                  <a:rPr lang="ja-JP" altLang="en-US" sz="1200" b="1">
                    <a:solidFill>
                      <a:schemeClr val="tx1"/>
                    </a:solidFill>
                  </a:rPr>
                  <a:t>エコノミクス</a:t>
                </a:r>
                <a:r>
                  <a:rPr lang="ja-JP" altLang="en-US" sz="1200">
                    <a:solidFill>
                      <a:schemeClr val="tx1"/>
                    </a:solidFill>
                  </a:rPr>
                  <a:t>：個別サービスの収益性と、プラットフォーム全体の収益性、トレードオフ、裨益をどのようにモデル化するか？</a:t>
                </a:r>
                <a:endParaRPr lang="en-US" altLang="ja-JP" sz="1200">
                  <a:solidFill>
                    <a:schemeClr val="tx1"/>
                  </a:solidFill>
                </a:endParaRPr>
              </a:p>
              <a:p>
                <a:pPr marL="228600" indent="-228600">
                  <a:buFont typeface="+mj-lt"/>
                  <a:buAutoNum type="arabicPeriod"/>
                </a:pPr>
                <a:r>
                  <a:rPr lang="ja-JP" altLang="en-US" sz="1200" b="1">
                    <a:solidFill>
                      <a:schemeClr val="tx1"/>
                    </a:solidFill>
                  </a:rPr>
                  <a:t>スケーリング</a:t>
                </a:r>
                <a:r>
                  <a:rPr lang="ja-JP" altLang="en-US" sz="1200">
                    <a:solidFill>
                      <a:schemeClr val="tx1"/>
                    </a:solidFill>
                  </a:rPr>
                  <a:t>：</a:t>
                </a:r>
                <a:r>
                  <a:rPr lang="en-US" altLang="ja-JP" sz="1200" err="1">
                    <a:solidFill>
                      <a:schemeClr val="tx1"/>
                    </a:solidFill>
                  </a:rPr>
                  <a:t>Suica</a:t>
                </a:r>
                <a:r>
                  <a:rPr lang="ja-JP" altLang="en-US" sz="1200">
                    <a:solidFill>
                      <a:schemeClr val="tx1"/>
                    </a:solidFill>
                  </a:rPr>
                  <a:t>経済圏拡大のフライホールコンセプトを如何に具体化するか？</a:t>
                </a:r>
                <a:endParaRPr lang="en-US" altLang="ja-JP" sz="1200">
                  <a:solidFill>
                    <a:schemeClr val="tx1"/>
                  </a:solidFill>
                </a:endParaRPr>
              </a:p>
            </p:txBody>
          </p:sp>
        </p:grpSp>
        <p:sp>
          <p:nvSpPr>
            <p:cNvPr id="21" name="楕円 20">
              <a:extLst>
                <a:ext uri="{FF2B5EF4-FFF2-40B4-BE49-F238E27FC236}">
                  <a16:creationId xmlns:a16="http://schemas.microsoft.com/office/drawing/2014/main" id="{1E35D740-DD50-AA40-901D-9737BD9229CE}"/>
                </a:ext>
              </a:extLst>
            </p:cNvPr>
            <p:cNvSpPr/>
            <p:nvPr/>
          </p:nvSpPr>
          <p:spPr>
            <a:xfrm>
              <a:off x="193608" y="2212292"/>
              <a:ext cx="288000" cy="288000"/>
            </a:xfrm>
            <a:prstGeom prst="ellipse">
              <a:avLst/>
            </a:prstGeom>
            <a:solidFill>
              <a:srgbClr val="3B8B42"/>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b="1">
                  <a:solidFill>
                    <a:srgbClr val="FFFFFF"/>
                  </a:solidFill>
                  <a:latin typeface="Arial" panose="020B0604020202020204" pitchFamily="34" charset="0"/>
                </a:rPr>
                <a:t>1</a:t>
              </a:r>
              <a:endParaRPr kumimoji="1" lang="ja-JP" altLang="en-US" sz="1200" b="1">
                <a:solidFill>
                  <a:srgbClr val="FFFFFF"/>
                </a:solidFill>
                <a:latin typeface="Arial" panose="020B0604020202020204" pitchFamily="34" charset="0"/>
              </a:endParaRPr>
            </a:p>
          </p:txBody>
        </p:sp>
      </p:grpSp>
      <p:grpSp>
        <p:nvGrpSpPr>
          <p:cNvPr id="26" name="グループ化 25">
            <a:extLst>
              <a:ext uri="{FF2B5EF4-FFF2-40B4-BE49-F238E27FC236}">
                <a16:creationId xmlns:a16="http://schemas.microsoft.com/office/drawing/2014/main" id="{6D54987F-07D5-1DFD-5204-49AE0E1D31E7}"/>
              </a:ext>
            </a:extLst>
          </p:cNvPr>
          <p:cNvGrpSpPr/>
          <p:nvPr/>
        </p:nvGrpSpPr>
        <p:grpSpPr>
          <a:xfrm>
            <a:off x="193608" y="2820937"/>
            <a:ext cx="11662667" cy="1080000"/>
            <a:chOff x="193608" y="2817589"/>
            <a:chExt cx="11662667" cy="1080000"/>
          </a:xfrm>
        </p:grpSpPr>
        <p:grpSp>
          <p:nvGrpSpPr>
            <p:cNvPr id="8" name="グループ化 7">
              <a:extLst>
                <a:ext uri="{FF2B5EF4-FFF2-40B4-BE49-F238E27FC236}">
                  <a16:creationId xmlns:a16="http://schemas.microsoft.com/office/drawing/2014/main" id="{06BCEAEE-55F7-A8DE-488C-1FBD81E43322}"/>
                </a:ext>
              </a:extLst>
            </p:cNvPr>
            <p:cNvGrpSpPr/>
            <p:nvPr/>
          </p:nvGrpSpPr>
          <p:grpSpPr>
            <a:xfrm>
              <a:off x="337608" y="2817589"/>
              <a:ext cx="11518667" cy="1080000"/>
              <a:chOff x="337608" y="2817589"/>
              <a:chExt cx="11518667" cy="1080000"/>
            </a:xfrm>
          </p:grpSpPr>
          <p:sp>
            <p:nvSpPr>
              <p:cNvPr id="11" name="正方形/長方形 10">
                <a:extLst>
                  <a:ext uri="{FF2B5EF4-FFF2-40B4-BE49-F238E27FC236}">
                    <a16:creationId xmlns:a16="http://schemas.microsoft.com/office/drawing/2014/main" id="{035A33F5-B1D4-9D21-1C1D-F4FF13E7495A}"/>
                  </a:ext>
                </a:extLst>
              </p:cNvPr>
              <p:cNvSpPr/>
              <p:nvPr/>
            </p:nvSpPr>
            <p:spPr>
              <a:xfrm>
                <a:off x="337608" y="2817589"/>
                <a:ext cx="1800000" cy="1080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t>統合顧客体験</a:t>
                </a:r>
                <a:endParaRPr lang="en-US" altLang="ja-JP" sz="1400" baseline="30000"/>
              </a:p>
            </p:txBody>
          </p:sp>
          <p:sp>
            <p:nvSpPr>
              <p:cNvPr id="12" name="正方形/長方形 11">
                <a:extLst>
                  <a:ext uri="{FF2B5EF4-FFF2-40B4-BE49-F238E27FC236}">
                    <a16:creationId xmlns:a16="http://schemas.microsoft.com/office/drawing/2014/main" id="{A272BB07-0DD9-3937-744A-FAFDBF3A602C}"/>
                  </a:ext>
                </a:extLst>
              </p:cNvPr>
              <p:cNvSpPr/>
              <p:nvPr/>
            </p:nvSpPr>
            <p:spPr>
              <a:xfrm>
                <a:off x="2316275" y="2817589"/>
                <a:ext cx="9540000" cy="1080000"/>
              </a:xfrm>
              <a:prstGeom prst="rect">
                <a:avLst/>
              </a:prstGeom>
              <a:noFill/>
              <a:ln w="3175" cap="flat" cmpd="sng" algn="ctr">
                <a:noFill/>
                <a:prstDash val="solid"/>
                <a:miter lim="800000"/>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3175" cap="flat" cmpd="sng" algn="ctr">
                    <a:solidFill>
                      <a:schemeClr val="bg1">
                        <a:lumMod val="50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spAutoFit/>
              </a:bodyPr>
              <a:lstStyle/>
              <a:p>
                <a:pPr marL="228600" indent="-228600">
                  <a:buFont typeface="+mj-lt"/>
                  <a:buAutoNum type="arabicPeriod"/>
                </a:pPr>
                <a:r>
                  <a:rPr kumimoji="1" lang="ja-JP" altLang="en-US" sz="1200" b="1">
                    <a:solidFill>
                      <a:schemeClr val="tx1"/>
                    </a:solidFill>
                  </a:rPr>
                  <a:t>統合ユーザーシナリオ・体験価値</a:t>
                </a:r>
                <a:r>
                  <a:rPr kumimoji="1" lang="ja-JP" altLang="en-US" sz="1200">
                    <a:solidFill>
                      <a:schemeClr val="tx1"/>
                    </a:solidFill>
                  </a:rPr>
                  <a:t>：</a:t>
                </a:r>
                <a:br>
                  <a:rPr kumimoji="1" lang="en-US" altLang="ja-JP" sz="1200">
                    <a:solidFill>
                      <a:schemeClr val="tx1"/>
                    </a:solidFill>
                  </a:rPr>
                </a:br>
                <a:r>
                  <a:rPr kumimoji="1" lang="ja-JP" altLang="en-US" sz="1200">
                    <a:solidFill>
                      <a:schemeClr val="tx1"/>
                    </a:solidFill>
                  </a:rPr>
                  <a:t>通勤客、旅行客等のユーザーペルソナに対して</a:t>
                </a:r>
                <a:r>
                  <a:rPr kumimoji="1" lang="en-US" altLang="ja-JP" sz="1200" err="1">
                    <a:solidFill>
                      <a:schemeClr val="tx1"/>
                    </a:solidFill>
                  </a:rPr>
                  <a:t>Suica</a:t>
                </a:r>
                <a:r>
                  <a:rPr kumimoji="1" lang="ja-JP" altLang="en-US" sz="1200">
                    <a:solidFill>
                      <a:schemeClr val="tx1"/>
                    </a:solidFill>
                  </a:rPr>
                  <a:t>経済圏の中でどのような統合的ユーザーシナリオと体験価値の実現を目指すか？</a:t>
                </a:r>
                <a:endParaRPr kumimoji="1" lang="en-US" altLang="ja-JP" sz="1200">
                  <a:solidFill>
                    <a:schemeClr val="tx1"/>
                  </a:solidFill>
                </a:endParaRPr>
              </a:p>
              <a:p>
                <a:pPr marL="228600" indent="-228600">
                  <a:buFont typeface="+mj-lt"/>
                  <a:buAutoNum type="arabicPeriod"/>
                </a:pPr>
                <a:r>
                  <a:rPr lang="ja-JP" altLang="en-US" sz="1200" b="1">
                    <a:solidFill>
                      <a:schemeClr val="tx1"/>
                    </a:solidFill>
                  </a:rPr>
                  <a:t>ポイントインセンティブ</a:t>
                </a:r>
                <a:r>
                  <a:rPr lang="ja-JP" altLang="en-US" sz="1200">
                    <a:solidFill>
                      <a:schemeClr val="tx1"/>
                    </a:solidFill>
                  </a:rPr>
                  <a:t>：</a:t>
                </a:r>
                <a:r>
                  <a:rPr lang="en-US" altLang="ja-JP" sz="1200">
                    <a:solidFill>
                      <a:schemeClr val="tx1"/>
                    </a:solidFill>
                  </a:rPr>
                  <a:t>JRE POINT</a:t>
                </a:r>
                <a:r>
                  <a:rPr lang="ja-JP" altLang="en-US" sz="1200">
                    <a:solidFill>
                      <a:schemeClr val="tx1"/>
                    </a:solidFill>
                  </a:rPr>
                  <a:t>等のインセンティブを複数サービス間でどう還流させ、ロックインを図るか？</a:t>
                </a:r>
                <a:endParaRPr kumimoji="1" lang="en-US" altLang="ja-JP" sz="1200">
                  <a:solidFill>
                    <a:schemeClr val="tx1"/>
                  </a:solidFill>
                </a:endParaRPr>
              </a:p>
              <a:p>
                <a:pPr marL="228600" indent="-228600">
                  <a:buFont typeface="+mj-lt"/>
                  <a:buAutoNum type="arabicPeriod"/>
                </a:pPr>
                <a:r>
                  <a:rPr kumimoji="1" lang="ja-JP" altLang="en-US" sz="1200" b="1">
                    <a:solidFill>
                      <a:schemeClr val="tx1"/>
                    </a:solidFill>
                  </a:rPr>
                  <a:t>新</a:t>
                </a:r>
                <a:r>
                  <a:rPr kumimoji="1" lang="en-US" altLang="ja-JP" sz="1200" b="1" err="1">
                    <a:solidFill>
                      <a:schemeClr val="tx1"/>
                    </a:solidFill>
                  </a:rPr>
                  <a:t>Suica</a:t>
                </a:r>
                <a:r>
                  <a:rPr kumimoji="1" lang="ja-JP" altLang="en-US" sz="1200" b="1">
                    <a:solidFill>
                      <a:schemeClr val="tx1"/>
                    </a:solidFill>
                  </a:rPr>
                  <a:t>アプリのアーキテクチャ指針：</a:t>
                </a:r>
                <a:r>
                  <a:rPr kumimoji="1" lang="ja-JP" altLang="en-US" sz="1200">
                    <a:solidFill>
                      <a:schemeClr val="tx1"/>
                    </a:solidFill>
                  </a:rPr>
                  <a:t>新</a:t>
                </a:r>
                <a:r>
                  <a:rPr kumimoji="1" lang="en-US" altLang="ja-JP" sz="1200" err="1">
                    <a:solidFill>
                      <a:schemeClr val="tx1"/>
                    </a:solidFill>
                  </a:rPr>
                  <a:t>Suica</a:t>
                </a:r>
                <a:r>
                  <a:rPr kumimoji="1" lang="ja-JP" altLang="en-US" sz="1200">
                    <a:solidFill>
                      <a:schemeClr val="tx1"/>
                    </a:solidFill>
                  </a:rPr>
                  <a:t>アプリはどこまでサービス群を統合すべきか？どこまで独立させるべきか？</a:t>
                </a:r>
                <a:endParaRPr kumimoji="1" lang="en-US" altLang="ja-JP" sz="1200">
                  <a:solidFill>
                    <a:schemeClr val="tx1"/>
                  </a:solidFill>
                </a:endParaRPr>
              </a:p>
              <a:p>
                <a:pPr marL="228600" indent="-228600">
                  <a:buFont typeface="+mj-lt"/>
                  <a:buAutoNum type="arabicPeriod"/>
                </a:pPr>
                <a:r>
                  <a:rPr lang="en-US" altLang="ja-JP" sz="1200" b="1">
                    <a:solidFill>
                      <a:schemeClr val="tx1"/>
                    </a:solidFill>
                  </a:rPr>
                  <a:t>ID</a:t>
                </a:r>
                <a:r>
                  <a:rPr lang="ja-JP" altLang="en-US" sz="1200" b="1">
                    <a:solidFill>
                      <a:schemeClr val="tx1"/>
                    </a:solidFill>
                  </a:rPr>
                  <a:t>統合・認証・セキュリティ</a:t>
                </a:r>
                <a:r>
                  <a:rPr lang="ja-JP" altLang="en-US" sz="1200">
                    <a:solidFill>
                      <a:schemeClr val="tx1"/>
                    </a:solidFill>
                  </a:rPr>
                  <a:t>：</a:t>
                </a:r>
                <a:r>
                  <a:rPr lang="en-US" altLang="ja-JP" sz="1200">
                    <a:solidFill>
                      <a:schemeClr val="tx1"/>
                    </a:solidFill>
                  </a:rPr>
                  <a:t>JRE ID</a:t>
                </a:r>
                <a:r>
                  <a:rPr lang="ja-JP" altLang="en-US" sz="1200">
                    <a:solidFill>
                      <a:schemeClr val="tx1"/>
                    </a:solidFill>
                  </a:rPr>
                  <a:t>等の共通</a:t>
                </a:r>
                <a:r>
                  <a:rPr lang="en-US" altLang="ja-JP" sz="1200">
                    <a:solidFill>
                      <a:schemeClr val="tx1"/>
                    </a:solidFill>
                  </a:rPr>
                  <a:t>ID</a:t>
                </a:r>
                <a:r>
                  <a:rPr lang="ja-JP" altLang="en-US" sz="1200">
                    <a:solidFill>
                      <a:schemeClr val="tx1"/>
                    </a:solidFill>
                  </a:rPr>
                  <a:t>による</a:t>
                </a:r>
                <a:r>
                  <a:rPr lang="en-US" altLang="ja-JP" sz="1200">
                    <a:solidFill>
                      <a:schemeClr val="tx1"/>
                    </a:solidFill>
                  </a:rPr>
                  <a:t>SSO</a:t>
                </a:r>
                <a:r>
                  <a:rPr lang="ja-JP" altLang="en-US" sz="1200">
                    <a:solidFill>
                      <a:schemeClr val="tx1"/>
                    </a:solidFill>
                  </a:rPr>
                  <a:t>の利便性と、セキュリティレベルをどのように定義し担保するか？</a:t>
                </a:r>
                <a:endParaRPr lang="en-US" altLang="ja-JP" sz="1200">
                  <a:solidFill>
                    <a:schemeClr val="tx1"/>
                  </a:solidFill>
                </a:endParaRPr>
              </a:p>
            </p:txBody>
          </p:sp>
        </p:grpSp>
        <p:sp>
          <p:nvSpPr>
            <p:cNvPr id="22" name="楕円 21">
              <a:extLst>
                <a:ext uri="{FF2B5EF4-FFF2-40B4-BE49-F238E27FC236}">
                  <a16:creationId xmlns:a16="http://schemas.microsoft.com/office/drawing/2014/main" id="{51CED12F-4EB5-7506-A51D-6235B368F9B4}"/>
                </a:ext>
              </a:extLst>
            </p:cNvPr>
            <p:cNvSpPr/>
            <p:nvPr/>
          </p:nvSpPr>
          <p:spPr>
            <a:xfrm>
              <a:off x="193608" y="3213589"/>
              <a:ext cx="288000" cy="288000"/>
            </a:xfrm>
            <a:prstGeom prst="ellipse">
              <a:avLst/>
            </a:prstGeom>
            <a:solidFill>
              <a:srgbClr val="3B8B42"/>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b="1">
                  <a:solidFill>
                    <a:srgbClr val="FFFFFF"/>
                  </a:solidFill>
                  <a:latin typeface="Arial" panose="020B0604020202020204" pitchFamily="34" charset="0"/>
                </a:rPr>
                <a:t>2</a:t>
              </a:r>
              <a:endParaRPr lang="ja-JP" altLang="en-US" sz="1200" b="1">
                <a:solidFill>
                  <a:srgbClr val="FFFFFF"/>
                </a:solidFill>
                <a:latin typeface="Arial" panose="020B0604020202020204" pitchFamily="34" charset="0"/>
              </a:endParaRPr>
            </a:p>
          </p:txBody>
        </p:sp>
      </p:grpSp>
      <p:grpSp>
        <p:nvGrpSpPr>
          <p:cNvPr id="38" name="グループ化 37">
            <a:extLst>
              <a:ext uri="{FF2B5EF4-FFF2-40B4-BE49-F238E27FC236}">
                <a16:creationId xmlns:a16="http://schemas.microsoft.com/office/drawing/2014/main" id="{56780C0E-3F3C-4B21-65FD-15DF0247A2BE}"/>
              </a:ext>
            </a:extLst>
          </p:cNvPr>
          <p:cNvGrpSpPr/>
          <p:nvPr/>
        </p:nvGrpSpPr>
        <p:grpSpPr>
          <a:xfrm>
            <a:off x="193608" y="3972278"/>
            <a:ext cx="11662667" cy="1080000"/>
            <a:chOff x="193608" y="3967814"/>
            <a:chExt cx="11662667" cy="1080000"/>
          </a:xfrm>
        </p:grpSpPr>
        <p:sp>
          <p:nvSpPr>
            <p:cNvPr id="15" name="正方形/長方形 14">
              <a:extLst>
                <a:ext uri="{FF2B5EF4-FFF2-40B4-BE49-F238E27FC236}">
                  <a16:creationId xmlns:a16="http://schemas.microsoft.com/office/drawing/2014/main" id="{5E68F38C-4ECB-E5AD-6FFB-CCE0000D8379}"/>
                </a:ext>
              </a:extLst>
            </p:cNvPr>
            <p:cNvSpPr/>
            <p:nvPr/>
          </p:nvSpPr>
          <p:spPr>
            <a:xfrm>
              <a:off x="337608" y="3967814"/>
              <a:ext cx="1800000" cy="1080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t>オペレーション</a:t>
              </a:r>
              <a:endParaRPr lang="en-US" altLang="ja-JP" sz="1400" baseline="30000"/>
            </a:p>
          </p:txBody>
        </p:sp>
        <p:sp>
          <p:nvSpPr>
            <p:cNvPr id="16" name="正方形/長方形 15">
              <a:extLst>
                <a:ext uri="{FF2B5EF4-FFF2-40B4-BE49-F238E27FC236}">
                  <a16:creationId xmlns:a16="http://schemas.microsoft.com/office/drawing/2014/main" id="{571B30CF-EFC5-7F42-1A75-9ACA608A390F}"/>
                </a:ext>
              </a:extLst>
            </p:cNvPr>
            <p:cNvSpPr/>
            <p:nvPr/>
          </p:nvSpPr>
          <p:spPr>
            <a:xfrm>
              <a:off x="2316275" y="3967814"/>
              <a:ext cx="9540000" cy="1080000"/>
            </a:xfrm>
            <a:prstGeom prst="rect">
              <a:avLst/>
            </a:prstGeom>
            <a:noFill/>
            <a:ln w="3175" cap="flat" cmpd="sng" algn="ctr">
              <a:noFill/>
              <a:prstDash val="solid"/>
              <a:miter lim="800000"/>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3175" cap="flat" cmpd="sng" algn="ctr">
                  <a:solidFill>
                    <a:schemeClr val="bg1">
                      <a:lumMod val="50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spAutoFit/>
            </a:bodyPr>
            <a:lstStyle/>
            <a:p>
              <a:pPr marL="228600" indent="-228600">
                <a:buFont typeface="+mj-lt"/>
                <a:buAutoNum type="arabicPeriod"/>
              </a:pPr>
              <a:r>
                <a:rPr kumimoji="1" lang="ja-JP" altLang="en-US" sz="1200" b="1">
                  <a:solidFill>
                    <a:schemeClr val="tx1"/>
                  </a:solidFill>
                </a:rPr>
                <a:t>統合サポート窓口：</a:t>
              </a:r>
              <a:r>
                <a:rPr kumimoji="1" lang="ja-JP" altLang="en-US" sz="1200">
                  <a:solidFill>
                    <a:schemeClr val="tx1"/>
                  </a:solidFill>
                </a:rPr>
                <a:t>ユーザーからの問い合わせに対し、アプリ全体（プラットフォーム）の問題か、個別サービスの問題かを</a:t>
              </a:r>
              <a:br>
                <a:rPr kumimoji="1" lang="en-US" altLang="ja-JP" sz="1200">
                  <a:solidFill>
                    <a:schemeClr val="tx1"/>
                  </a:solidFill>
                </a:rPr>
              </a:br>
              <a:r>
                <a:rPr kumimoji="1" lang="ja-JP" altLang="en-US" sz="1200">
                  <a:solidFill>
                    <a:schemeClr val="tx1"/>
                  </a:solidFill>
                </a:rPr>
                <a:t>どう切り分け、誰が回答するか？（対応フローと体制の設計）</a:t>
              </a:r>
              <a:endParaRPr kumimoji="1" lang="en-US" altLang="ja-JP" sz="1200">
                <a:solidFill>
                  <a:schemeClr val="tx1"/>
                </a:solidFill>
              </a:endParaRPr>
            </a:p>
            <a:p>
              <a:pPr marL="228600" indent="-228600">
                <a:buFont typeface="+mj-lt"/>
                <a:buAutoNum type="arabicPeriod"/>
              </a:pPr>
              <a:r>
                <a:rPr kumimoji="1" lang="ja-JP" altLang="en-US" sz="1200" b="1">
                  <a:solidFill>
                    <a:schemeClr val="tx1"/>
                  </a:solidFill>
                </a:rPr>
                <a:t>障害時の責任分界点</a:t>
              </a:r>
              <a:r>
                <a:rPr lang="ja-JP" altLang="en-US" sz="1200">
                  <a:solidFill>
                    <a:schemeClr val="tx1"/>
                  </a:solidFill>
                </a:rPr>
                <a:t>：</a:t>
              </a:r>
              <a:r>
                <a:rPr kumimoji="1" lang="en-US" altLang="ja-JP" sz="1200">
                  <a:solidFill>
                    <a:schemeClr val="tx1"/>
                  </a:solidFill>
                </a:rPr>
                <a:t> </a:t>
              </a:r>
              <a:r>
                <a:rPr kumimoji="1" lang="ja-JP" altLang="en-US" sz="1200">
                  <a:solidFill>
                    <a:schemeClr val="tx1"/>
                  </a:solidFill>
                </a:rPr>
                <a:t>サービスに影響するシステム障害が起きた際の対応ルールをどうするか？（縮退運転のルール）</a:t>
              </a:r>
              <a:endParaRPr kumimoji="1" lang="en-US" altLang="ja-JP" sz="1200">
                <a:solidFill>
                  <a:schemeClr val="tx1"/>
                </a:solidFill>
              </a:endParaRPr>
            </a:p>
            <a:p>
              <a:pPr marL="228600" indent="-228600">
                <a:buFont typeface="+mj-lt"/>
                <a:buAutoNum type="arabicPeriod"/>
              </a:pPr>
              <a:r>
                <a:rPr kumimoji="1" lang="ja-JP" altLang="en-US" sz="1200" b="1">
                  <a:solidFill>
                    <a:schemeClr val="tx1"/>
                  </a:solidFill>
                </a:rPr>
                <a:t>品質管理基準</a:t>
              </a:r>
              <a:r>
                <a:rPr lang="ja-JP" altLang="en-US" sz="1200">
                  <a:solidFill>
                    <a:schemeClr val="tx1"/>
                  </a:solidFill>
                </a:rPr>
                <a:t>：</a:t>
              </a:r>
              <a:r>
                <a:rPr kumimoji="1" lang="en-US" altLang="ja-JP" sz="1200">
                  <a:solidFill>
                    <a:schemeClr val="tx1"/>
                  </a:solidFill>
                </a:rPr>
                <a:t> </a:t>
              </a:r>
              <a:br>
                <a:rPr kumimoji="1" lang="en-US" altLang="ja-JP" sz="1200">
                  <a:solidFill>
                    <a:schemeClr val="tx1"/>
                  </a:solidFill>
                </a:rPr>
              </a:br>
              <a:r>
                <a:rPr kumimoji="1" lang="ja-JP" altLang="en-US" sz="1200">
                  <a:solidFill>
                    <a:schemeClr val="tx1"/>
                  </a:solidFill>
                </a:rPr>
                <a:t>新規サービス追加における、クリアしなければならない「</a:t>
              </a:r>
              <a:r>
                <a:rPr kumimoji="1" lang="en-US" altLang="ja-JP" sz="1200">
                  <a:solidFill>
                    <a:schemeClr val="tx1"/>
                  </a:solidFill>
                </a:rPr>
                <a:t>SLA</a:t>
              </a:r>
              <a:r>
                <a:rPr kumimoji="1" lang="ja-JP" altLang="en-US" sz="1200">
                  <a:solidFill>
                    <a:schemeClr val="tx1"/>
                  </a:solidFill>
                </a:rPr>
                <a:t>」や「非機能要件（レスポンス速度、セキュリティ等）」の基準値は？</a:t>
              </a:r>
              <a:endParaRPr kumimoji="1" lang="en-US" altLang="ja-JP" sz="1200">
                <a:solidFill>
                  <a:schemeClr val="tx1"/>
                </a:solidFill>
              </a:endParaRPr>
            </a:p>
          </p:txBody>
        </p:sp>
        <p:sp>
          <p:nvSpPr>
            <p:cNvPr id="23" name="楕円 22">
              <a:extLst>
                <a:ext uri="{FF2B5EF4-FFF2-40B4-BE49-F238E27FC236}">
                  <a16:creationId xmlns:a16="http://schemas.microsoft.com/office/drawing/2014/main" id="{1D81FF90-6262-0BBF-312B-FFBE66E9FA8C}"/>
                </a:ext>
              </a:extLst>
            </p:cNvPr>
            <p:cNvSpPr/>
            <p:nvPr/>
          </p:nvSpPr>
          <p:spPr>
            <a:xfrm>
              <a:off x="193608" y="4363814"/>
              <a:ext cx="288000" cy="288000"/>
            </a:xfrm>
            <a:prstGeom prst="ellipse">
              <a:avLst/>
            </a:prstGeom>
            <a:solidFill>
              <a:srgbClr val="3B8B42"/>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b="1">
                  <a:solidFill>
                    <a:srgbClr val="FFFFFF"/>
                  </a:solidFill>
                  <a:latin typeface="Arial" panose="020B0604020202020204" pitchFamily="34" charset="0"/>
                </a:rPr>
                <a:t>3</a:t>
              </a:r>
              <a:endParaRPr lang="ja-JP" altLang="en-US" sz="1200" b="1">
                <a:solidFill>
                  <a:srgbClr val="FFFFFF"/>
                </a:solidFill>
                <a:latin typeface="Arial" panose="020B0604020202020204" pitchFamily="34" charset="0"/>
              </a:endParaRPr>
            </a:p>
          </p:txBody>
        </p:sp>
      </p:grpSp>
      <p:grpSp>
        <p:nvGrpSpPr>
          <p:cNvPr id="39" name="グループ化 38">
            <a:extLst>
              <a:ext uri="{FF2B5EF4-FFF2-40B4-BE49-F238E27FC236}">
                <a16:creationId xmlns:a16="http://schemas.microsoft.com/office/drawing/2014/main" id="{703E1517-115C-882A-C58E-3FD82CFD93F8}"/>
              </a:ext>
            </a:extLst>
          </p:cNvPr>
          <p:cNvGrpSpPr/>
          <p:nvPr/>
        </p:nvGrpSpPr>
        <p:grpSpPr>
          <a:xfrm>
            <a:off x="193608" y="5123619"/>
            <a:ext cx="11662667" cy="643835"/>
            <a:chOff x="193608" y="5120121"/>
            <a:chExt cx="11662667" cy="643835"/>
          </a:xfrm>
        </p:grpSpPr>
        <p:sp>
          <p:nvSpPr>
            <p:cNvPr id="17" name="正方形/長方形 16">
              <a:extLst>
                <a:ext uri="{FF2B5EF4-FFF2-40B4-BE49-F238E27FC236}">
                  <a16:creationId xmlns:a16="http://schemas.microsoft.com/office/drawing/2014/main" id="{048CB999-70CB-7751-5C73-3CA30B4C48BA}"/>
                </a:ext>
              </a:extLst>
            </p:cNvPr>
            <p:cNvSpPr/>
            <p:nvPr/>
          </p:nvSpPr>
          <p:spPr>
            <a:xfrm>
              <a:off x="337608" y="5120121"/>
              <a:ext cx="1800000" cy="6438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a:t>パートナー</a:t>
              </a:r>
              <a:endParaRPr lang="en-US" altLang="ja-JP" sz="1400"/>
            </a:p>
            <a:p>
              <a:pPr algn="ctr"/>
              <a:r>
                <a:rPr lang="ja-JP" altLang="en-US" sz="1400"/>
                <a:t>アライアンス</a:t>
              </a:r>
              <a:endParaRPr lang="en-US" altLang="ja-JP" sz="1400"/>
            </a:p>
          </p:txBody>
        </p:sp>
        <p:sp>
          <p:nvSpPr>
            <p:cNvPr id="18" name="正方形/長方形 17">
              <a:extLst>
                <a:ext uri="{FF2B5EF4-FFF2-40B4-BE49-F238E27FC236}">
                  <a16:creationId xmlns:a16="http://schemas.microsoft.com/office/drawing/2014/main" id="{27763FCB-4D7C-CC48-F1C2-0DD5EC67C2D9}"/>
                </a:ext>
              </a:extLst>
            </p:cNvPr>
            <p:cNvSpPr/>
            <p:nvPr/>
          </p:nvSpPr>
          <p:spPr>
            <a:xfrm>
              <a:off x="2316275" y="5120121"/>
              <a:ext cx="9540000" cy="643835"/>
            </a:xfrm>
            <a:prstGeom prst="rect">
              <a:avLst/>
            </a:prstGeom>
            <a:noFill/>
            <a:ln w="3175" cap="flat" cmpd="sng" algn="ctr">
              <a:noFill/>
              <a:prstDash val="solid"/>
              <a:miter lim="800000"/>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3175" cap="flat" cmpd="sng" algn="ctr">
                  <a:solidFill>
                    <a:schemeClr val="bg1">
                      <a:lumMod val="50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spAutoFit/>
            </a:bodyPr>
            <a:lstStyle/>
            <a:p>
              <a:pPr marL="228600" indent="-228600">
                <a:buFont typeface="+mj-lt"/>
                <a:buAutoNum type="arabicPeriod"/>
              </a:pPr>
              <a:r>
                <a:rPr kumimoji="1" lang="ja-JP" altLang="en-US" sz="1200" b="1">
                  <a:solidFill>
                    <a:schemeClr val="tx1"/>
                  </a:solidFill>
                </a:rPr>
                <a:t>クライアントへの提供価値：</a:t>
              </a:r>
              <a:br>
                <a:rPr kumimoji="1" lang="en-US" altLang="ja-JP" sz="1200" b="1">
                  <a:solidFill>
                    <a:schemeClr val="tx1"/>
                  </a:solidFill>
                </a:rPr>
              </a:br>
              <a:r>
                <a:rPr kumimoji="1" lang="ja-JP" altLang="en-US" sz="1200">
                  <a:solidFill>
                    <a:schemeClr val="tx1"/>
                  </a:solidFill>
                </a:rPr>
                <a:t>外部事業者が</a:t>
              </a:r>
              <a:r>
                <a:rPr kumimoji="1" lang="en-US" altLang="ja-JP" sz="1200" err="1">
                  <a:solidFill>
                    <a:schemeClr val="tx1"/>
                  </a:solidFill>
                </a:rPr>
                <a:t>Suica</a:t>
              </a:r>
              <a:r>
                <a:rPr kumimoji="1" lang="ja-JP" altLang="en-US" sz="1200">
                  <a:solidFill>
                    <a:schemeClr val="tx1"/>
                  </a:solidFill>
                </a:rPr>
                <a:t>アプリ上でサービス展開するメリット（送客力、データ提供等）をどうパッケージ化するか？</a:t>
              </a:r>
              <a:endParaRPr kumimoji="1" lang="en-US" altLang="ja-JP" sz="1200">
                <a:solidFill>
                  <a:schemeClr val="tx1"/>
                </a:solidFill>
              </a:endParaRPr>
            </a:p>
            <a:p>
              <a:pPr marL="228600" indent="-228600">
                <a:buFont typeface="+mj-lt"/>
                <a:buAutoNum type="arabicPeriod"/>
              </a:pPr>
              <a:r>
                <a:rPr kumimoji="1" lang="ja-JP" altLang="en-US" sz="1200" b="1">
                  <a:solidFill>
                    <a:schemeClr val="tx1"/>
                  </a:solidFill>
                </a:rPr>
                <a:t>オンボーディング・プロセス</a:t>
              </a:r>
              <a:r>
                <a:rPr lang="ja-JP" altLang="en-US" sz="1200" b="1">
                  <a:solidFill>
                    <a:schemeClr val="tx1"/>
                  </a:solidFill>
                </a:rPr>
                <a:t>：</a:t>
              </a:r>
              <a:r>
                <a:rPr kumimoji="1" lang="en-US" altLang="ja-JP" sz="1200" b="1">
                  <a:solidFill>
                    <a:schemeClr val="tx1"/>
                  </a:solidFill>
                </a:rPr>
                <a:t> </a:t>
              </a:r>
              <a:r>
                <a:rPr kumimoji="1" lang="ja-JP" altLang="en-US" sz="1200">
                  <a:solidFill>
                    <a:schemeClr val="tx1"/>
                  </a:solidFill>
                </a:rPr>
                <a:t>外部パートナーが参画する際のスキームをどうするか？（審査、接続仕様公開、契約スキーム等）</a:t>
              </a:r>
              <a:endParaRPr kumimoji="1" lang="en-US" altLang="ja-JP" sz="1200">
                <a:solidFill>
                  <a:schemeClr val="tx1"/>
                </a:solidFill>
              </a:endParaRPr>
            </a:p>
          </p:txBody>
        </p:sp>
        <p:sp>
          <p:nvSpPr>
            <p:cNvPr id="24" name="楕円 23">
              <a:extLst>
                <a:ext uri="{FF2B5EF4-FFF2-40B4-BE49-F238E27FC236}">
                  <a16:creationId xmlns:a16="http://schemas.microsoft.com/office/drawing/2014/main" id="{0C19BACD-A9F0-3C1D-B67B-839294D492B5}"/>
                </a:ext>
              </a:extLst>
            </p:cNvPr>
            <p:cNvSpPr/>
            <p:nvPr/>
          </p:nvSpPr>
          <p:spPr>
            <a:xfrm>
              <a:off x="193608" y="5298038"/>
              <a:ext cx="288000" cy="288000"/>
            </a:xfrm>
            <a:prstGeom prst="ellipse">
              <a:avLst/>
            </a:prstGeom>
            <a:solidFill>
              <a:srgbClr val="3B8B42"/>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b="1">
                  <a:solidFill>
                    <a:srgbClr val="FFFFFF"/>
                  </a:solidFill>
                  <a:latin typeface="Arial" panose="020B0604020202020204" pitchFamily="34" charset="0"/>
                </a:rPr>
                <a:t>4</a:t>
              </a:r>
              <a:endParaRPr lang="ja-JP" altLang="en-US" sz="1200" b="1">
                <a:solidFill>
                  <a:srgbClr val="FFFFFF"/>
                </a:solidFill>
                <a:latin typeface="Arial" panose="020B0604020202020204" pitchFamily="34" charset="0"/>
              </a:endParaRPr>
            </a:p>
          </p:txBody>
        </p:sp>
      </p:grpSp>
      <p:grpSp>
        <p:nvGrpSpPr>
          <p:cNvPr id="40" name="グループ化 39">
            <a:extLst>
              <a:ext uri="{FF2B5EF4-FFF2-40B4-BE49-F238E27FC236}">
                <a16:creationId xmlns:a16="http://schemas.microsoft.com/office/drawing/2014/main" id="{198DA44E-FD8E-6213-5064-EDF9D2F9B1E7}"/>
              </a:ext>
            </a:extLst>
          </p:cNvPr>
          <p:cNvGrpSpPr/>
          <p:nvPr/>
        </p:nvGrpSpPr>
        <p:grpSpPr>
          <a:xfrm>
            <a:off x="193608" y="5838794"/>
            <a:ext cx="11662667" cy="648000"/>
            <a:chOff x="193608" y="5838794"/>
            <a:chExt cx="11662667" cy="648000"/>
          </a:xfrm>
        </p:grpSpPr>
        <p:sp>
          <p:nvSpPr>
            <p:cNvPr id="19" name="正方形/長方形 18">
              <a:extLst>
                <a:ext uri="{FF2B5EF4-FFF2-40B4-BE49-F238E27FC236}">
                  <a16:creationId xmlns:a16="http://schemas.microsoft.com/office/drawing/2014/main" id="{1749882D-A5DF-E810-7471-56D7702BFFC5}"/>
                </a:ext>
              </a:extLst>
            </p:cNvPr>
            <p:cNvSpPr/>
            <p:nvPr/>
          </p:nvSpPr>
          <p:spPr>
            <a:xfrm>
              <a:off x="337608" y="5838794"/>
              <a:ext cx="1800000" cy="64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a:t>経済圏ガバナンス</a:t>
              </a:r>
              <a:endParaRPr lang="en-US" altLang="ja-JP" sz="1400"/>
            </a:p>
          </p:txBody>
        </p:sp>
        <p:sp>
          <p:nvSpPr>
            <p:cNvPr id="20" name="正方形/長方形 19">
              <a:extLst>
                <a:ext uri="{FF2B5EF4-FFF2-40B4-BE49-F238E27FC236}">
                  <a16:creationId xmlns:a16="http://schemas.microsoft.com/office/drawing/2014/main" id="{CA311BE0-25DC-2D18-3091-B0DB6616AC89}"/>
                </a:ext>
              </a:extLst>
            </p:cNvPr>
            <p:cNvSpPr/>
            <p:nvPr/>
          </p:nvSpPr>
          <p:spPr>
            <a:xfrm>
              <a:off x="2316275" y="5838794"/>
              <a:ext cx="9540000" cy="648000"/>
            </a:xfrm>
            <a:prstGeom prst="rect">
              <a:avLst/>
            </a:prstGeom>
            <a:noFill/>
            <a:ln w="3175" cap="flat" cmpd="sng" algn="ctr">
              <a:noFill/>
              <a:prstDash val="solid"/>
              <a:miter lim="800000"/>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3175" cap="flat" cmpd="sng" algn="ctr">
                  <a:solidFill>
                    <a:schemeClr val="bg1">
                      <a:lumMod val="50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spAutoFit/>
            </a:bodyPr>
            <a:lstStyle/>
            <a:p>
              <a:pPr marL="228600" indent="-228600">
                <a:buFont typeface="+mj-lt"/>
                <a:buAutoNum type="arabicPeriod"/>
              </a:pPr>
              <a:r>
                <a:rPr kumimoji="1" lang="ja-JP" altLang="en-US" sz="1200" b="1">
                  <a:solidFill>
                    <a:schemeClr val="tx1"/>
                  </a:solidFill>
                </a:rPr>
                <a:t>最重要指標</a:t>
              </a:r>
              <a:r>
                <a:rPr kumimoji="1" lang="en-US" altLang="ja-JP" sz="1200" b="1">
                  <a:solidFill>
                    <a:schemeClr val="tx1"/>
                  </a:solidFill>
                </a:rPr>
                <a:t>(NSM/KPI)</a:t>
              </a:r>
              <a:r>
                <a:rPr kumimoji="1" lang="ja-JP" altLang="en-US" sz="1200" b="1">
                  <a:solidFill>
                    <a:schemeClr val="tx1"/>
                  </a:solidFill>
                </a:rPr>
                <a:t>：</a:t>
              </a:r>
              <a:r>
                <a:rPr kumimoji="1" lang="ja-JP" altLang="en-US" sz="1200">
                  <a:solidFill>
                    <a:schemeClr val="tx1"/>
                  </a:solidFill>
                </a:rPr>
                <a:t>経済圏拡大を図る最重要指標は何か？（</a:t>
              </a:r>
              <a:r>
                <a:rPr kumimoji="1" lang="en-US" altLang="ja-JP" sz="1200">
                  <a:solidFill>
                    <a:schemeClr val="tx1"/>
                  </a:solidFill>
                </a:rPr>
                <a:t>MAU</a:t>
              </a:r>
              <a:r>
                <a:rPr lang="ja-JP" altLang="en-US" sz="1200">
                  <a:solidFill>
                    <a:schemeClr val="tx1"/>
                  </a:solidFill>
                </a:rPr>
                <a:t>・クロスユース率・総決済額等）</a:t>
              </a:r>
              <a:endParaRPr lang="en-US" altLang="ja-JP" sz="1200">
                <a:solidFill>
                  <a:schemeClr val="tx1"/>
                </a:solidFill>
              </a:endParaRPr>
            </a:p>
            <a:p>
              <a:pPr marL="228600" indent="-228600">
                <a:buFont typeface="+mj-lt"/>
                <a:buAutoNum type="arabicPeriod"/>
              </a:pPr>
              <a:r>
                <a:rPr kumimoji="1" lang="ja-JP" altLang="en-US" sz="1200" b="1">
                  <a:solidFill>
                    <a:schemeClr val="tx1"/>
                  </a:solidFill>
                </a:rPr>
                <a:t>データ利活用ポリシー</a:t>
              </a:r>
              <a:r>
                <a:rPr kumimoji="1" lang="ja-JP" altLang="en-US" sz="1200">
                  <a:solidFill>
                    <a:schemeClr val="tx1"/>
                  </a:solidFill>
                </a:rPr>
                <a:t>：個別サービスが得たユーザーデータを、どこまで</a:t>
              </a:r>
              <a:r>
                <a:rPr kumimoji="1" lang="en-US" altLang="ja-JP" sz="1200" err="1">
                  <a:solidFill>
                    <a:schemeClr val="tx1"/>
                  </a:solidFill>
                </a:rPr>
                <a:t>Suica</a:t>
              </a:r>
              <a:r>
                <a:rPr kumimoji="1" lang="ja-JP" altLang="en-US" sz="1200">
                  <a:solidFill>
                    <a:schemeClr val="tx1"/>
                  </a:solidFill>
                </a:rPr>
                <a:t>経済圏の中やクライアント向けサービスで</a:t>
              </a:r>
              <a:br>
                <a:rPr kumimoji="1" lang="en-US" altLang="ja-JP" sz="1200">
                  <a:solidFill>
                    <a:schemeClr val="tx1"/>
                  </a:solidFill>
                </a:rPr>
              </a:br>
              <a:r>
                <a:rPr kumimoji="1" lang="ja-JP" altLang="en-US" sz="1200">
                  <a:solidFill>
                    <a:schemeClr val="tx1"/>
                  </a:solidFill>
                </a:rPr>
                <a:t>利用するか？どのようにガバナンスしていくか？（プライバシーセンターの要否等）</a:t>
              </a:r>
              <a:endParaRPr kumimoji="1" lang="en-US" altLang="ja-JP" sz="1200">
                <a:solidFill>
                  <a:schemeClr val="tx1"/>
                </a:solidFill>
              </a:endParaRPr>
            </a:p>
          </p:txBody>
        </p:sp>
        <p:sp>
          <p:nvSpPr>
            <p:cNvPr id="25" name="楕円 24">
              <a:extLst>
                <a:ext uri="{FF2B5EF4-FFF2-40B4-BE49-F238E27FC236}">
                  <a16:creationId xmlns:a16="http://schemas.microsoft.com/office/drawing/2014/main" id="{6B7D2E54-3B2C-7D8C-8B1B-089C46BBE5C2}"/>
                </a:ext>
              </a:extLst>
            </p:cNvPr>
            <p:cNvSpPr/>
            <p:nvPr/>
          </p:nvSpPr>
          <p:spPr>
            <a:xfrm>
              <a:off x="193608" y="6018794"/>
              <a:ext cx="288000" cy="288000"/>
            </a:xfrm>
            <a:prstGeom prst="ellipse">
              <a:avLst/>
            </a:prstGeom>
            <a:solidFill>
              <a:srgbClr val="3B8B42"/>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b="1">
                  <a:solidFill>
                    <a:srgbClr val="FFFFFF"/>
                  </a:solidFill>
                  <a:latin typeface="Arial" panose="020B0604020202020204" pitchFamily="34" charset="0"/>
                </a:rPr>
                <a:t>5</a:t>
              </a:r>
              <a:endParaRPr lang="ja-JP" altLang="en-US" sz="1200" b="1">
                <a:solidFill>
                  <a:srgbClr val="FFFFFF"/>
                </a:solidFill>
                <a:latin typeface="Arial" panose="020B0604020202020204" pitchFamily="34" charset="0"/>
              </a:endParaRPr>
            </a:p>
          </p:txBody>
        </p:sp>
      </p:grpSp>
      <p:cxnSp>
        <p:nvCxnSpPr>
          <p:cNvPr id="27" name="直線コネクタ 26">
            <a:extLst>
              <a:ext uri="{FF2B5EF4-FFF2-40B4-BE49-F238E27FC236}">
                <a16:creationId xmlns:a16="http://schemas.microsoft.com/office/drawing/2014/main" id="{0C2BC924-7D3D-5B3F-529D-42386179F6BA}"/>
              </a:ext>
            </a:extLst>
          </p:cNvPr>
          <p:cNvCxnSpPr/>
          <p:nvPr/>
        </p:nvCxnSpPr>
        <p:spPr>
          <a:xfrm>
            <a:off x="2133297" y="2782477"/>
            <a:ext cx="9720000" cy="0"/>
          </a:xfrm>
          <a:prstGeom prst="line">
            <a:avLst/>
          </a:prstGeom>
          <a:ln cmpd="sng">
            <a:solidFill>
              <a:srgbClr val="7F7F7F"/>
            </a:solidFill>
            <a:prstDash val="dash"/>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B96FA9C2-CFF6-E7E3-2B19-10E819272B2C}"/>
              </a:ext>
            </a:extLst>
          </p:cNvPr>
          <p:cNvCxnSpPr/>
          <p:nvPr/>
        </p:nvCxnSpPr>
        <p:spPr>
          <a:xfrm>
            <a:off x="2133297" y="3932702"/>
            <a:ext cx="9720000" cy="0"/>
          </a:xfrm>
          <a:prstGeom prst="line">
            <a:avLst/>
          </a:prstGeom>
          <a:ln cmpd="sng">
            <a:solidFill>
              <a:srgbClr val="7F7F7F"/>
            </a:solidFill>
            <a:prstDash val="dash"/>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0DD1AE16-657C-5039-60C9-109053C02104}"/>
              </a:ext>
            </a:extLst>
          </p:cNvPr>
          <p:cNvCxnSpPr/>
          <p:nvPr/>
        </p:nvCxnSpPr>
        <p:spPr>
          <a:xfrm>
            <a:off x="2133297" y="5082927"/>
            <a:ext cx="9720000" cy="0"/>
          </a:xfrm>
          <a:prstGeom prst="line">
            <a:avLst/>
          </a:prstGeom>
          <a:ln cmpd="sng">
            <a:solidFill>
              <a:srgbClr val="7F7F7F"/>
            </a:solidFill>
            <a:prstDash val="dash"/>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823877F0-FB93-C2BC-877C-D7A1CE8AA3D3}"/>
              </a:ext>
            </a:extLst>
          </p:cNvPr>
          <p:cNvCxnSpPr/>
          <p:nvPr/>
        </p:nvCxnSpPr>
        <p:spPr>
          <a:xfrm>
            <a:off x="2133297" y="5801152"/>
            <a:ext cx="9720000" cy="0"/>
          </a:xfrm>
          <a:prstGeom prst="line">
            <a:avLst/>
          </a:prstGeom>
          <a:ln cmpd="sng">
            <a:solidFill>
              <a:srgbClr val="7F7F7F"/>
            </a:solidFill>
            <a:prstDash val="dash"/>
          </a:ln>
        </p:spPr>
        <p:style>
          <a:lnRef idx="1">
            <a:schemeClr val="accent1"/>
          </a:lnRef>
          <a:fillRef idx="0">
            <a:schemeClr val="accent1"/>
          </a:fillRef>
          <a:effectRef idx="0">
            <a:schemeClr val="accent1"/>
          </a:effectRef>
          <a:fontRef idx="minor">
            <a:schemeClr val="tx1"/>
          </a:fontRef>
        </p:style>
      </p:cxnSp>
      <p:grpSp>
        <p:nvGrpSpPr>
          <p:cNvPr id="37" name="Sticker">
            <a:extLst>
              <a:ext uri="{FF2B5EF4-FFF2-40B4-BE49-F238E27FC236}">
                <a16:creationId xmlns:a16="http://schemas.microsoft.com/office/drawing/2014/main" id="{5D395239-3D9B-D2A0-137A-FDF3FE988E51}"/>
              </a:ext>
            </a:extLst>
          </p:cNvPr>
          <p:cNvGrpSpPr/>
          <p:nvPr/>
        </p:nvGrpSpPr>
        <p:grpSpPr>
          <a:xfrm>
            <a:off x="11048500" y="63500"/>
            <a:ext cx="1080000" cy="297962"/>
            <a:chOff x="11048500" y="63500"/>
            <a:chExt cx="1080000" cy="297962"/>
          </a:xfrm>
        </p:grpSpPr>
        <p:sp>
          <p:nvSpPr>
            <p:cNvPr id="34" name="Sticker">
              <a:extLst>
                <a:ext uri="{FF2B5EF4-FFF2-40B4-BE49-F238E27FC236}">
                  <a16:creationId xmlns:a16="http://schemas.microsoft.com/office/drawing/2014/main" id="{65DF6EF8-59AC-7AF1-0162-698E33E9FBF4}"/>
                </a:ext>
              </a:extLst>
            </p:cNvPr>
            <p:cNvSpPr/>
            <p:nvPr/>
          </p:nvSpPr>
          <p:spPr>
            <a:xfrm>
              <a:off x="11048500" y="63500"/>
              <a:ext cx="1080000" cy="297962"/>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36000" tIns="36000" rIns="36000" bIns="36000" rtlCol="0" anchor="ctr">
              <a:noAutofit/>
            </a:bodyPr>
            <a:lstStyle/>
            <a:p>
              <a:pPr algn="ctr"/>
              <a:r>
                <a:rPr kumimoji="1" lang="en-US" altLang="ja-JP" sz="1400" b="1">
                  <a:solidFill>
                    <a:srgbClr val="000000"/>
                  </a:solidFill>
                  <a:latin typeface="Rakuten Sans"/>
                  <a:ea typeface="メイリオ" panose="020B0604030504040204" pitchFamily="50" charset="-128"/>
                </a:rPr>
                <a:t>Draft</a:t>
              </a:r>
              <a:endParaRPr kumimoji="1" lang="ja-JP" altLang="en-US" sz="1400" b="1">
                <a:solidFill>
                  <a:srgbClr val="000000"/>
                </a:solidFill>
                <a:latin typeface="Rakuten Sans"/>
                <a:ea typeface="メイリオ" panose="020B0604030504040204" pitchFamily="50" charset="-128"/>
              </a:endParaRPr>
            </a:p>
          </p:txBody>
        </p:sp>
        <p:cxnSp>
          <p:nvCxnSpPr>
            <p:cNvPr id="35" name="Sticker">
              <a:extLst>
                <a:ext uri="{FF2B5EF4-FFF2-40B4-BE49-F238E27FC236}">
                  <a16:creationId xmlns:a16="http://schemas.microsoft.com/office/drawing/2014/main" id="{4D807D08-1361-5C06-F706-23DDAE1787F7}"/>
                </a:ext>
              </a:extLst>
            </p:cNvPr>
            <p:cNvCxnSpPr/>
            <p:nvPr/>
          </p:nvCxnSpPr>
          <p:spPr>
            <a:xfrm>
              <a:off x="11048500" y="63500"/>
              <a:ext cx="1080000" cy="0"/>
            </a:xfrm>
            <a:prstGeom prst="line">
              <a:avLst/>
            </a:prstGeom>
            <a:ln w="6350" cmpd="sng">
              <a:solidFill>
                <a:srgbClr val="000000"/>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36" name="Sticker">
              <a:extLst>
                <a:ext uri="{FF2B5EF4-FFF2-40B4-BE49-F238E27FC236}">
                  <a16:creationId xmlns:a16="http://schemas.microsoft.com/office/drawing/2014/main" id="{4DBB376F-B704-0A0F-A4E7-71F7405A1F32}"/>
                </a:ext>
              </a:extLst>
            </p:cNvPr>
            <p:cNvCxnSpPr/>
            <p:nvPr/>
          </p:nvCxnSpPr>
          <p:spPr>
            <a:xfrm>
              <a:off x="11048500" y="361462"/>
              <a:ext cx="1080000" cy="0"/>
            </a:xfrm>
            <a:prstGeom prst="line">
              <a:avLst/>
            </a:prstGeom>
            <a:ln w="6350" cmpd="sng">
              <a:solidFill>
                <a:srgbClr val="000000"/>
              </a:solidFill>
              <a:prstDash val="solid"/>
              <a:headEnd type="none"/>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798372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6" name="think-cell data - do not delete" hidden="1">
            <a:extLst>
              <a:ext uri="{FF2B5EF4-FFF2-40B4-BE49-F238E27FC236}">
                <a16:creationId xmlns:a16="http://schemas.microsoft.com/office/drawing/2014/main" id="{4239F39C-A5C5-EC8D-6455-6769A1EBEC4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27" imgW="404" imgH="405" progId="TCLayout.ActiveDocument.1">
                  <p:embed/>
                </p:oleObj>
              </mc:Choice>
              <mc:Fallback>
                <p:oleObj name="think-cellスライド" r:id="rId127" imgW="404" imgH="405" progId="TCLayout.ActiveDocument.1">
                  <p:embed/>
                  <p:pic>
                    <p:nvPicPr>
                      <p:cNvPr id="66" name="think-cell data - do not delete" hidden="1">
                        <a:extLst>
                          <a:ext uri="{FF2B5EF4-FFF2-40B4-BE49-F238E27FC236}">
                            <a16:creationId xmlns:a16="http://schemas.microsoft.com/office/drawing/2014/main" id="{4239F39C-A5C5-EC8D-6455-6769A1EBEC4C}"/>
                          </a:ext>
                        </a:extLst>
                      </p:cNvPr>
                      <p:cNvPicPr/>
                      <p:nvPr/>
                    </p:nvPicPr>
                    <p:blipFill>
                      <a:blip r:embed="rId128"/>
                      <a:stretch>
                        <a:fillRect/>
                      </a:stretch>
                    </p:blipFill>
                    <p:spPr>
                      <a:xfrm>
                        <a:off x="1588" y="1588"/>
                        <a:ext cx="1588" cy="1588"/>
                      </a:xfrm>
                      <a:prstGeom prst="rect">
                        <a:avLst/>
                      </a:prstGeom>
                    </p:spPr>
                  </p:pic>
                </p:oleObj>
              </mc:Fallback>
            </mc:AlternateContent>
          </a:graphicData>
        </a:graphic>
      </p:graphicFrame>
      <p:sp>
        <p:nvSpPr>
          <p:cNvPr id="3" name="テキスト プレースホルダー 2">
            <a:extLst>
              <a:ext uri="{FF2B5EF4-FFF2-40B4-BE49-F238E27FC236}">
                <a16:creationId xmlns:a16="http://schemas.microsoft.com/office/drawing/2014/main" id="{52EC8E01-A919-A7FE-7BF1-613EA62D4F9D}"/>
              </a:ext>
            </a:extLst>
          </p:cNvPr>
          <p:cNvSpPr>
            <a:spLocks noGrp="1"/>
          </p:cNvSpPr>
          <p:nvPr>
            <p:ph type="body" sz="quarter" idx="12"/>
          </p:nvPr>
        </p:nvSpPr>
        <p:spPr/>
        <p:txBody>
          <a:bodyPr/>
          <a:lstStyle/>
          <a:p>
            <a:r>
              <a:rPr kumimoji="1" lang="ja-JP" altLang="en-US" sz="2000"/>
              <a:t>論点カテゴリ別に２～３週間サイクルで検討を進めて行く。</a:t>
            </a:r>
            <a:endParaRPr kumimoji="1" lang="en-US" altLang="ja-JP" sz="2000"/>
          </a:p>
          <a:p>
            <a:r>
              <a:rPr kumimoji="1" lang="ja-JP" altLang="en-US" sz="2000"/>
              <a:t>経営層とのコミュニケーション・タイミングに合わ</a:t>
            </a:r>
            <a:r>
              <a:rPr lang="ja-JP" altLang="en-US" sz="2000"/>
              <a:t>せ、議論内容を段階的に取り纏める</a:t>
            </a:r>
            <a:endParaRPr kumimoji="1" lang="ja-JP" altLang="en-US" sz="2000"/>
          </a:p>
        </p:txBody>
      </p:sp>
      <p:sp>
        <p:nvSpPr>
          <p:cNvPr id="4" name="テキスト プレースホルダー 3">
            <a:extLst>
              <a:ext uri="{FF2B5EF4-FFF2-40B4-BE49-F238E27FC236}">
                <a16:creationId xmlns:a16="http://schemas.microsoft.com/office/drawing/2014/main" id="{94033583-7700-091F-0791-4B20B268235F}"/>
              </a:ext>
            </a:extLst>
          </p:cNvPr>
          <p:cNvSpPr>
            <a:spLocks noGrp="1"/>
          </p:cNvSpPr>
          <p:nvPr>
            <p:ph type="body" sz="quarter" idx="10"/>
          </p:nvPr>
        </p:nvSpPr>
        <p:spPr/>
        <p:txBody>
          <a:bodyPr/>
          <a:lstStyle/>
          <a:p>
            <a:r>
              <a:rPr kumimoji="1" lang="en-US" altLang="ja-JP">
                <a:solidFill>
                  <a:schemeClr val="tx1"/>
                </a:solidFill>
              </a:rPr>
              <a:t>05_</a:t>
            </a:r>
            <a:r>
              <a:rPr kumimoji="1" lang="ja-JP" altLang="en-US">
                <a:solidFill>
                  <a:schemeClr val="tx1"/>
                </a:solidFill>
              </a:rPr>
              <a:t>全体サービス設計のワークプラン</a:t>
            </a:r>
          </a:p>
        </p:txBody>
      </p:sp>
      <p:sp>
        <p:nvSpPr>
          <p:cNvPr id="124" name="正方形/長方形 123">
            <a:extLst>
              <a:ext uri="{FF2B5EF4-FFF2-40B4-BE49-F238E27FC236}">
                <a16:creationId xmlns:a16="http://schemas.microsoft.com/office/drawing/2014/main" id="{7596FE7E-A81D-27BE-AEDD-A09E1243AD7A}"/>
              </a:ext>
            </a:extLst>
          </p:cNvPr>
          <p:cNvSpPr/>
          <p:nvPr>
            <p:custDataLst>
              <p:tags r:id="rId2"/>
            </p:custDataLst>
          </p:nvPr>
        </p:nvSpPr>
        <p:spPr bwMode="auto">
          <a:xfrm>
            <a:off x="342899" y="5995988"/>
            <a:ext cx="11506200" cy="160338"/>
          </a:xfrm>
          <a:prstGeom prst="rect">
            <a:avLst/>
          </a:prstGeom>
          <a:solidFill>
            <a:schemeClr val="hlink"/>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6" name="正方形/長方形 95">
            <a:extLst>
              <a:ext uri="{FF2B5EF4-FFF2-40B4-BE49-F238E27FC236}">
                <a16:creationId xmlns:a16="http://schemas.microsoft.com/office/drawing/2014/main" id="{2231E22D-5E58-D66E-2A17-0C31E1BD620D}"/>
              </a:ext>
            </a:extLst>
          </p:cNvPr>
          <p:cNvSpPr/>
          <p:nvPr>
            <p:custDataLst>
              <p:tags r:id="rId3"/>
            </p:custDataLst>
          </p:nvPr>
        </p:nvSpPr>
        <p:spPr bwMode="auto">
          <a:xfrm>
            <a:off x="342899" y="2293938"/>
            <a:ext cx="11506200" cy="165100"/>
          </a:xfrm>
          <a:prstGeom prst="rect">
            <a:avLst/>
          </a:prstGeom>
          <a:solidFill>
            <a:srgbClr val="D6D7D9"/>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9" name="正方形/長方形 158">
            <a:extLst>
              <a:ext uri="{FF2B5EF4-FFF2-40B4-BE49-F238E27FC236}">
                <a16:creationId xmlns:a16="http://schemas.microsoft.com/office/drawing/2014/main" id="{13F6DF2B-D396-8A01-287D-C9A1915264F6}"/>
              </a:ext>
            </a:extLst>
          </p:cNvPr>
          <p:cNvSpPr/>
          <p:nvPr>
            <p:custDataLst>
              <p:tags r:id="rId4"/>
            </p:custDataLst>
          </p:nvPr>
        </p:nvSpPr>
        <p:spPr bwMode="auto">
          <a:xfrm>
            <a:off x="342899" y="2619375"/>
            <a:ext cx="11506200" cy="160338"/>
          </a:xfrm>
          <a:prstGeom prst="rect">
            <a:avLst/>
          </a:prstGeom>
          <a:solidFill>
            <a:srgbClr val="D6D7D9"/>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9" name="正方形/長方形 78">
            <a:extLst>
              <a:ext uri="{FF2B5EF4-FFF2-40B4-BE49-F238E27FC236}">
                <a16:creationId xmlns:a16="http://schemas.microsoft.com/office/drawing/2014/main" id="{86146AFA-92B1-D832-47DA-EFE29227C8EE}"/>
              </a:ext>
            </a:extLst>
          </p:cNvPr>
          <p:cNvSpPr/>
          <p:nvPr>
            <p:custDataLst>
              <p:tags r:id="rId5"/>
            </p:custDataLst>
          </p:nvPr>
        </p:nvSpPr>
        <p:spPr bwMode="auto">
          <a:xfrm>
            <a:off x="342899" y="4873625"/>
            <a:ext cx="11506200" cy="160338"/>
          </a:xfrm>
          <a:prstGeom prst="rect">
            <a:avLst/>
          </a:prstGeom>
          <a:solidFill>
            <a:schemeClr val="hlink"/>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正方形/長方形 77">
            <a:extLst>
              <a:ext uri="{FF2B5EF4-FFF2-40B4-BE49-F238E27FC236}">
                <a16:creationId xmlns:a16="http://schemas.microsoft.com/office/drawing/2014/main" id="{60A0C1B0-B9DD-6E52-8ECA-DAD7652C8828}"/>
              </a:ext>
            </a:extLst>
          </p:cNvPr>
          <p:cNvSpPr/>
          <p:nvPr>
            <p:custDataLst>
              <p:tags r:id="rId6"/>
            </p:custDataLst>
          </p:nvPr>
        </p:nvSpPr>
        <p:spPr bwMode="auto">
          <a:xfrm>
            <a:off x="342899" y="4392613"/>
            <a:ext cx="11506200" cy="160338"/>
          </a:xfrm>
          <a:prstGeom prst="rect">
            <a:avLst/>
          </a:prstGeom>
          <a:solidFill>
            <a:schemeClr val="hlink"/>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8" name="正方形/長方形 107">
            <a:extLst>
              <a:ext uri="{FF2B5EF4-FFF2-40B4-BE49-F238E27FC236}">
                <a16:creationId xmlns:a16="http://schemas.microsoft.com/office/drawing/2014/main" id="{03E14CAB-161A-EB4C-E6C8-2F4E4094201C}"/>
              </a:ext>
            </a:extLst>
          </p:cNvPr>
          <p:cNvSpPr/>
          <p:nvPr>
            <p:custDataLst>
              <p:tags r:id="rId7"/>
            </p:custDataLst>
          </p:nvPr>
        </p:nvSpPr>
        <p:spPr bwMode="auto">
          <a:xfrm>
            <a:off x="4540250" y="2293939"/>
            <a:ext cx="520700" cy="4187825"/>
          </a:xfrm>
          <a:prstGeom prst="rect">
            <a:avLst/>
          </a:prstGeom>
          <a:solidFill>
            <a:schemeClr val="bg2"/>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正方形/長方形 38">
            <a:extLst>
              <a:ext uri="{FF2B5EF4-FFF2-40B4-BE49-F238E27FC236}">
                <a16:creationId xmlns:a16="http://schemas.microsoft.com/office/drawing/2014/main" id="{CE61C23D-9575-9988-6C7D-F88CB74A81F2}"/>
              </a:ext>
            </a:extLst>
          </p:cNvPr>
          <p:cNvSpPr/>
          <p:nvPr>
            <p:custDataLst>
              <p:tags r:id="rId8"/>
            </p:custDataLst>
          </p:nvPr>
        </p:nvSpPr>
        <p:spPr bwMode="auto">
          <a:xfrm>
            <a:off x="2451099" y="1708150"/>
            <a:ext cx="2312988" cy="195263"/>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17463" rIns="0" bIns="17463" rtlCol="0" anchor="ctr"/>
          <a:lstStyle/>
          <a:p>
            <a:pPr algn="ctr">
              <a:spcBef>
                <a:spcPct val="0"/>
              </a:spcBef>
              <a:spcAft>
                <a:spcPct val="0"/>
              </a:spcAft>
            </a:pPr>
            <a:fld id="{5755E918-5149-4A65-B9AC-6DF118479603}" type="datetime'''''''''''''''''''''2''''0''''''2''''''''''''5'''''''''">
              <a:rPr lang="ja-JP" altLang="en-US" sz="1050" b="1" smtClean="0">
                <a:solidFill>
                  <a:schemeClr val="tx1"/>
                </a:solidFill>
                <a:effectLst/>
              </a:rPr>
              <a:pPr algn="ctr">
                <a:spcBef>
                  <a:spcPct val="0"/>
                </a:spcBef>
                <a:spcAft>
                  <a:spcPct val="0"/>
                </a:spcAft>
              </a:pPr>
              <a:t>2025</a:t>
            </a:fld>
            <a:endParaRPr kumimoji="1" lang="ja-JP" altLang="en-US" sz="1050" b="1">
              <a:solidFill>
                <a:schemeClr val="tx1"/>
              </a:solidFill>
            </a:endParaRPr>
          </a:p>
        </p:txBody>
      </p:sp>
      <p:sp>
        <p:nvSpPr>
          <p:cNvPr id="40" name="正方形/長方形 39">
            <a:extLst>
              <a:ext uri="{FF2B5EF4-FFF2-40B4-BE49-F238E27FC236}">
                <a16:creationId xmlns:a16="http://schemas.microsoft.com/office/drawing/2014/main" id="{D48BF5DB-29C4-FFB1-9FC1-D9D1AA1588C0}"/>
              </a:ext>
            </a:extLst>
          </p:cNvPr>
          <p:cNvSpPr/>
          <p:nvPr>
            <p:custDataLst>
              <p:tags r:id="rId9"/>
            </p:custDataLst>
          </p:nvPr>
        </p:nvSpPr>
        <p:spPr bwMode="auto">
          <a:xfrm>
            <a:off x="4764088" y="1708150"/>
            <a:ext cx="7085013" cy="195263"/>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17463" rIns="0" bIns="17463" rtlCol="0" anchor="ctr"/>
          <a:lstStyle/>
          <a:p>
            <a:pPr algn="ctr">
              <a:spcBef>
                <a:spcPct val="0"/>
              </a:spcBef>
              <a:spcAft>
                <a:spcPct val="0"/>
              </a:spcAft>
            </a:pPr>
            <a:fld id="{CC61E6F6-0C19-4637-AF40-A32DC5507D07}" type="datetime'''''''''''''''''''''''''2''''''''0''''2''''''''''''''6'''''">
              <a:rPr lang="ja-JP" altLang="en-US" sz="1050" b="1" smtClean="0">
                <a:solidFill>
                  <a:schemeClr val="tx1"/>
                </a:solidFill>
              </a:rPr>
              <a:pPr algn="ctr">
                <a:spcBef>
                  <a:spcPct val="0"/>
                </a:spcBef>
                <a:spcAft>
                  <a:spcPct val="0"/>
                </a:spcAft>
              </a:pPr>
              <a:t>2026</a:t>
            </a:fld>
            <a:endParaRPr kumimoji="1" lang="ja-JP" altLang="en-US" sz="1050" b="1">
              <a:solidFill>
                <a:schemeClr val="tx1"/>
              </a:solidFill>
            </a:endParaRPr>
          </a:p>
        </p:txBody>
      </p:sp>
      <p:sp>
        <p:nvSpPr>
          <p:cNvPr id="142" name="正方形/長方形 141">
            <a:extLst>
              <a:ext uri="{FF2B5EF4-FFF2-40B4-BE49-F238E27FC236}">
                <a16:creationId xmlns:a16="http://schemas.microsoft.com/office/drawing/2014/main" id="{8C1332FC-0535-D7EF-C108-F441373645EE}"/>
              </a:ext>
            </a:extLst>
          </p:cNvPr>
          <p:cNvSpPr/>
          <p:nvPr>
            <p:custDataLst>
              <p:tags r:id="rId10"/>
            </p:custDataLst>
          </p:nvPr>
        </p:nvSpPr>
        <p:spPr bwMode="auto">
          <a:xfrm>
            <a:off x="2451099" y="1903413"/>
            <a:ext cx="2312988" cy="195263"/>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17463" rIns="0" bIns="17463" rtlCol="0" anchor="ctr"/>
          <a:lstStyle/>
          <a:p>
            <a:pPr algn="ctr">
              <a:spcBef>
                <a:spcPct val="0"/>
              </a:spcBef>
              <a:spcAft>
                <a:spcPct val="0"/>
              </a:spcAft>
            </a:pPr>
            <a:fld id="{70AA0A57-62A0-40ED-814D-0DD8E86BF0B1}" type="datetime'1''''''''''''''''''''''''''''''''''''''''2''''月'''''''''">
              <a:rPr lang="ja-JP" altLang="en-US" sz="1050" b="1" smtClean="0">
                <a:solidFill>
                  <a:schemeClr val="tx1"/>
                </a:solidFill>
                <a:effectLst/>
              </a:rPr>
              <a:pPr algn="ctr">
                <a:spcBef>
                  <a:spcPct val="0"/>
                </a:spcBef>
                <a:spcAft>
                  <a:spcPct val="0"/>
                </a:spcAft>
              </a:pPr>
              <a:t>12月</a:t>
            </a:fld>
            <a:endParaRPr kumimoji="1" lang="ja-JP" altLang="en-US" sz="1050" b="1">
              <a:solidFill>
                <a:schemeClr val="tx1"/>
              </a:solidFill>
            </a:endParaRPr>
          </a:p>
        </p:txBody>
      </p:sp>
      <p:sp>
        <p:nvSpPr>
          <p:cNvPr id="144" name="正方形/長方形 143">
            <a:extLst>
              <a:ext uri="{FF2B5EF4-FFF2-40B4-BE49-F238E27FC236}">
                <a16:creationId xmlns:a16="http://schemas.microsoft.com/office/drawing/2014/main" id="{C68EDD1B-EF0F-BFF2-4B09-FCC9EC8988B5}"/>
              </a:ext>
            </a:extLst>
          </p:cNvPr>
          <p:cNvSpPr/>
          <p:nvPr>
            <p:custDataLst>
              <p:tags r:id="rId11"/>
            </p:custDataLst>
          </p:nvPr>
        </p:nvSpPr>
        <p:spPr bwMode="auto">
          <a:xfrm>
            <a:off x="4764087" y="1903413"/>
            <a:ext cx="2311400" cy="195263"/>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17463" rIns="0" bIns="17463" rtlCol="0" anchor="ctr"/>
          <a:lstStyle/>
          <a:p>
            <a:pPr algn="ctr">
              <a:spcBef>
                <a:spcPct val="0"/>
              </a:spcBef>
              <a:spcAft>
                <a:spcPct val="0"/>
              </a:spcAft>
            </a:pPr>
            <a:fld id="{2AF38DFE-AFF4-4AFB-B842-F59B165A49E4}" type="datetime'''''''''1''''''''''月'''''''''''''">
              <a:rPr lang="ja-JP" altLang="en-US" sz="1050" b="1" smtClean="0">
                <a:solidFill>
                  <a:schemeClr val="tx1"/>
                </a:solidFill>
                <a:effectLst/>
              </a:rPr>
              <a:pPr algn="ctr">
                <a:spcBef>
                  <a:spcPct val="0"/>
                </a:spcBef>
                <a:spcAft>
                  <a:spcPct val="0"/>
                </a:spcAft>
              </a:pPr>
              <a:t>1月</a:t>
            </a:fld>
            <a:endParaRPr kumimoji="1" lang="ja-JP" altLang="en-US" sz="1050" b="1">
              <a:solidFill>
                <a:schemeClr val="tx1"/>
              </a:solidFill>
            </a:endParaRPr>
          </a:p>
        </p:txBody>
      </p:sp>
      <p:sp>
        <p:nvSpPr>
          <p:cNvPr id="145" name="正方形/長方形 144">
            <a:extLst>
              <a:ext uri="{FF2B5EF4-FFF2-40B4-BE49-F238E27FC236}">
                <a16:creationId xmlns:a16="http://schemas.microsoft.com/office/drawing/2014/main" id="{EB9AF8A8-A66B-8890-E60F-592EE728CAE2}"/>
              </a:ext>
            </a:extLst>
          </p:cNvPr>
          <p:cNvSpPr/>
          <p:nvPr>
            <p:custDataLst>
              <p:tags r:id="rId12"/>
            </p:custDataLst>
          </p:nvPr>
        </p:nvSpPr>
        <p:spPr bwMode="auto">
          <a:xfrm>
            <a:off x="7075487" y="1903413"/>
            <a:ext cx="2089150" cy="195263"/>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17463" rIns="0" bIns="17463" rtlCol="0" anchor="ctr"/>
          <a:lstStyle/>
          <a:p>
            <a:pPr algn="ctr">
              <a:spcBef>
                <a:spcPct val="0"/>
              </a:spcBef>
              <a:spcAft>
                <a:spcPct val="0"/>
              </a:spcAft>
            </a:pPr>
            <a:fld id="{505FA70B-716F-45B0-926B-BA872461A28C}" type="datetime'''''2''''''''''''''''''''月'''''''''''''''''''''''''''''''''''">
              <a:rPr lang="ja-JP" altLang="en-US" sz="1050" b="1" smtClean="0">
                <a:solidFill>
                  <a:schemeClr val="tx1"/>
                </a:solidFill>
                <a:effectLst/>
              </a:rPr>
              <a:pPr algn="ctr">
                <a:spcBef>
                  <a:spcPct val="0"/>
                </a:spcBef>
                <a:spcAft>
                  <a:spcPct val="0"/>
                </a:spcAft>
              </a:pPr>
              <a:t>2月</a:t>
            </a:fld>
            <a:endParaRPr kumimoji="1" lang="ja-JP" altLang="en-US" sz="1050" b="1">
              <a:solidFill>
                <a:schemeClr val="tx1"/>
              </a:solidFill>
            </a:endParaRPr>
          </a:p>
        </p:txBody>
      </p:sp>
      <p:sp>
        <p:nvSpPr>
          <p:cNvPr id="146" name="正方形/長方形 145">
            <a:extLst>
              <a:ext uri="{FF2B5EF4-FFF2-40B4-BE49-F238E27FC236}">
                <a16:creationId xmlns:a16="http://schemas.microsoft.com/office/drawing/2014/main" id="{6B7C8EA1-2F8E-BC5B-45F8-BA3B3E417778}"/>
              </a:ext>
            </a:extLst>
          </p:cNvPr>
          <p:cNvSpPr/>
          <p:nvPr>
            <p:custDataLst>
              <p:tags r:id="rId13"/>
            </p:custDataLst>
          </p:nvPr>
        </p:nvSpPr>
        <p:spPr bwMode="auto">
          <a:xfrm>
            <a:off x="9164637" y="1903413"/>
            <a:ext cx="2311400" cy="195263"/>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17463" rIns="0" bIns="17463" rtlCol="0" anchor="ctr"/>
          <a:lstStyle/>
          <a:p>
            <a:pPr algn="ctr">
              <a:spcBef>
                <a:spcPct val="0"/>
              </a:spcBef>
              <a:spcAft>
                <a:spcPct val="0"/>
              </a:spcAft>
            </a:pPr>
            <a:fld id="{AE1C8D00-597A-41B9-B702-D329176131DE}" type="datetime'3月'''''''''''''''''''''''">
              <a:rPr lang="ja-JP" altLang="en-US" sz="1050" b="1" smtClean="0">
                <a:solidFill>
                  <a:schemeClr val="tx1"/>
                </a:solidFill>
                <a:effectLst/>
              </a:rPr>
              <a:pPr algn="ctr">
                <a:spcBef>
                  <a:spcPct val="0"/>
                </a:spcBef>
                <a:spcAft>
                  <a:spcPct val="0"/>
                </a:spcAft>
              </a:pPr>
              <a:t>3月</a:t>
            </a:fld>
            <a:endParaRPr kumimoji="1" lang="ja-JP" altLang="en-US" sz="1050" b="1">
              <a:solidFill>
                <a:schemeClr val="tx1"/>
              </a:solidFill>
            </a:endParaRPr>
          </a:p>
        </p:txBody>
      </p:sp>
      <p:sp>
        <p:nvSpPr>
          <p:cNvPr id="176" name="正方形/長方形 175">
            <a:extLst>
              <a:ext uri="{FF2B5EF4-FFF2-40B4-BE49-F238E27FC236}">
                <a16:creationId xmlns:a16="http://schemas.microsoft.com/office/drawing/2014/main" id="{EDE16918-589F-A8F5-22DD-FD5247183EAA}"/>
              </a:ext>
            </a:extLst>
          </p:cNvPr>
          <p:cNvSpPr/>
          <p:nvPr>
            <p:custDataLst>
              <p:tags r:id="rId14"/>
            </p:custDataLst>
          </p:nvPr>
        </p:nvSpPr>
        <p:spPr bwMode="auto">
          <a:xfrm>
            <a:off x="11476038" y="1903413"/>
            <a:ext cx="373063" cy="195263"/>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17463" rIns="0" bIns="17463" rtlCol="0" anchor="ctr"/>
          <a:lstStyle/>
          <a:p>
            <a:pPr algn="ctr">
              <a:spcBef>
                <a:spcPct val="0"/>
              </a:spcBef>
              <a:spcAft>
                <a:spcPct val="0"/>
              </a:spcAft>
            </a:pPr>
            <a:fld id="{8B5C680B-C5F2-4AC0-963E-EEB0F2F72B9B}" type="datetime'''''''''''''''''''''''''4''''''''''月'''''''''''''''''">
              <a:rPr lang="ja-JP" altLang="en-US" sz="1050" b="1" smtClean="0">
                <a:solidFill>
                  <a:schemeClr val="tx1"/>
                </a:solidFill>
              </a:rPr>
              <a:pPr algn="ctr">
                <a:spcBef>
                  <a:spcPct val="0"/>
                </a:spcBef>
                <a:spcAft>
                  <a:spcPct val="0"/>
                </a:spcAft>
              </a:pPr>
              <a:t>4月</a:t>
            </a:fld>
            <a:endParaRPr kumimoji="1" lang="ja-JP" altLang="en-US" sz="1050" b="1">
              <a:solidFill>
                <a:schemeClr val="tx1"/>
              </a:solidFill>
            </a:endParaRPr>
          </a:p>
        </p:txBody>
      </p:sp>
      <p:sp>
        <p:nvSpPr>
          <p:cNvPr id="23" name="正方形/長方形 22">
            <a:extLst>
              <a:ext uri="{FF2B5EF4-FFF2-40B4-BE49-F238E27FC236}">
                <a16:creationId xmlns:a16="http://schemas.microsoft.com/office/drawing/2014/main" id="{D53484C6-0E0A-67E2-7A60-90CCB7A35A79}"/>
              </a:ext>
            </a:extLst>
          </p:cNvPr>
          <p:cNvSpPr/>
          <p:nvPr>
            <p:custDataLst>
              <p:tags r:id="rId15"/>
            </p:custDataLst>
          </p:nvPr>
        </p:nvSpPr>
        <p:spPr bwMode="auto">
          <a:xfrm>
            <a:off x="2451100" y="2098675"/>
            <a:ext cx="522288" cy="195263"/>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17463" rIns="0" bIns="17463" rtlCol="0" anchor="ctr"/>
          <a:lstStyle/>
          <a:p>
            <a:pPr algn="ctr">
              <a:spcBef>
                <a:spcPct val="0"/>
              </a:spcBef>
              <a:spcAft>
                <a:spcPct val="0"/>
              </a:spcAft>
            </a:pPr>
            <a:fld id="{4C86E8FD-0628-4359-9AAC-07ACB8E6A7C5}" type="datetime'''''''''0''''''''''''''''''''''''''''''''1'''''''''''''''''''">
              <a:rPr lang="ja-JP" altLang="en-US" sz="1050" b="1" smtClean="0">
                <a:solidFill>
                  <a:schemeClr val="tx1"/>
                </a:solidFill>
                <a:effectLst/>
              </a:rPr>
              <a:pPr algn="ctr">
                <a:spcBef>
                  <a:spcPct val="0"/>
                </a:spcBef>
                <a:spcAft>
                  <a:spcPct val="0"/>
                </a:spcAft>
              </a:pPr>
              <a:t>01</a:t>
            </a:fld>
            <a:endParaRPr kumimoji="1" lang="ja-JP" altLang="en-US" sz="1050" b="1">
              <a:solidFill>
                <a:schemeClr val="tx1"/>
              </a:solidFill>
            </a:endParaRPr>
          </a:p>
        </p:txBody>
      </p:sp>
      <p:sp>
        <p:nvSpPr>
          <p:cNvPr id="24" name="正方形/長方形 23">
            <a:extLst>
              <a:ext uri="{FF2B5EF4-FFF2-40B4-BE49-F238E27FC236}">
                <a16:creationId xmlns:a16="http://schemas.microsoft.com/office/drawing/2014/main" id="{11677C17-8D05-0AE8-027E-AE0D7FE5C6AC}"/>
              </a:ext>
            </a:extLst>
          </p:cNvPr>
          <p:cNvSpPr/>
          <p:nvPr>
            <p:custDataLst>
              <p:tags r:id="rId16"/>
            </p:custDataLst>
          </p:nvPr>
        </p:nvSpPr>
        <p:spPr bwMode="auto">
          <a:xfrm>
            <a:off x="2973388" y="2098675"/>
            <a:ext cx="522288" cy="195263"/>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17463" rIns="0" bIns="17463" rtlCol="0" anchor="ctr"/>
          <a:lstStyle/>
          <a:p>
            <a:pPr algn="ctr">
              <a:spcBef>
                <a:spcPct val="0"/>
              </a:spcBef>
              <a:spcAft>
                <a:spcPct val="0"/>
              </a:spcAft>
            </a:pPr>
            <a:fld id="{2425ACAB-0FA0-4A17-BCB2-C79FA9AE4B06}" type="datetime'''''''''08'''''''''''''''">
              <a:rPr lang="ja-JP" altLang="en-US" sz="1050" b="1" smtClean="0">
                <a:solidFill>
                  <a:schemeClr val="tx1"/>
                </a:solidFill>
              </a:rPr>
              <a:pPr algn="ctr">
                <a:spcBef>
                  <a:spcPct val="0"/>
                </a:spcBef>
                <a:spcAft>
                  <a:spcPct val="0"/>
                </a:spcAft>
              </a:pPr>
              <a:t>08</a:t>
            </a:fld>
            <a:endParaRPr kumimoji="1" lang="ja-JP" altLang="en-US" sz="1050" b="1">
              <a:solidFill>
                <a:schemeClr val="tx1"/>
              </a:solidFill>
            </a:endParaRPr>
          </a:p>
        </p:txBody>
      </p:sp>
      <p:sp>
        <p:nvSpPr>
          <p:cNvPr id="25" name="正方形/長方形 24">
            <a:extLst>
              <a:ext uri="{FF2B5EF4-FFF2-40B4-BE49-F238E27FC236}">
                <a16:creationId xmlns:a16="http://schemas.microsoft.com/office/drawing/2014/main" id="{9028955D-C931-BE97-425B-1F7350609C7F}"/>
              </a:ext>
            </a:extLst>
          </p:cNvPr>
          <p:cNvSpPr/>
          <p:nvPr>
            <p:custDataLst>
              <p:tags r:id="rId17"/>
            </p:custDataLst>
          </p:nvPr>
        </p:nvSpPr>
        <p:spPr bwMode="auto">
          <a:xfrm>
            <a:off x="3495675" y="2098675"/>
            <a:ext cx="522288" cy="195263"/>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17463" rIns="0" bIns="17463" rtlCol="0" anchor="ctr"/>
          <a:lstStyle/>
          <a:p>
            <a:pPr algn="ctr">
              <a:spcBef>
                <a:spcPct val="0"/>
              </a:spcBef>
              <a:spcAft>
                <a:spcPct val="0"/>
              </a:spcAft>
            </a:pPr>
            <a:fld id="{092BB80E-8566-4EC3-AD3C-1512F32A9A7B}" type="datetime'''''1''''''''''''''''''''''''5'''''''''''''''''''''''''''''">
              <a:rPr lang="ja-JP" altLang="en-US" sz="1050" b="1" smtClean="0">
                <a:solidFill>
                  <a:schemeClr val="tx1"/>
                </a:solidFill>
              </a:rPr>
              <a:pPr algn="ctr">
                <a:spcBef>
                  <a:spcPct val="0"/>
                </a:spcBef>
                <a:spcAft>
                  <a:spcPct val="0"/>
                </a:spcAft>
              </a:pPr>
              <a:t>15</a:t>
            </a:fld>
            <a:endParaRPr kumimoji="1" lang="ja-JP" altLang="en-US" sz="1050" b="1">
              <a:solidFill>
                <a:schemeClr val="tx1"/>
              </a:solidFill>
            </a:endParaRPr>
          </a:p>
        </p:txBody>
      </p:sp>
      <p:sp>
        <p:nvSpPr>
          <p:cNvPr id="26" name="正方形/長方形 25">
            <a:extLst>
              <a:ext uri="{FF2B5EF4-FFF2-40B4-BE49-F238E27FC236}">
                <a16:creationId xmlns:a16="http://schemas.microsoft.com/office/drawing/2014/main" id="{0831B313-2D67-2C18-0723-9C9547039572}"/>
              </a:ext>
            </a:extLst>
          </p:cNvPr>
          <p:cNvSpPr/>
          <p:nvPr>
            <p:custDataLst>
              <p:tags r:id="rId18"/>
            </p:custDataLst>
          </p:nvPr>
        </p:nvSpPr>
        <p:spPr bwMode="auto">
          <a:xfrm>
            <a:off x="4017963" y="2098675"/>
            <a:ext cx="522288" cy="195263"/>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17463" rIns="0" bIns="17463" rtlCol="0" anchor="ctr"/>
          <a:lstStyle/>
          <a:p>
            <a:pPr algn="ctr">
              <a:spcBef>
                <a:spcPct val="0"/>
              </a:spcBef>
              <a:spcAft>
                <a:spcPct val="0"/>
              </a:spcAft>
            </a:pPr>
            <a:fld id="{162E7DC3-E608-494D-8B22-5D8C157D67C3}" type="datetime'''''''2''''''''''''''''''''''''''''''''''''2'''''">
              <a:rPr lang="ja-JP" altLang="en-US" sz="1050" b="1" smtClean="0">
                <a:solidFill>
                  <a:schemeClr val="tx1"/>
                </a:solidFill>
              </a:rPr>
              <a:pPr algn="ctr">
                <a:spcBef>
                  <a:spcPct val="0"/>
                </a:spcBef>
                <a:spcAft>
                  <a:spcPct val="0"/>
                </a:spcAft>
              </a:pPr>
              <a:t>22</a:t>
            </a:fld>
            <a:endParaRPr kumimoji="1" lang="ja-JP" altLang="en-US" sz="1050" b="1">
              <a:solidFill>
                <a:schemeClr val="tx1"/>
              </a:solidFill>
            </a:endParaRPr>
          </a:p>
        </p:txBody>
      </p:sp>
      <p:sp>
        <p:nvSpPr>
          <p:cNvPr id="27" name="正方形/長方形 26">
            <a:extLst>
              <a:ext uri="{FF2B5EF4-FFF2-40B4-BE49-F238E27FC236}">
                <a16:creationId xmlns:a16="http://schemas.microsoft.com/office/drawing/2014/main" id="{29274170-8914-C18D-A9ED-D88791335DC0}"/>
              </a:ext>
            </a:extLst>
          </p:cNvPr>
          <p:cNvSpPr/>
          <p:nvPr>
            <p:custDataLst>
              <p:tags r:id="rId19"/>
            </p:custDataLst>
          </p:nvPr>
        </p:nvSpPr>
        <p:spPr bwMode="auto">
          <a:xfrm>
            <a:off x="4540250" y="2098675"/>
            <a:ext cx="520700" cy="195263"/>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17463" rIns="0" bIns="17463" rtlCol="0" anchor="ctr"/>
          <a:lstStyle/>
          <a:p>
            <a:pPr algn="ctr">
              <a:spcBef>
                <a:spcPct val="0"/>
              </a:spcBef>
              <a:spcAft>
                <a:spcPct val="0"/>
              </a:spcAft>
            </a:pPr>
            <a:fld id="{12E96953-0DBE-44E2-9DD7-7E23F30DEA97}" type="datetime'''''''2''''''''''''9'''''''''''''''''''''''''''">
              <a:rPr lang="ja-JP" altLang="en-US" sz="1050" b="1" smtClean="0">
                <a:solidFill>
                  <a:schemeClr val="tx1"/>
                </a:solidFill>
              </a:rPr>
              <a:pPr algn="ctr">
                <a:spcBef>
                  <a:spcPct val="0"/>
                </a:spcBef>
                <a:spcAft>
                  <a:spcPct val="0"/>
                </a:spcAft>
              </a:pPr>
              <a:t>29</a:t>
            </a:fld>
            <a:endParaRPr kumimoji="1" lang="ja-JP" altLang="en-US" sz="1050" b="1">
              <a:solidFill>
                <a:schemeClr val="tx1"/>
              </a:solidFill>
            </a:endParaRPr>
          </a:p>
        </p:txBody>
      </p:sp>
      <p:sp>
        <p:nvSpPr>
          <p:cNvPr id="28" name="正方形/長方形 27">
            <a:extLst>
              <a:ext uri="{FF2B5EF4-FFF2-40B4-BE49-F238E27FC236}">
                <a16:creationId xmlns:a16="http://schemas.microsoft.com/office/drawing/2014/main" id="{EF1E490B-E223-ABA1-7D8B-25067804D87C}"/>
              </a:ext>
            </a:extLst>
          </p:cNvPr>
          <p:cNvSpPr/>
          <p:nvPr>
            <p:custDataLst>
              <p:tags r:id="rId20"/>
            </p:custDataLst>
          </p:nvPr>
        </p:nvSpPr>
        <p:spPr bwMode="auto">
          <a:xfrm>
            <a:off x="5060950" y="2098675"/>
            <a:ext cx="522288" cy="195263"/>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17463" rIns="0" bIns="17463" rtlCol="0" anchor="ctr"/>
          <a:lstStyle/>
          <a:p>
            <a:pPr algn="ctr">
              <a:spcBef>
                <a:spcPct val="0"/>
              </a:spcBef>
              <a:spcAft>
                <a:spcPct val="0"/>
              </a:spcAft>
            </a:pPr>
            <a:fld id="{7FE68FD2-32C9-47C3-BEAC-49864CFB131E}" type="datetime'''''0''''''''''''''''''''''''''''''''''''''''5'''''''">
              <a:rPr lang="ja-JP" altLang="en-US" sz="1050" b="1" smtClean="0">
                <a:solidFill>
                  <a:schemeClr val="tx1"/>
                </a:solidFill>
              </a:rPr>
              <a:pPr algn="ctr">
                <a:spcBef>
                  <a:spcPct val="0"/>
                </a:spcBef>
                <a:spcAft>
                  <a:spcPct val="0"/>
                </a:spcAft>
              </a:pPr>
              <a:t>05</a:t>
            </a:fld>
            <a:endParaRPr kumimoji="1" lang="ja-JP" altLang="en-US" sz="1050" b="1">
              <a:solidFill>
                <a:schemeClr val="tx1"/>
              </a:solidFill>
            </a:endParaRPr>
          </a:p>
        </p:txBody>
      </p:sp>
      <p:sp>
        <p:nvSpPr>
          <p:cNvPr id="29" name="正方形/長方形 28">
            <a:extLst>
              <a:ext uri="{FF2B5EF4-FFF2-40B4-BE49-F238E27FC236}">
                <a16:creationId xmlns:a16="http://schemas.microsoft.com/office/drawing/2014/main" id="{EC652037-0638-33CD-31C4-666F33DC18AB}"/>
              </a:ext>
            </a:extLst>
          </p:cNvPr>
          <p:cNvSpPr/>
          <p:nvPr>
            <p:custDataLst>
              <p:tags r:id="rId21"/>
            </p:custDataLst>
          </p:nvPr>
        </p:nvSpPr>
        <p:spPr bwMode="auto">
          <a:xfrm>
            <a:off x="5583238" y="2098675"/>
            <a:ext cx="522288" cy="195263"/>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17463" rIns="0" bIns="17463" rtlCol="0" anchor="ctr"/>
          <a:lstStyle/>
          <a:p>
            <a:pPr algn="ctr">
              <a:spcBef>
                <a:spcPct val="0"/>
              </a:spcBef>
              <a:spcAft>
                <a:spcPct val="0"/>
              </a:spcAft>
            </a:pPr>
            <a:fld id="{6A90C2D2-FC9C-418C-9567-3219ECEEA9CD}" type="datetime'''''''''''1''''2'''''''''''''''''''''''''''''">
              <a:rPr lang="ja-JP" altLang="en-US" sz="1050" b="1" smtClean="0">
                <a:solidFill>
                  <a:schemeClr val="tx1"/>
                </a:solidFill>
              </a:rPr>
              <a:pPr algn="ctr">
                <a:spcBef>
                  <a:spcPct val="0"/>
                </a:spcBef>
                <a:spcAft>
                  <a:spcPct val="0"/>
                </a:spcAft>
              </a:pPr>
              <a:t>12</a:t>
            </a:fld>
            <a:endParaRPr kumimoji="1" lang="ja-JP" altLang="en-US" sz="1050" b="1">
              <a:solidFill>
                <a:schemeClr val="tx1"/>
              </a:solidFill>
            </a:endParaRPr>
          </a:p>
        </p:txBody>
      </p:sp>
      <p:sp>
        <p:nvSpPr>
          <p:cNvPr id="30" name="正方形/長方形 29">
            <a:extLst>
              <a:ext uri="{FF2B5EF4-FFF2-40B4-BE49-F238E27FC236}">
                <a16:creationId xmlns:a16="http://schemas.microsoft.com/office/drawing/2014/main" id="{50A7EAE5-F642-60CC-9123-E1F6C5FCACB1}"/>
              </a:ext>
            </a:extLst>
          </p:cNvPr>
          <p:cNvSpPr/>
          <p:nvPr>
            <p:custDataLst>
              <p:tags r:id="rId22"/>
            </p:custDataLst>
          </p:nvPr>
        </p:nvSpPr>
        <p:spPr bwMode="auto">
          <a:xfrm>
            <a:off x="6105525" y="2098675"/>
            <a:ext cx="522288" cy="195263"/>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17463" rIns="0" bIns="17463" rtlCol="0" anchor="ctr"/>
          <a:lstStyle/>
          <a:p>
            <a:pPr algn="ctr">
              <a:spcBef>
                <a:spcPct val="0"/>
              </a:spcBef>
              <a:spcAft>
                <a:spcPct val="0"/>
              </a:spcAft>
            </a:pPr>
            <a:fld id="{52969035-3542-4473-975D-5BFAD3D2310F}" type="datetime'''''''''''''''''''''''''''''1''''''''''''''''''''''''''9'''">
              <a:rPr lang="ja-JP" altLang="en-US" sz="1050" b="1" smtClean="0">
                <a:solidFill>
                  <a:schemeClr val="tx1"/>
                </a:solidFill>
              </a:rPr>
              <a:pPr algn="ctr">
                <a:spcBef>
                  <a:spcPct val="0"/>
                </a:spcBef>
                <a:spcAft>
                  <a:spcPct val="0"/>
                </a:spcAft>
              </a:pPr>
              <a:t>19</a:t>
            </a:fld>
            <a:endParaRPr kumimoji="1" lang="ja-JP" altLang="en-US" sz="1050" b="1">
              <a:solidFill>
                <a:schemeClr val="tx1"/>
              </a:solidFill>
            </a:endParaRPr>
          </a:p>
        </p:txBody>
      </p:sp>
      <p:sp>
        <p:nvSpPr>
          <p:cNvPr id="31" name="正方形/長方形 30">
            <a:extLst>
              <a:ext uri="{FF2B5EF4-FFF2-40B4-BE49-F238E27FC236}">
                <a16:creationId xmlns:a16="http://schemas.microsoft.com/office/drawing/2014/main" id="{2381F6DC-9080-55F9-9364-CE43B9E129A9}"/>
              </a:ext>
            </a:extLst>
          </p:cNvPr>
          <p:cNvSpPr/>
          <p:nvPr>
            <p:custDataLst>
              <p:tags r:id="rId23"/>
            </p:custDataLst>
          </p:nvPr>
        </p:nvSpPr>
        <p:spPr bwMode="auto">
          <a:xfrm>
            <a:off x="6627813" y="2098675"/>
            <a:ext cx="522288" cy="195263"/>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17463" rIns="0" bIns="17463" rtlCol="0" anchor="ctr"/>
          <a:lstStyle/>
          <a:p>
            <a:pPr algn="ctr">
              <a:spcBef>
                <a:spcPct val="0"/>
              </a:spcBef>
              <a:spcAft>
                <a:spcPct val="0"/>
              </a:spcAft>
            </a:pPr>
            <a:fld id="{F8B7928F-9D08-4002-B347-76BDB889B5C4}" type="datetime'''''''''''''''''''''''''''''''''''26'''''''''">
              <a:rPr lang="ja-JP" altLang="en-US" sz="1050" b="1" smtClean="0">
                <a:solidFill>
                  <a:schemeClr val="tx1"/>
                </a:solidFill>
              </a:rPr>
              <a:pPr algn="ctr">
                <a:spcBef>
                  <a:spcPct val="0"/>
                </a:spcBef>
                <a:spcAft>
                  <a:spcPct val="0"/>
                </a:spcAft>
              </a:pPr>
              <a:t>26</a:t>
            </a:fld>
            <a:endParaRPr kumimoji="1" lang="ja-JP" altLang="en-US" sz="1050" b="1">
              <a:solidFill>
                <a:schemeClr val="tx1"/>
              </a:solidFill>
            </a:endParaRPr>
          </a:p>
        </p:txBody>
      </p:sp>
      <p:sp>
        <p:nvSpPr>
          <p:cNvPr id="32" name="正方形/長方形 31">
            <a:extLst>
              <a:ext uri="{FF2B5EF4-FFF2-40B4-BE49-F238E27FC236}">
                <a16:creationId xmlns:a16="http://schemas.microsoft.com/office/drawing/2014/main" id="{32BF04CB-72D9-BEFC-2288-851AF4F28B2B}"/>
              </a:ext>
            </a:extLst>
          </p:cNvPr>
          <p:cNvSpPr/>
          <p:nvPr>
            <p:custDataLst>
              <p:tags r:id="rId24"/>
            </p:custDataLst>
          </p:nvPr>
        </p:nvSpPr>
        <p:spPr bwMode="auto">
          <a:xfrm>
            <a:off x="7150100" y="2098675"/>
            <a:ext cx="522288" cy="195263"/>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17463" rIns="0" bIns="17463" rtlCol="0" anchor="ctr"/>
          <a:lstStyle/>
          <a:p>
            <a:pPr algn="ctr">
              <a:spcBef>
                <a:spcPct val="0"/>
              </a:spcBef>
              <a:spcAft>
                <a:spcPct val="0"/>
              </a:spcAft>
            </a:pPr>
            <a:fld id="{422FC4FD-49BD-428A-A925-98D98F1E9809}" type="datetime'''''''''''''''''0''''''''''''''''''2'''''">
              <a:rPr lang="ja-JP" altLang="en-US" sz="1050" b="1" smtClean="0">
                <a:solidFill>
                  <a:schemeClr val="tx1"/>
                </a:solidFill>
              </a:rPr>
              <a:pPr algn="ctr">
                <a:spcBef>
                  <a:spcPct val="0"/>
                </a:spcBef>
                <a:spcAft>
                  <a:spcPct val="0"/>
                </a:spcAft>
              </a:pPr>
              <a:t>02</a:t>
            </a:fld>
            <a:endParaRPr kumimoji="1" lang="ja-JP" altLang="en-US" sz="1050" b="1">
              <a:solidFill>
                <a:schemeClr val="tx1"/>
              </a:solidFill>
            </a:endParaRPr>
          </a:p>
        </p:txBody>
      </p:sp>
      <p:sp>
        <p:nvSpPr>
          <p:cNvPr id="33" name="正方形/長方形 32">
            <a:extLst>
              <a:ext uri="{FF2B5EF4-FFF2-40B4-BE49-F238E27FC236}">
                <a16:creationId xmlns:a16="http://schemas.microsoft.com/office/drawing/2014/main" id="{FAEBCE5B-CAB1-AC37-96BE-82A0B71F0F01}"/>
              </a:ext>
            </a:extLst>
          </p:cNvPr>
          <p:cNvSpPr/>
          <p:nvPr>
            <p:custDataLst>
              <p:tags r:id="rId25"/>
            </p:custDataLst>
          </p:nvPr>
        </p:nvSpPr>
        <p:spPr bwMode="auto">
          <a:xfrm>
            <a:off x="7672388" y="2098675"/>
            <a:ext cx="522288" cy="195263"/>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17463" rIns="0" bIns="17463" rtlCol="0" anchor="ctr"/>
          <a:lstStyle/>
          <a:p>
            <a:pPr algn="ctr">
              <a:spcBef>
                <a:spcPct val="0"/>
              </a:spcBef>
              <a:spcAft>
                <a:spcPct val="0"/>
              </a:spcAft>
            </a:pPr>
            <a:fld id="{5844708A-E8CA-4A57-90BD-027C244081AF}" type="datetime'''''''''0''''9'''''''''''''''''''''''''''">
              <a:rPr lang="ja-JP" altLang="en-US" sz="1050" b="1" smtClean="0">
                <a:solidFill>
                  <a:schemeClr val="tx1"/>
                </a:solidFill>
              </a:rPr>
              <a:pPr algn="ctr">
                <a:spcBef>
                  <a:spcPct val="0"/>
                </a:spcBef>
                <a:spcAft>
                  <a:spcPct val="0"/>
                </a:spcAft>
              </a:pPr>
              <a:t>09</a:t>
            </a:fld>
            <a:endParaRPr kumimoji="1" lang="ja-JP" altLang="en-US" sz="1050" b="1">
              <a:solidFill>
                <a:schemeClr val="tx1"/>
              </a:solidFill>
            </a:endParaRPr>
          </a:p>
        </p:txBody>
      </p:sp>
      <p:sp>
        <p:nvSpPr>
          <p:cNvPr id="34" name="正方形/長方形 33">
            <a:extLst>
              <a:ext uri="{FF2B5EF4-FFF2-40B4-BE49-F238E27FC236}">
                <a16:creationId xmlns:a16="http://schemas.microsoft.com/office/drawing/2014/main" id="{97209425-9DAA-5F6C-9D44-66B91190933B}"/>
              </a:ext>
            </a:extLst>
          </p:cNvPr>
          <p:cNvSpPr/>
          <p:nvPr>
            <p:custDataLst>
              <p:tags r:id="rId26"/>
            </p:custDataLst>
          </p:nvPr>
        </p:nvSpPr>
        <p:spPr bwMode="auto">
          <a:xfrm>
            <a:off x="8194675" y="2098675"/>
            <a:ext cx="522288" cy="195263"/>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17463" rIns="0" bIns="17463" rtlCol="0" anchor="ctr"/>
          <a:lstStyle/>
          <a:p>
            <a:pPr algn="ctr">
              <a:spcBef>
                <a:spcPct val="0"/>
              </a:spcBef>
              <a:spcAft>
                <a:spcPct val="0"/>
              </a:spcAft>
            </a:pPr>
            <a:fld id="{41086AC8-B908-49BF-AF7A-2CE87D11B19F}" type="datetime'''''''''''''''''''''''''''''''''''''1''''''6'''''''">
              <a:rPr lang="ja-JP" altLang="en-US" sz="1050" b="1" smtClean="0">
                <a:solidFill>
                  <a:schemeClr val="tx1"/>
                </a:solidFill>
              </a:rPr>
              <a:pPr algn="ctr">
                <a:spcBef>
                  <a:spcPct val="0"/>
                </a:spcBef>
                <a:spcAft>
                  <a:spcPct val="0"/>
                </a:spcAft>
              </a:pPr>
              <a:t>16</a:t>
            </a:fld>
            <a:endParaRPr kumimoji="1" lang="ja-JP" altLang="en-US" sz="1050" b="1">
              <a:solidFill>
                <a:schemeClr val="tx1"/>
              </a:solidFill>
            </a:endParaRPr>
          </a:p>
        </p:txBody>
      </p:sp>
      <p:sp>
        <p:nvSpPr>
          <p:cNvPr id="35" name="正方形/長方形 34">
            <a:extLst>
              <a:ext uri="{FF2B5EF4-FFF2-40B4-BE49-F238E27FC236}">
                <a16:creationId xmlns:a16="http://schemas.microsoft.com/office/drawing/2014/main" id="{D17D90C4-888E-741B-8FC0-EFC7CF06E09B}"/>
              </a:ext>
            </a:extLst>
          </p:cNvPr>
          <p:cNvSpPr/>
          <p:nvPr>
            <p:custDataLst>
              <p:tags r:id="rId27"/>
            </p:custDataLst>
          </p:nvPr>
        </p:nvSpPr>
        <p:spPr bwMode="auto">
          <a:xfrm>
            <a:off x="8716963" y="2098675"/>
            <a:ext cx="522288" cy="195263"/>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17463" rIns="0" bIns="17463" rtlCol="0" anchor="ctr"/>
          <a:lstStyle/>
          <a:p>
            <a:pPr algn="ctr">
              <a:spcBef>
                <a:spcPct val="0"/>
              </a:spcBef>
              <a:spcAft>
                <a:spcPct val="0"/>
              </a:spcAft>
            </a:pPr>
            <a:fld id="{9D44AB15-9B69-4BFD-94D8-32BA90152647}" type="datetime'''''''23'''''''">
              <a:rPr lang="ja-JP" altLang="en-US" sz="1050" b="1" smtClean="0">
                <a:solidFill>
                  <a:schemeClr val="tx1"/>
                </a:solidFill>
              </a:rPr>
              <a:pPr algn="ctr">
                <a:spcBef>
                  <a:spcPct val="0"/>
                </a:spcBef>
                <a:spcAft>
                  <a:spcPct val="0"/>
                </a:spcAft>
              </a:pPr>
              <a:t>23</a:t>
            </a:fld>
            <a:endParaRPr kumimoji="1" lang="ja-JP" altLang="en-US" sz="1050" b="1">
              <a:solidFill>
                <a:schemeClr val="tx1"/>
              </a:solidFill>
            </a:endParaRPr>
          </a:p>
        </p:txBody>
      </p:sp>
      <p:sp>
        <p:nvSpPr>
          <p:cNvPr id="67" name="正方形/長方形 66">
            <a:extLst>
              <a:ext uri="{FF2B5EF4-FFF2-40B4-BE49-F238E27FC236}">
                <a16:creationId xmlns:a16="http://schemas.microsoft.com/office/drawing/2014/main" id="{A1FC2A37-50F3-796A-6E58-71FEFCAD73DF}"/>
              </a:ext>
            </a:extLst>
          </p:cNvPr>
          <p:cNvSpPr/>
          <p:nvPr>
            <p:custDataLst>
              <p:tags r:id="rId28"/>
            </p:custDataLst>
          </p:nvPr>
        </p:nvSpPr>
        <p:spPr bwMode="auto">
          <a:xfrm>
            <a:off x="9239250" y="2098675"/>
            <a:ext cx="520700" cy="195263"/>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17463" rIns="0" bIns="17463" rtlCol="0" anchor="ctr"/>
          <a:lstStyle/>
          <a:p>
            <a:pPr algn="ctr">
              <a:spcBef>
                <a:spcPct val="0"/>
              </a:spcBef>
              <a:spcAft>
                <a:spcPct val="0"/>
              </a:spcAft>
            </a:pPr>
            <a:fld id="{EB444E60-7FE4-4349-B0D1-DE9C09D18DBB}" type="datetime'''''''''''''''0''''''''''''''''''''''''''''''''''''2'''">
              <a:rPr lang="ja-JP" altLang="en-US" sz="1050" b="1" smtClean="0">
                <a:solidFill>
                  <a:schemeClr val="tx1"/>
                </a:solidFill>
              </a:rPr>
              <a:pPr algn="ctr">
                <a:spcBef>
                  <a:spcPct val="0"/>
                </a:spcBef>
                <a:spcAft>
                  <a:spcPct val="0"/>
                </a:spcAft>
              </a:pPr>
              <a:t>02</a:t>
            </a:fld>
            <a:endParaRPr kumimoji="1" lang="ja-JP" altLang="en-US" sz="1050" b="1">
              <a:solidFill>
                <a:schemeClr val="tx1"/>
              </a:solidFill>
            </a:endParaRPr>
          </a:p>
        </p:txBody>
      </p:sp>
      <p:sp>
        <p:nvSpPr>
          <p:cNvPr id="69" name="正方形/長方形 68">
            <a:extLst>
              <a:ext uri="{FF2B5EF4-FFF2-40B4-BE49-F238E27FC236}">
                <a16:creationId xmlns:a16="http://schemas.microsoft.com/office/drawing/2014/main" id="{05639C2F-207A-64E0-E42C-05FEB4D44530}"/>
              </a:ext>
            </a:extLst>
          </p:cNvPr>
          <p:cNvSpPr/>
          <p:nvPr>
            <p:custDataLst>
              <p:tags r:id="rId29"/>
            </p:custDataLst>
          </p:nvPr>
        </p:nvSpPr>
        <p:spPr bwMode="auto">
          <a:xfrm>
            <a:off x="9759950" y="2098675"/>
            <a:ext cx="522288" cy="195263"/>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17463" rIns="0" bIns="17463" rtlCol="0" anchor="ctr"/>
          <a:lstStyle/>
          <a:p>
            <a:pPr algn="ctr">
              <a:spcBef>
                <a:spcPct val="0"/>
              </a:spcBef>
              <a:spcAft>
                <a:spcPct val="0"/>
              </a:spcAft>
            </a:pPr>
            <a:fld id="{D0BFB9E5-BC3C-48EC-B9DD-4C1D9169B10D}" type="datetime'''''''''''''''''0''''9'''''''''''''''''">
              <a:rPr lang="ja-JP" altLang="en-US" sz="1050" b="1" smtClean="0">
                <a:solidFill>
                  <a:schemeClr val="tx1"/>
                </a:solidFill>
              </a:rPr>
              <a:pPr algn="ctr">
                <a:spcBef>
                  <a:spcPct val="0"/>
                </a:spcBef>
                <a:spcAft>
                  <a:spcPct val="0"/>
                </a:spcAft>
              </a:pPr>
              <a:t>09</a:t>
            </a:fld>
            <a:endParaRPr kumimoji="1" lang="ja-JP" altLang="en-US" sz="1050" b="1">
              <a:solidFill>
                <a:schemeClr val="tx1"/>
              </a:solidFill>
            </a:endParaRPr>
          </a:p>
        </p:txBody>
      </p:sp>
      <p:sp>
        <p:nvSpPr>
          <p:cNvPr id="70" name="正方形/長方形 69">
            <a:extLst>
              <a:ext uri="{FF2B5EF4-FFF2-40B4-BE49-F238E27FC236}">
                <a16:creationId xmlns:a16="http://schemas.microsoft.com/office/drawing/2014/main" id="{F5FFA934-74E6-0E3B-A278-7B5CFB4C2408}"/>
              </a:ext>
            </a:extLst>
          </p:cNvPr>
          <p:cNvSpPr/>
          <p:nvPr>
            <p:custDataLst>
              <p:tags r:id="rId30"/>
            </p:custDataLst>
          </p:nvPr>
        </p:nvSpPr>
        <p:spPr bwMode="auto">
          <a:xfrm>
            <a:off x="10282238" y="2098675"/>
            <a:ext cx="522288" cy="195263"/>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17463" rIns="0" bIns="17463" rtlCol="0" anchor="ctr"/>
          <a:lstStyle/>
          <a:p>
            <a:pPr algn="ctr">
              <a:spcBef>
                <a:spcPct val="0"/>
              </a:spcBef>
              <a:spcAft>
                <a:spcPct val="0"/>
              </a:spcAft>
            </a:pPr>
            <a:fld id="{F312E0FB-FD5E-48BA-8F57-399B3569637C}" type="datetime'''''''''''''''''''''''''''''16'''''''''''''''''''''''''''''">
              <a:rPr lang="ja-JP" altLang="en-US" sz="1050" b="1" smtClean="0">
                <a:solidFill>
                  <a:schemeClr val="tx1"/>
                </a:solidFill>
              </a:rPr>
              <a:pPr algn="ctr">
                <a:spcBef>
                  <a:spcPct val="0"/>
                </a:spcBef>
                <a:spcAft>
                  <a:spcPct val="0"/>
                </a:spcAft>
              </a:pPr>
              <a:t>16</a:t>
            </a:fld>
            <a:endParaRPr kumimoji="1" lang="ja-JP" altLang="en-US" sz="1050" b="1">
              <a:solidFill>
                <a:schemeClr val="tx1"/>
              </a:solidFill>
            </a:endParaRPr>
          </a:p>
        </p:txBody>
      </p:sp>
      <p:sp>
        <p:nvSpPr>
          <p:cNvPr id="71" name="正方形/長方形 70">
            <a:extLst>
              <a:ext uri="{FF2B5EF4-FFF2-40B4-BE49-F238E27FC236}">
                <a16:creationId xmlns:a16="http://schemas.microsoft.com/office/drawing/2014/main" id="{F820B080-FBF9-45A6-7CDA-D6446715104F}"/>
              </a:ext>
            </a:extLst>
          </p:cNvPr>
          <p:cNvSpPr/>
          <p:nvPr>
            <p:custDataLst>
              <p:tags r:id="rId31"/>
            </p:custDataLst>
          </p:nvPr>
        </p:nvSpPr>
        <p:spPr bwMode="auto">
          <a:xfrm>
            <a:off x="10804525" y="2098675"/>
            <a:ext cx="522288" cy="195263"/>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17463" rIns="0" bIns="17463" rtlCol="0" anchor="ctr"/>
          <a:lstStyle/>
          <a:p>
            <a:pPr algn="ctr">
              <a:spcBef>
                <a:spcPct val="0"/>
              </a:spcBef>
              <a:spcAft>
                <a:spcPct val="0"/>
              </a:spcAft>
            </a:pPr>
            <a:fld id="{2BED9348-9504-4E57-9DE8-199792EA2319}" type="datetime'''''''''''2''''''''3'''''''''''''''''''''''''''''''''">
              <a:rPr lang="ja-JP" altLang="en-US" sz="1050" b="1" smtClean="0">
                <a:solidFill>
                  <a:schemeClr val="tx1"/>
                </a:solidFill>
              </a:rPr>
              <a:pPr algn="ctr">
                <a:spcBef>
                  <a:spcPct val="0"/>
                </a:spcBef>
                <a:spcAft>
                  <a:spcPct val="0"/>
                </a:spcAft>
              </a:pPr>
              <a:t>23</a:t>
            </a:fld>
            <a:endParaRPr kumimoji="1" lang="ja-JP" altLang="en-US" sz="1050" b="1">
              <a:solidFill>
                <a:schemeClr val="tx1"/>
              </a:solidFill>
            </a:endParaRPr>
          </a:p>
        </p:txBody>
      </p:sp>
      <p:sp>
        <p:nvSpPr>
          <p:cNvPr id="173" name="正方形/長方形 172">
            <a:extLst>
              <a:ext uri="{FF2B5EF4-FFF2-40B4-BE49-F238E27FC236}">
                <a16:creationId xmlns:a16="http://schemas.microsoft.com/office/drawing/2014/main" id="{97480F70-62EE-08B7-B35B-A53CBCDAE063}"/>
              </a:ext>
            </a:extLst>
          </p:cNvPr>
          <p:cNvSpPr/>
          <p:nvPr>
            <p:custDataLst>
              <p:tags r:id="rId32"/>
            </p:custDataLst>
          </p:nvPr>
        </p:nvSpPr>
        <p:spPr bwMode="auto">
          <a:xfrm>
            <a:off x="11326813" y="2098675"/>
            <a:ext cx="522288" cy="195263"/>
          </a:xfrm>
          <a:prstGeom prst="rect">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17463" rIns="0" bIns="17463" rtlCol="0" anchor="ctr"/>
          <a:lstStyle/>
          <a:p>
            <a:pPr algn="ctr">
              <a:spcBef>
                <a:spcPct val="0"/>
              </a:spcBef>
              <a:spcAft>
                <a:spcPct val="0"/>
              </a:spcAft>
            </a:pPr>
            <a:fld id="{923FF969-8E23-46B6-830C-CEEE779D15A7}" type="datetime'3''''''''0'''''''''''''''''">
              <a:rPr lang="ja-JP" altLang="en-US" sz="1050" b="1" smtClean="0">
                <a:solidFill>
                  <a:schemeClr val="tx1"/>
                </a:solidFill>
              </a:rPr>
              <a:pPr algn="ctr">
                <a:spcBef>
                  <a:spcPct val="0"/>
                </a:spcBef>
                <a:spcAft>
                  <a:spcPct val="0"/>
                </a:spcAft>
              </a:pPr>
              <a:t>30</a:t>
            </a:fld>
            <a:endParaRPr kumimoji="1" lang="ja-JP" altLang="en-US" sz="1050" b="1">
              <a:solidFill>
                <a:schemeClr val="tx1"/>
              </a:solidFill>
            </a:endParaRPr>
          </a:p>
        </p:txBody>
      </p:sp>
      <p:cxnSp>
        <p:nvCxnSpPr>
          <p:cNvPr id="57" name="直線コネクタ 56">
            <a:extLst>
              <a:ext uri="{FF2B5EF4-FFF2-40B4-BE49-F238E27FC236}">
                <a16:creationId xmlns:a16="http://schemas.microsoft.com/office/drawing/2014/main" id="{64051F88-7742-53FA-51BA-E02DD7554951}"/>
              </a:ext>
            </a:extLst>
          </p:cNvPr>
          <p:cNvCxnSpPr/>
          <p:nvPr>
            <p:custDataLst>
              <p:tags r:id="rId33"/>
            </p:custDataLst>
          </p:nvPr>
        </p:nvCxnSpPr>
        <p:spPr bwMode="auto">
          <a:xfrm>
            <a:off x="7150100" y="2293939"/>
            <a:ext cx="0" cy="4187825"/>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8" name="直線コネクタ 57">
            <a:extLst>
              <a:ext uri="{FF2B5EF4-FFF2-40B4-BE49-F238E27FC236}">
                <a16:creationId xmlns:a16="http://schemas.microsoft.com/office/drawing/2014/main" id="{C0E994AF-B12A-79BD-72E4-7BCFEA23882A}"/>
              </a:ext>
            </a:extLst>
          </p:cNvPr>
          <p:cNvCxnSpPr/>
          <p:nvPr>
            <p:custDataLst>
              <p:tags r:id="rId34"/>
            </p:custDataLst>
          </p:nvPr>
        </p:nvCxnSpPr>
        <p:spPr bwMode="auto">
          <a:xfrm>
            <a:off x="7672388" y="2293939"/>
            <a:ext cx="0" cy="4187825"/>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9" name="直線コネクタ 58">
            <a:extLst>
              <a:ext uri="{FF2B5EF4-FFF2-40B4-BE49-F238E27FC236}">
                <a16:creationId xmlns:a16="http://schemas.microsoft.com/office/drawing/2014/main" id="{08D2B464-8F52-D6C1-53DA-1D955A364508}"/>
              </a:ext>
            </a:extLst>
          </p:cNvPr>
          <p:cNvCxnSpPr/>
          <p:nvPr>
            <p:custDataLst>
              <p:tags r:id="rId35"/>
            </p:custDataLst>
          </p:nvPr>
        </p:nvCxnSpPr>
        <p:spPr bwMode="auto">
          <a:xfrm>
            <a:off x="8194675" y="2293939"/>
            <a:ext cx="0" cy="4187825"/>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0" name="直線コネクタ 59">
            <a:extLst>
              <a:ext uri="{FF2B5EF4-FFF2-40B4-BE49-F238E27FC236}">
                <a16:creationId xmlns:a16="http://schemas.microsoft.com/office/drawing/2014/main" id="{E760D940-5D3B-6E68-E252-0A69B405EC10}"/>
              </a:ext>
            </a:extLst>
          </p:cNvPr>
          <p:cNvCxnSpPr/>
          <p:nvPr>
            <p:custDataLst>
              <p:tags r:id="rId36"/>
            </p:custDataLst>
          </p:nvPr>
        </p:nvCxnSpPr>
        <p:spPr bwMode="auto">
          <a:xfrm>
            <a:off x="8716963" y="2293939"/>
            <a:ext cx="0" cy="4187825"/>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4" name="直線コネクタ 73">
            <a:extLst>
              <a:ext uri="{FF2B5EF4-FFF2-40B4-BE49-F238E27FC236}">
                <a16:creationId xmlns:a16="http://schemas.microsoft.com/office/drawing/2014/main" id="{E1993AC0-6557-FFB6-112A-42D02115B384}"/>
              </a:ext>
            </a:extLst>
          </p:cNvPr>
          <p:cNvCxnSpPr/>
          <p:nvPr>
            <p:custDataLst>
              <p:tags r:id="rId37"/>
            </p:custDataLst>
          </p:nvPr>
        </p:nvCxnSpPr>
        <p:spPr bwMode="auto">
          <a:xfrm>
            <a:off x="9239250" y="2293939"/>
            <a:ext cx="0" cy="4187825"/>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5" name="直線コネクタ 74">
            <a:extLst>
              <a:ext uri="{FF2B5EF4-FFF2-40B4-BE49-F238E27FC236}">
                <a16:creationId xmlns:a16="http://schemas.microsoft.com/office/drawing/2014/main" id="{E1EA5FDC-5625-1554-ED6B-F77B1AAE8730}"/>
              </a:ext>
            </a:extLst>
          </p:cNvPr>
          <p:cNvCxnSpPr/>
          <p:nvPr>
            <p:custDataLst>
              <p:tags r:id="rId38"/>
            </p:custDataLst>
          </p:nvPr>
        </p:nvCxnSpPr>
        <p:spPr bwMode="auto">
          <a:xfrm>
            <a:off x="9759950" y="2293939"/>
            <a:ext cx="0" cy="4187825"/>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6" name="直線コネクタ 75">
            <a:extLst>
              <a:ext uri="{FF2B5EF4-FFF2-40B4-BE49-F238E27FC236}">
                <a16:creationId xmlns:a16="http://schemas.microsoft.com/office/drawing/2014/main" id="{6A5C68B5-5679-A363-CDB1-50A4586D3EDD}"/>
              </a:ext>
            </a:extLst>
          </p:cNvPr>
          <p:cNvCxnSpPr/>
          <p:nvPr>
            <p:custDataLst>
              <p:tags r:id="rId39"/>
            </p:custDataLst>
          </p:nvPr>
        </p:nvCxnSpPr>
        <p:spPr bwMode="auto">
          <a:xfrm>
            <a:off x="10282238" y="2293939"/>
            <a:ext cx="0" cy="4187825"/>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7" name="直線コネクタ 76">
            <a:extLst>
              <a:ext uri="{FF2B5EF4-FFF2-40B4-BE49-F238E27FC236}">
                <a16:creationId xmlns:a16="http://schemas.microsoft.com/office/drawing/2014/main" id="{4AF68A3E-FA4F-4E10-E5F0-680992B5A1FD}"/>
              </a:ext>
            </a:extLst>
          </p:cNvPr>
          <p:cNvCxnSpPr/>
          <p:nvPr>
            <p:custDataLst>
              <p:tags r:id="rId40"/>
            </p:custDataLst>
          </p:nvPr>
        </p:nvCxnSpPr>
        <p:spPr bwMode="auto">
          <a:xfrm>
            <a:off x="10804525" y="2293939"/>
            <a:ext cx="0" cy="4187825"/>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5" name="直線コネクタ 174">
            <a:extLst>
              <a:ext uri="{FF2B5EF4-FFF2-40B4-BE49-F238E27FC236}">
                <a16:creationId xmlns:a16="http://schemas.microsoft.com/office/drawing/2014/main" id="{77075270-39BB-85A8-A4B9-472A4B90BB38}"/>
              </a:ext>
            </a:extLst>
          </p:cNvPr>
          <p:cNvCxnSpPr/>
          <p:nvPr>
            <p:custDataLst>
              <p:tags r:id="rId41"/>
            </p:custDataLst>
          </p:nvPr>
        </p:nvCxnSpPr>
        <p:spPr bwMode="auto">
          <a:xfrm>
            <a:off x="11326813" y="2293939"/>
            <a:ext cx="0" cy="4187825"/>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2" name="直線コネクタ 61">
            <a:extLst>
              <a:ext uri="{FF2B5EF4-FFF2-40B4-BE49-F238E27FC236}">
                <a16:creationId xmlns:a16="http://schemas.microsoft.com/office/drawing/2014/main" id="{D849798D-D00D-46DA-469C-D976B20F7519}"/>
              </a:ext>
            </a:extLst>
          </p:cNvPr>
          <p:cNvCxnSpPr/>
          <p:nvPr>
            <p:custDataLst>
              <p:tags r:id="rId42"/>
            </p:custDataLst>
          </p:nvPr>
        </p:nvCxnSpPr>
        <p:spPr bwMode="auto">
          <a:xfrm>
            <a:off x="11849100" y="2293939"/>
            <a:ext cx="0" cy="4187825"/>
          </a:xfrm>
          <a:prstGeom prst="line">
            <a:avLst/>
          </a:prstGeom>
          <a:ln w="952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3" name="直線コネクタ 62">
            <a:extLst>
              <a:ext uri="{FF2B5EF4-FFF2-40B4-BE49-F238E27FC236}">
                <a16:creationId xmlns:a16="http://schemas.microsoft.com/office/drawing/2014/main" id="{0DCE405E-0D78-C50F-4986-63A197F3E9A9}"/>
              </a:ext>
            </a:extLst>
          </p:cNvPr>
          <p:cNvCxnSpPr/>
          <p:nvPr>
            <p:custDataLst>
              <p:tags r:id="rId43"/>
            </p:custDataLst>
          </p:nvPr>
        </p:nvCxnSpPr>
        <p:spPr bwMode="auto">
          <a:xfrm>
            <a:off x="342900" y="2293939"/>
            <a:ext cx="0" cy="4187825"/>
          </a:xfrm>
          <a:prstGeom prst="line">
            <a:avLst/>
          </a:prstGeom>
          <a:ln w="952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1" name="直線コネクタ 60">
            <a:extLst>
              <a:ext uri="{FF2B5EF4-FFF2-40B4-BE49-F238E27FC236}">
                <a16:creationId xmlns:a16="http://schemas.microsoft.com/office/drawing/2014/main" id="{DC245EFA-B60B-1C00-85F7-92D1E34AFFA6}"/>
              </a:ext>
            </a:extLst>
          </p:cNvPr>
          <p:cNvCxnSpPr/>
          <p:nvPr>
            <p:custDataLst>
              <p:tags r:id="rId44"/>
            </p:custDataLst>
          </p:nvPr>
        </p:nvCxnSpPr>
        <p:spPr bwMode="auto">
          <a:xfrm>
            <a:off x="2451100" y="2293939"/>
            <a:ext cx="0" cy="4187825"/>
          </a:xfrm>
          <a:prstGeom prst="line">
            <a:avLst/>
          </a:prstGeom>
          <a:ln w="952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0" name="直線コネクタ 49">
            <a:extLst>
              <a:ext uri="{FF2B5EF4-FFF2-40B4-BE49-F238E27FC236}">
                <a16:creationId xmlns:a16="http://schemas.microsoft.com/office/drawing/2014/main" id="{0F1926D4-227C-1F6B-CB73-CD927B5FBE9A}"/>
              </a:ext>
            </a:extLst>
          </p:cNvPr>
          <p:cNvCxnSpPr/>
          <p:nvPr>
            <p:custDataLst>
              <p:tags r:id="rId45"/>
            </p:custDataLst>
          </p:nvPr>
        </p:nvCxnSpPr>
        <p:spPr bwMode="auto">
          <a:xfrm>
            <a:off x="2973388" y="2293939"/>
            <a:ext cx="0" cy="4187825"/>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2" name="直線コネクタ 81">
            <a:extLst>
              <a:ext uri="{FF2B5EF4-FFF2-40B4-BE49-F238E27FC236}">
                <a16:creationId xmlns:a16="http://schemas.microsoft.com/office/drawing/2014/main" id="{6AB846E8-C152-243A-FA8F-DED13C5987D2}"/>
              </a:ext>
            </a:extLst>
          </p:cNvPr>
          <p:cNvCxnSpPr/>
          <p:nvPr>
            <p:custDataLst>
              <p:tags r:id="rId46"/>
            </p:custDataLst>
          </p:nvPr>
        </p:nvCxnSpPr>
        <p:spPr bwMode="auto">
          <a:xfrm>
            <a:off x="3495675" y="2293939"/>
            <a:ext cx="0" cy="4187825"/>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1" name="直線コネクタ 50">
            <a:extLst>
              <a:ext uri="{FF2B5EF4-FFF2-40B4-BE49-F238E27FC236}">
                <a16:creationId xmlns:a16="http://schemas.microsoft.com/office/drawing/2014/main" id="{1864B019-2DD4-7D63-23E0-62720BAA64E5}"/>
              </a:ext>
            </a:extLst>
          </p:cNvPr>
          <p:cNvCxnSpPr/>
          <p:nvPr>
            <p:custDataLst>
              <p:tags r:id="rId47"/>
            </p:custDataLst>
          </p:nvPr>
        </p:nvCxnSpPr>
        <p:spPr bwMode="auto">
          <a:xfrm>
            <a:off x="4017963" y="2293939"/>
            <a:ext cx="0" cy="4187825"/>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2" name="直線コネクタ 51">
            <a:extLst>
              <a:ext uri="{FF2B5EF4-FFF2-40B4-BE49-F238E27FC236}">
                <a16:creationId xmlns:a16="http://schemas.microsoft.com/office/drawing/2014/main" id="{E248CE10-A908-44B6-DC57-43D652A3C46E}"/>
              </a:ext>
            </a:extLst>
          </p:cNvPr>
          <p:cNvCxnSpPr/>
          <p:nvPr>
            <p:custDataLst>
              <p:tags r:id="rId48"/>
            </p:custDataLst>
          </p:nvPr>
        </p:nvCxnSpPr>
        <p:spPr bwMode="auto">
          <a:xfrm>
            <a:off x="4540250" y="2293939"/>
            <a:ext cx="0" cy="4187825"/>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3" name="直線コネクタ 52">
            <a:extLst>
              <a:ext uri="{FF2B5EF4-FFF2-40B4-BE49-F238E27FC236}">
                <a16:creationId xmlns:a16="http://schemas.microsoft.com/office/drawing/2014/main" id="{2F05CA5D-5480-EA24-0F11-26FAE61F4BD0}"/>
              </a:ext>
            </a:extLst>
          </p:cNvPr>
          <p:cNvCxnSpPr/>
          <p:nvPr>
            <p:custDataLst>
              <p:tags r:id="rId49"/>
            </p:custDataLst>
          </p:nvPr>
        </p:nvCxnSpPr>
        <p:spPr bwMode="auto">
          <a:xfrm>
            <a:off x="5060950" y="2293939"/>
            <a:ext cx="0" cy="4187825"/>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4" name="直線コネクタ 53">
            <a:extLst>
              <a:ext uri="{FF2B5EF4-FFF2-40B4-BE49-F238E27FC236}">
                <a16:creationId xmlns:a16="http://schemas.microsoft.com/office/drawing/2014/main" id="{9B5AF3D2-F5CF-D82E-53C8-09B7634DCAA5}"/>
              </a:ext>
            </a:extLst>
          </p:cNvPr>
          <p:cNvCxnSpPr/>
          <p:nvPr>
            <p:custDataLst>
              <p:tags r:id="rId50"/>
            </p:custDataLst>
          </p:nvPr>
        </p:nvCxnSpPr>
        <p:spPr bwMode="auto">
          <a:xfrm>
            <a:off x="5583238" y="2293939"/>
            <a:ext cx="0" cy="4187825"/>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5" name="直線コネクタ 54">
            <a:extLst>
              <a:ext uri="{FF2B5EF4-FFF2-40B4-BE49-F238E27FC236}">
                <a16:creationId xmlns:a16="http://schemas.microsoft.com/office/drawing/2014/main" id="{402CAB52-6BEB-755A-CDD2-B9A7F48C91F9}"/>
              </a:ext>
            </a:extLst>
          </p:cNvPr>
          <p:cNvCxnSpPr/>
          <p:nvPr>
            <p:custDataLst>
              <p:tags r:id="rId51"/>
            </p:custDataLst>
          </p:nvPr>
        </p:nvCxnSpPr>
        <p:spPr bwMode="auto">
          <a:xfrm>
            <a:off x="6105525" y="2293939"/>
            <a:ext cx="0" cy="4187825"/>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6" name="直線コネクタ 55">
            <a:extLst>
              <a:ext uri="{FF2B5EF4-FFF2-40B4-BE49-F238E27FC236}">
                <a16:creationId xmlns:a16="http://schemas.microsoft.com/office/drawing/2014/main" id="{3AF8A54C-E36A-A8F2-629D-4328FF653CB3}"/>
              </a:ext>
            </a:extLst>
          </p:cNvPr>
          <p:cNvCxnSpPr/>
          <p:nvPr>
            <p:custDataLst>
              <p:tags r:id="rId52"/>
            </p:custDataLst>
          </p:nvPr>
        </p:nvCxnSpPr>
        <p:spPr bwMode="auto">
          <a:xfrm>
            <a:off x="6627813" y="2293939"/>
            <a:ext cx="0" cy="4187825"/>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7" name="直線コネクタ 186">
            <a:extLst>
              <a:ext uri="{FF2B5EF4-FFF2-40B4-BE49-F238E27FC236}">
                <a16:creationId xmlns:a16="http://schemas.microsoft.com/office/drawing/2014/main" id="{517EE0FF-7EF2-39C4-17E6-9856423814A3}"/>
              </a:ext>
            </a:extLst>
          </p:cNvPr>
          <p:cNvCxnSpPr/>
          <p:nvPr>
            <p:custDataLst>
              <p:tags r:id="rId53"/>
            </p:custDataLst>
          </p:nvPr>
        </p:nvCxnSpPr>
        <p:spPr bwMode="auto">
          <a:xfrm>
            <a:off x="342899" y="3262313"/>
            <a:ext cx="11506200" cy="0"/>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6" name="直線コネクタ 195">
            <a:extLst>
              <a:ext uri="{FF2B5EF4-FFF2-40B4-BE49-F238E27FC236}">
                <a16:creationId xmlns:a16="http://schemas.microsoft.com/office/drawing/2014/main" id="{19E524BE-83C4-2CE0-A1AF-82E685AF4873}"/>
              </a:ext>
            </a:extLst>
          </p:cNvPr>
          <p:cNvCxnSpPr/>
          <p:nvPr>
            <p:custDataLst>
              <p:tags r:id="rId54"/>
            </p:custDataLst>
          </p:nvPr>
        </p:nvCxnSpPr>
        <p:spPr bwMode="auto">
          <a:xfrm>
            <a:off x="342899" y="3746500"/>
            <a:ext cx="11506200" cy="0"/>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0" name="直線コネクタ 199">
            <a:extLst>
              <a:ext uri="{FF2B5EF4-FFF2-40B4-BE49-F238E27FC236}">
                <a16:creationId xmlns:a16="http://schemas.microsoft.com/office/drawing/2014/main" id="{D618237D-DFD9-C159-D5DB-11EC02158E9F}"/>
              </a:ext>
            </a:extLst>
          </p:cNvPr>
          <p:cNvCxnSpPr/>
          <p:nvPr>
            <p:custDataLst>
              <p:tags r:id="rId55"/>
            </p:custDataLst>
          </p:nvPr>
        </p:nvCxnSpPr>
        <p:spPr bwMode="auto">
          <a:xfrm>
            <a:off x="342899" y="4070350"/>
            <a:ext cx="11506200" cy="0"/>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5" name="直線コネクタ 64">
            <a:extLst>
              <a:ext uri="{FF2B5EF4-FFF2-40B4-BE49-F238E27FC236}">
                <a16:creationId xmlns:a16="http://schemas.microsoft.com/office/drawing/2014/main" id="{9DA410F4-432E-0365-0C6F-D9DEBBF6FE95}"/>
              </a:ext>
            </a:extLst>
          </p:cNvPr>
          <p:cNvCxnSpPr/>
          <p:nvPr>
            <p:custDataLst>
              <p:tags r:id="rId56"/>
            </p:custDataLst>
          </p:nvPr>
        </p:nvCxnSpPr>
        <p:spPr bwMode="auto">
          <a:xfrm>
            <a:off x="342899" y="6481763"/>
            <a:ext cx="11506200" cy="0"/>
          </a:xfrm>
          <a:prstGeom prst="line">
            <a:avLst/>
          </a:prstGeom>
          <a:ln w="952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4" name="直線コネクタ 63">
            <a:extLst>
              <a:ext uri="{FF2B5EF4-FFF2-40B4-BE49-F238E27FC236}">
                <a16:creationId xmlns:a16="http://schemas.microsoft.com/office/drawing/2014/main" id="{1F264EEC-002F-8AF3-21BC-6961A03EC9FA}"/>
              </a:ext>
            </a:extLst>
          </p:cNvPr>
          <p:cNvCxnSpPr/>
          <p:nvPr>
            <p:custDataLst>
              <p:tags r:id="rId57"/>
            </p:custDataLst>
          </p:nvPr>
        </p:nvCxnSpPr>
        <p:spPr bwMode="auto">
          <a:xfrm>
            <a:off x="342899" y="2293938"/>
            <a:ext cx="11506200" cy="0"/>
          </a:xfrm>
          <a:prstGeom prst="line">
            <a:avLst/>
          </a:prstGeom>
          <a:ln w="952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43" name="正方形/長方形 242">
            <a:extLst>
              <a:ext uri="{FF2B5EF4-FFF2-40B4-BE49-F238E27FC236}">
                <a16:creationId xmlns:a16="http://schemas.microsoft.com/office/drawing/2014/main" id="{4C4BEE11-B3BA-6051-498A-59E7EEE944C4}"/>
              </a:ext>
            </a:extLst>
          </p:cNvPr>
          <p:cNvSpPr/>
          <p:nvPr>
            <p:custDataLst>
              <p:tags r:id="rId58"/>
            </p:custDataLst>
          </p:nvPr>
        </p:nvSpPr>
        <p:spPr bwMode="auto">
          <a:xfrm>
            <a:off x="9759951" y="5059364"/>
            <a:ext cx="1044575" cy="98425"/>
          </a:xfrm>
          <a:prstGeom prst="rect">
            <a:avLst/>
          </a:prstGeom>
          <a:solidFill>
            <a:schemeClr val="tx1"/>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8" name="正方形/長方形 137">
            <a:extLst>
              <a:ext uri="{FF2B5EF4-FFF2-40B4-BE49-F238E27FC236}">
                <a16:creationId xmlns:a16="http://schemas.microsoft.com/office/drawing/2014/main" id="{16564B11-95C6-9E28-AF2E-2D2CAC3CF59B}"/>
              </a:ext>
            </a:extLst>
          </p:cNvPr>
          <p:cNvSpPr/>
          <p:nvPr>
            <p:custDataLst>
              <p:tags r:id="rId59"/>
            </p:custDataLst>
          </p:nvPr>
        </p:nvSpPr>
        <p:spPr bwMode="auto">
          <a:xfrm>
            <a:off x="9759950" y="6181725"/>
            <a:ext cx="1044575" cy="98425"/>
          </a:xfrm>
          <a:prstGeom prst="rect">
            <a:avLst/>
          </a:prstGeom>
          <a:solidFill>
            <a:schemeClr val="tx1"/>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 name="正方形/長方形 102">
            <a:extLst>
              <a:ext uri="{FF2B5EF4-FFF2-40B4-BE49-F238E27FC236}">
                <a16:creationId xmlns:a16="http://schemas.microsoft.com/office/drawing/2014/main" id="{840D3CC5-97ED-2757-FA1E-D9ECE0A5A616}"/>
              </a:ext>
            </a:extLst>
          </p:cNvPr>
          <p:cNvSpPr/>
          <p:nvPr>
            <p:custDataLst>
              <p:tags r:id="rId60"/>
            </p:custDataLst>
          </p:nvPr>
        </p:nvSpPr>
        <p:spPr bwMode="auto">
          <a:xfrm>
            <a:off x="6105525" y="2805113"/>
            <a:ext cx="1044575" cy="98425"/>
          </a:xfrm>
          <a:prstGeom prst="rect">
            <a:avLst/>
          </a:prstGeom>
          <a:solidFill>
            <a:schemeClr val="tx1"/>
          </a:solidFill>
          <a:ln w="19050" cap="flat" cmpd="sng" algn="ctr">
            <a:noFill/>
            <a:prstDash val="dash"/>
            <a:miter lim="800000"/>
            <a:headEnd type="none" w="med" len="med"/>
            <a:tailEnd type="none" w="med" len="med"/>
          </a:ln>
          <a:effectLst/>
          <a:extLst>
            <a:ext uri="{91240B29-F687-4F45-9708-019B960494DF}">
              <a14:hiddenLine xmlns:a14="http://schemas.microsoft.com/office/drawing/2010/main" w="19050" cap="flat" cmpd="sng" algn="ctr">
                <a:solidFill>
                  <a:schemeClr val="tx1"/>
                </a:solidFill>
                <a:prstDash val="dash"/>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3" name="正方形/長方形 132">
            <a:extLst>
              <a:ext uri="{FF2B5EF4-FFF2-40B4-BE49-F238E27FC236}">
                <a16:creationId xmlns:a16="http://schemas.microsoft.com/office/drawing/2014/main" id="{336B1DC5-94B0-E5EF-18E2-C1A8C6289F20}"/>
              </a:ext>
            </a:extLst>
          </p:cNvPr>
          <p:cNvSpPr/>
          <p:nvPr>
            <p:custDataLst>
              <p:tags r:id="rId61"/>
            </p:custDataLst>
          </p:nvPr>
        </p:nvSpPr>
        <p:spPr bwMode="auto">
          <a:xfrm>
            <a:off x="10282238" y="2484438"/>
            <a:ext cx="1044575" cy="98425"/>
          </a:xfrm>
          <a:prstGeom prst="rect">
            <a:avLst/>
          </a:prstGeom>
          <a:solidFill>
            <a:schemeClr val="tx1"/>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5" name="正方形/長方形 234">
            <a:extLst>
              <a:ext uri="{FF2B5EF4-FFF2-40B4-BE49-F238E27FC236}">
                <a16:creationId xmlns:a16="http://schemas.microsoft.com/office/drawing/2014/main" id="{CC14F710-6DFB-8B29-BFF6-EEDDE252DD4E}"/>
              </a:ext>
            </a:extLst>
          </p:cNvPr>
          <p:cNvSpPr/>
          <p:nvPr>
            <p:custDataLst>
              <p:tags r:id="rId62"/>
            </p:custDataLst>
          </p:nvPr>
        </p:nvSpPr>
        <p:spPr bwMode="auto">
          <a:xfrm>
            <a:off x="5060950" y="2805113"/>
            <a:ext cx="522288" cy="9842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1" name="正方形/長方形 140">
            <a:extLst>
              <a:ext uri="{FF2B5EF4-FFF2-40B4-BE49-F238E27FC236}">
                <a16:creationId xmlns:a16="http://schemas.microsoft.com/office/drawing/2014/main" id="{1A82EBBB-9DBF-EC12-CE8E-560E4A248E6B}"/>
              </a:ext>
            </a:extLst>
          </p:cNvPr>
          <p:cNvSpPr/>
          <p:nvPr>
            <p:custDataLst>
              <p:tags r:id="rId63"/>
            </p:custDataLst>
          </p:nvPr>
        </p:nvSpPr>
        <p:spPr bwMode="auto">
          <a:xfrm>
            <a:off x="8194675" y="2484438"/>
            <a:ext cx="969963" cy="9842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1" name="正方形/長方形 160">
            <a:extLst>
              <a:ext uri="{FF2B5EF4-FFF2-40B4-BE49-F238E27FC236}">
                <a16:creationId xmlns:a16="http://schemas.microsoft.com/office/drawing/2014/main" id="{07D88FCA-62B4-A420-A5AE-C63D1C9F4DFC}"/>
              </a:ext>
            </a:extLst>
          </p:cNvPr>
          <p:cNvSpPr/>
          <p:nvPr>
            <p:custDataLst>
              <p:tags r:id="rId64"/>
            </p:custDataLst>
          </p:nvPr>
        </p:nvSpPr>
        <p:spPr bwMode="auto">
          <a:xfrm>
            <a:off x="8716963" y="3449638"/>
            <a:ext cx="2609850" cy="9842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1" name="正方形/長方形 220">
            <a:extLst>
              <a:ext uri="{FF2B5EF4-FFF2-40B4-BE49-F238E27FC236}">
                <a16:creationId xmlns:a16="http://schemas.microsoft.com/office/drawing/2014/main" id="{59DAEFA4-2837-1298-002D-2D24AF4247F2}"/>
              </a:ext>
            </a:extLst>
          </p:cNvPr>
          <p:cNvSpPr/>
          <p:nvPr>
            <p:custDataLst>
              <p:tags r:id="rId65"/>
            </p:custDataLst>
          </p:nvPr>
        </p:nvSpPr>
        <p:spPr bwMode="auto">
          <a:xfrm>
            <a:off x="5060950" y="5219700"/>
            <a:ext cx="1044575" cy="9842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0" name="正方形/長方形 219">
            <a:extLst>
              <a:ext uri="{FF2B5EF4-FFF2-40B4-BE49-F238E27FC236}">
                <a16:creationId xmlns:a16="http://schemas.microsoft.com/office/drawing/2014/main" id="{D7AC002B-999C-599D-D6C5-94F65EBE23CE}"/>
              </a:ext>
            </a:extLst>
          </p:cNvPr>
          <p:cNvSpPr/>
          <p:nvPr>
            <p:custDataLst>
              <p:tags r:id="rId66"/>
            </p:custDataLst>
          </p:nvPr>
        </p:nvSpPr>
        <p:spPr bwMode="auto">
          <a:xfrm>
            <a:off x="7150100" y="5059363"/>
            <a:ext cx="1044575" cy="9842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2" name="正方形/長方形 211">
            <a:extLst>
              <a:ext uri="{FF2B5EF4-FFF2-40B4-BE49-F238E27FC236}">
                <a16:creationId xmlns:a16="http://schemas.microsoft.com/office/drawing/2014/main" id="{DF97AD33-F9FB-005F-26AA-A2C06400B2FC}"/>
              </a:ext>
            </a:extLst>
          </p:cNvPr>
          <p:cNvSpPr/>
          <p:nvPr>
            <p:custDataLst>
              <p:tags r:id="rId67"/>
            </p:custDataLst>
          </p:nvPr>
        </p:nvSpPr>
        <p:spPr bwMode="auto">
          <a:xfrm>
            <a:off x="6627812" y="3289300"/>
            <a:ext cx="2089150" cy="9842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4" name="正方形/長方形 133">
            <a:extLst>
              <a:ext uri="{FF2B5EF4-FFF2-40B4-BE49-F238E27FC236}">
                <a16:creationId xmlns:a16="http://schemas.microsoft.com/office/drawing/2014/main" id="{27EDA7B1-9522-6B15-DE42-6CB9C49BFEC2}"/>
              </a:ext>
            </a:extLst>
          </p:cNvPr>
          <p:cNvSpPr/>
          <p:nvPr>
            <p:custDataLst>
              <p:tags r:id="rId68"/>
            </p:custDataLst>
          </p:nvPr>
        </p:nvSpPr>
        <p:spPr bwMode="auto">
          <a:xfrm>
            <a:off x="7672388" y="6181725"/>
            <a:ext cx="522288" cy="9842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1" name="正方形/長方形 170">
            <a:extLst>
              <a:ext uri="{FF2B5EF4-FFF2-40B4-BE49-F238E27FC236}">
                <a16:creationId xmlns:a16="http://schemas.microsoft.com/office/drawing/2014/main" id="{FD80DCFB-8EAE-65EA-E83F-19E334186815}"/>
              </a:ext>
            </a:extLst>
          </p:cNvPr>
          <p:cNvSpPr/>
          <p:nvPr>
            <p:custDataLst>
              <p:tags r:id="rId69"/>
            </p:custDataLst>
          </p:nvPr>
        </p:nvSpPr>
        <p:spPr bwMode="auto">
          <a:xfrm>
            <a:off x="8716962" y="4257675"/>
            <a:ext cx="1042988" cy="9842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7" name="正方形/長方形 96">
            <a:extLst>
              <a:ext uri="{FF2B5EF4-FFF2-40B4-BE49-F238E27FC236}">
                <a16:creationId xmlns:a16="http://schemas.microsoft.com/office/drawing/2014/main" id="{DF8860F7-485C-6720-B591-624BE1F3E0C1}"/>
              </a:ext>
            </a:extLst>
          </p:cNvPr>
          <p:cNvSpPr/>
          <p:nvPr>
            <p:custDataLst>
              <p:tags r:id="rId70"/>
            </p:custDataLst>
          </p:nvPr>
        </p:nvSpPr>
        <p:spPr bwMode="auto">
          <a:xfrm>
            <a:off x="6105525" y="2484438"/>
            <a:ext cx="969963" cy="9842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0" name="正方形/長方形 229">
            <a:extLst>
              <a:ext uri="{FF2B5EF4-FFF2-40B4-BE49-F238E27FC236}">
                <a16:creationId xmlns:a16="http://schemas.microsoft.com/office/drawing/2014/main" id="{2AB57F86-001B-0BE0-AC79-3B8EE1F6F041}"/>
              </a:ext>
            </a:extLst>
          </p:cNvPr>
          <p:cNvSpPr/>
          <p:nvPr>
            <p:custDataLst>
              <p:tags r:id="rId71"/>
            </p:custDataLst>
          </p:nvPr>
        </p:nvSpPr>
        <p:spPr bwMode="auto">
          <a:xfrm>
            <a:off x="2973388" y="2805113"/>
            <a:ext cx="1566863" cy="9842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6" name="正方形/長方形 225">
            <a:extLst>
              <a:ext uri="{FF2B5EF4-FFF2-40B4-BE49-F238E27FC236}">
                <a16:creationId xmlns:a16="http://schemas.microsoft.com/office/drawing/2014/main" id="{530ADAE8-27B3-6408-EC32-63E1D449D018}"/>
              </a:ext>
            </a:extLst>
          </p:cNvPr>
          <p:cNvSpPr/>
          <p:nvPr>
            <p:custDataLst>
              <p:tags r:id="rId72"/>
            </p:custDataLst>
          </p:nvPr>
        </p:nvSpPr>
        <p:spPr bwMode="auto">
          <a:xfrm>
            <a:off x="5583237" y="4257675"/>
            <a:ext cx="2089150" cy="9842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6" name="正方形/長方形 215">
            <a:extLst>
              <a:ext uri="{FF2B5EF4-FFF2-40B4-BE49-F238E27FC236}">
                <a16:creationId xmlns:a16="http://schemas.microsoft.com/office/drawing/2014/main" id="{B183392F-B2DD-B5FA-229C-1EB2166EE667}"/>
              </a:ext>
            </a:extLst>
          </p:cNvPr>
          <p:cNvSpPr/>
          <p:nvPr>
            <p:custDataLst>
              <p:tags r:id="rId73"/>
            </p:custDataLst>
          </p:nvPr>
        </p:nvSpPr>
        <p:spPr bwMode="auto">
          <a:xfrm>
            <a:off x="2451100" y="4097338"/>
            <a:ext cx="3132138" cy="9842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5" name="正方形/長方形 184">
            <a:extLst>
              <a:ext uri="{FF2B5EF4-FFF2-40B4-BE49-F238E27FC236}">
                <a16:creationId xmlns:a16="http://schemas.microsoft.com/office/drawing/2014/main" id="{D288F592-5376-4B37-192A-09636AB983B8}"/>
              </a:ext>
            </a:extLst>
          </p:cNvPr>
          <p:cNvSpPr/>
          <p:nvPr>
            <p:custDataLst>
              <p:tags r:id="rId74"/>
            </p:custDataLst>
          </p:nvPr>
        </p:nvSpPr>
        <p:spPr bwMode="auto">
          <a:xfrm>
            <a:off x="6627812" y="2965450"/>
            <a:ext cx="2089150" cy="9842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3" name="正方形/長方形 202">
            <a:extLst>
              <a:ext uri="{FF2B5EF4-FFF2-40B4-BE49-F238E27FC236}">
                <a16:creationId xmlns:a16="http://schemas.microsoft.com/office/drawing/2014/main" id="{FFFDFF71-ED25-FF83-58B0-EBDCF198C125}"/>
              </a:ext>
            </a:extLst>
          </p:cNvPr>
          <p:cNvSpPr/>
          <p:nvPr>
            <p:custDataLst>
              <p:tags r:id="rId75"/>
            </p:custDataLst>
          </p:nvPr>
        </p:nvSpPr>
        <p:spPr bwMode="auto">
          <a:xfrm>
            <a:off x="3048000" y="3289300"/>
            <a:ext cx="1492250" cy="9842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2" name="正方形/長方形 111">
            <a:extLst>
              <a:ext uri="{FF2B5EF4-FFF2-40B4-BE49-F238E27FC236}">
                <a16:creationId xmlns:a16="http://schemas.microsoft.com/office/drawing/2014/main" id="{4C576C79-93C4-017A-D406-0F10EB56FB6C}"/>
              </a:ext>
            </a:extLst>
          </p:cNvPr>
          <p:cNvSpPr/>
          <p:nvPr>
            <p:custDataLst>
              <p:tags r:id="rId76"/>
            </p:custDataLst>
          </p:nvPr>
        </p:nvSpPr>
        <p:spPr bwMode="auto">
          <a:xfrm>
            <a:off x="6105525" y="5380038"/>
            <a:ext cx="1566863" cy="9842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0" name="正方形/長方形 159">
            <a:extLst>
              <a:ext uri="{FF2B5EF4-FFF2-40B4-BE49-F238E27FC236}">
                <a16:creationId xmlns:a16="http://schemas.microsoft.com/office/drawing/2014/main" id="{8D785D97-E945-6EC6-7EA7-AE57ACD05324}"/>
              </a:ext>
            </a:extLst>
          </p:cNvPr>
          <p:cNvSpPr/>
          <p:nvPr>
            <p:custDataLst>
              <p:tags r:id="rId77"/>
            </p:custDataLst>
          </p:nvPr>
        </p:nvSpPr>
        <p:spPr bwMode="auto">
          <a:xfrm>
            <a:off x="5583238" y="3449638"/>
            <a:ext cx="1044575" cy="9842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5" name="正方形/長方形 114">
            <a:extLst>
              <a:ext uri="{FF2B5EF4-FFF2-40B4-BE49-F238E27FC236}">
                <a16:creationId xmlns:a16="http://schemas.microsoft.com/office/drawing/2014/main" id="{94D5D2FB-006A-FFD8-38FE-972E274F7B3F}"/>
              </a:ext>
            </a:extLst>
          </p:cNvPr>
          <p:cNvSpPr/>
          <p:nvPr>
            <p:custDataLst>
              <p:tags r:id="rId78"/>
            </p:custDataLst>
          </p:nvPr>
        </p:nvSpPr>
        <p:spPr bwMode="auto">
          <a:xfrm>
            <a:off x="8716963" y="5700713"/>
            <a:ext cx="1042988" cy="98425"/>
          </a:xfrm>
          <a:prstGeom prst="rect">
            <a:avLst/>
          </a:prstGeom>
          <a:solidFill>
            <a:schemeClr val="tx1"/>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4" name="正方形/長方形 193">
            <a:extLst>
              <a:ext uri="{FF2B5EF4-FFF2-40B4-BE49-F238E27FC236}">
                <a16:creationId xmlns:a16="http://schemas.microsoft.com/office/drawing/2014/main" id="{7312864C-EF9C-89CC-B1EE-8DBA6CCFFAC7}"/>
              </a:ext>
            </a:extLst>
          </p:cNvPr>
          <p:cNvSpPr/>
          <p:nvPr>
            <p:custDataLst>
              <p:tags r:id="rId79"/>
            </p:custDataLst>
          </p:nvPr>
        </p:nvSpPr>
        <p:spPr bwMode="auto">
          <a:xfrm>
            <a:off x="8716963" y="3609975"/>
            <a:ext cx="2087563" cy="9842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1" name="正方形/長方形 110">
            <a:extLst>
              <a:ext uri="{FF2B5EF4-FFF2-40B4-BE49-F238E27FC236}">
                <a16:creationId xmlns:a16="http://schemas.microsoft.com/office/drawing/2014/main" id="{BFDEAEBA-6FA7-CA65-AD91-C78C53389574}"/>
              </a:ext>
            </a:extLst>
          </p:cNvPr>
          <p:cNvSpPr/>
          <p:nvPr>
            <p:custDataLst>
              <p:tags r:id="rId80"/>
            </p:custDataLst>
          </p:nvPr>
        </p:nvSpPr>
        <p:spPr bwMode="auto">
          <a:xfrm>
            <a:off x="4017963" y="5219700"/>
            <a:ext cx="522288" cy="9842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4" name="正方形/長方形 113">
            <a:extLst>
              <a:ext uri="{FF2B5EF4-FFF2-40B4-BE49-F238E27FC236}">
                <a16:creationId xmlns:a16="http://schemas.microsoft.com/office/drawing/2014/main" id="{6663D7C3-76A9-714E-F6DD-71408E71DF59}"/>
              </a:ext>
            </a:extLst>
          </p:cNvPr>
          <p:cNvSpPr/>
          <p:nvPr>
            <p:custDataLst>
              <p:tags r:id="rId81"/>
            </p:custDataLst>
          </p:nvPr>
        </p:nvSpPr>
        <p:spPr bwMode="auto">
          <a:xfrm>
            <a:off x="7672388" y="5540375"/>
            <a:ext cx="1044575" cy="9842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2" name="正方形/長方形 101">
            <a:extLst>
              <a:ext uri="{FF2B5EF4-FFF2-40B4-BE49-F238E27FC236}">
                <a16:creationId xmlns:a16="http://schemas.microsoft.com/office/drawing/2014/main" id="{8A7289BB-C2A6-90B2-A9A0-DDACC0986811}"/>
              </a:ext>
            </a:extLst>
          </p:cNvPr>
          <p:cNvSpPr/>
          <p:nvPr>
            <p:custDataLst>
              <p:tags r:id="rId82"/>
            </p:custDataLst>
          </p:nvPr>
        </p:nvSpPr>
        <p:spPr bwMode="auto">
          <a:xfrm>
            <a:off x="3271838" y="5059363"/>
            <a:ext cx="1268413" cy="9842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8" name="正方形/長方形 87">
            <a:extLst>
              <a:ext uri="{FF2B5EF4-FFF2-40B4-BE49-F238E27FC236}">
                <a16:creationId xmlns:a16="http://schemas.microsoft.com/office/drawing/2014/main" id="{2796018D-B349-F1EE-98A3-568FEC4030A3}"/>
              </a:ext>
            </a:extLst>
          </p:cNvPr>
          <p:cNvSpPr/>
          <p:nvPr>
            <p:custDataLst>
              <p:tags r:id="rId83"/>
            </p:custDataLst>
          </p:nvPr>
        </p:nvSpPr>
        <p:spPr bwMode="auto">
          <a:xfrm>
            <a:off x="2451100" y="4578350"/>
            <a:ext cx="522288" cy="9842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7" name="正方形/長方形 86">
            <a:extLst>
              <a:ext uri="{FF2B5EF4-FFF2-40B4-BE49-F238E27FC236}">
                <a16:creationId xmlns:a16="http://schemas.microsoft.com/office/drawing/2014/main" id="{C7C9E507-4BD1-276F-9612-225BFD26B1C3}"/>
              </a:ext>
            </a:extLst>
          </p:cNvPr>
          <p:cNvSpPr/>
          <p:nvPr>
            <p:custDataLst>
              <p:tags r:id="rId84"/>
            </p:custDataLst>
          </p:nvPr>
        </p:nvSpPr>
        <p:spPr bwMode="auto">
          <a:xfrm>
            <a:off x="2973388" y="4738688"/>
            <a:ext cx="522288" cy="9842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7" name="正方形/長方形 126">
            <a:extLst>
              <a:ext uri="{FF2B5EF4-FFF2-40B4-BE49-F238E27FC236}">
                <a16:creationId xmlns:a16="http://schemas.microsoft.com/office/drawing/2014/main" id="{D2732E11-B2E5-2DEA-EAAD-0A5768FF1306}"/>
              </a:ext>
            </a:extLst>
          </p:cNvPr>
          <p:cNvSpPr/>
          <p:nvPr>
            <p:custDataLst>
              <p:tags r:id="rId85"/>
            </p:custDataLst>
          </p:nvPr>
        </p:nvSpPr>
        <p:spPr bwMode="auto">
          <a:xfrm>
            <a:off x="5583238" y="6181725"/>
            <a:ext cx="522288" cy="98425"/>
          </a:xfrm>
          <a:prstGeom prst="rect">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5" name="正方形/長方形 134">
            <a:extLst>
              <a:ext uri="{FF2B5EF4-FFF2-40B4-BE49-F238E27FC236}">
                <a16:creationId xmlns:a16="http://schemas.microsoft.com/office/drawing/2014/main" id="{72EBBAA8-C4C0-B3B8-5177-796E952A0ED9}"/>
              </a:ext>
            </a:extLst>
          </p:cNvPr>
          <p:cNvSpPr/>
          <p:nvPr>
            <p:custDataLst>
              <p:tags r:id="rId86"/>
            </p:custDataLst>
          </p:nvPr>
        </p:nvSpPr>
        <p:spPr bwMode="auto">
          <a:xfrm>
            <a:off x="10804525" y="5870575"/>
            <a:ext cx="671513" cy="79375"/>
          </a:xfrm>
          <a:prstGeom prst="rect">
            <a:avLst/>
          </a:prstGeom>
          <a:solidFill>
            <a:schemeClr val="bg1"/>
          </a:solidFill>
          <a:ln w="19050" cap="flat" cmpd="sng" algn="ctr">
            <a:solidFill>
              <a:schemeClr val="tx1"/>
            </a:solidFill>
            <a:prstDash val="dash"/>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7" name="正方形/長方形 146">
            <a:extLst>
              <a:ext uri="{FF2B5EF4-FFF2-40B4-BE49-F238E27FC236}">
                <a16:creationId xmlns:a16="http://schemas.microsoft.com/office/drawing/2014/main" id="{8491EE8B-E9EB-CF99-5777-AECDFB874CD8}"/>
              </a:ext>
            </a:extLst>
          </p:cNvPr>
          <p:cNvSpPr/>
          <p:nvPr>
            <p:custDataLst>
              <p:tags r:id="rId87"/>
            </p:custDataLst>
          </p:nvPr>
        </p:nvSpPr>
        <p:spPr bwMode="auto">
          <a:xfrm>
            <a:off x="10804525" y="6351588"/>
            <a:ext cx="671513" cy="79375"/>
          </a:xfrm>
          <a:prstGeom prst="rect">
            <a:avLst/>
          </a:prstGeom>
          <a:solidFill>
            <a:schemeClr val="bg1"/>
          </a:solidFill>
          <a:ln w="19050" cap="flat" cmpd="sng" algn="ctr">
            <a:solidFill>
              <a:schemeClr val="tx1"/>
            </a:solidFill>
            <a:prstDash val="dash"/>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6" name="右大かっこ 105">
            <a:extLst>
              <a:ext uri="{FF2B5EF4-FFF2-40B4-BE49-F238E27FC236}">
                <a16:creationId xmlns:a16="http://schemas.microsoft.com/office/drawing/2014/main" id="{E358493E-8B3A-FEB2-A608-DB86A18662C3}"/>
              </a:ext>
            </a:extLst>
          </p:cNvPr>
          <p:cNvSpPr/>
          <p:nvPr>
            <p:custDataLst>
              <p:tags r:id="rId88"/>
            </p:custDataLst>
          </p:nvPr>
        </p:nvSpPr>
        <p:spPr bwMode="auto">
          <a:xfrm rot="5400000">
            <a:off x="4746625" y="6311900"/>
            <a:ext cx="107950" cy="520700"/>
          </a:xfrm>
          <a:prstGeom prst="rightBracket">
            <a:avLst>
              <a:gd name="adj" fmla="val 0"/>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07" name="二等辺三角形 106">
            <a:extLst>
              <a:ext uri="{FF2B5EF4-FFF2-40B4-BE49-F238E27FC236}">
                <a16:creationId xmlns:a16="http://schemas.microsoft.com/office/drawing/2014/main" id="{32658B2E-2F71-56B6-96A5-E1DC70090932}"/>
              </a:ext>
            </a:extLst>
          </p:cNvPr>
          <p:cNvSpPr/>
          <p:nvPr>
            <p:custDataLst>
              <p:tags r:id="rId89"/>
            </p:custDataLst>
          </p:nvPr>
        </p:nvSpPr>
        <p:spPr bwMode="auto">
          <a:xfrm rot="10800000">
            <a:off x="4694238" y="6626225"/>
            <a:ext cx="212725" cy="107950"/>
          </a:xfrm>
          <a:prstGeom prst="triangle">
            <a:avLst>
              <a:gd name="adj" fmla="val 50000"/>
            </a:avLst>
          </a:prstGeom>
          <a:solidFill>
            <a:schemeClr val="tx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正方形/長方形 103">
            <a:extLst>
              <a:ext uri="{FF2B5EF4-FFF2-40B4-BE49-F238E27FC236}">
                <a16:creationId xmlns:a16="http://schemas.microsoft.com/office/drawing/2014/main" id="{DBA86487-3239-FA7C-BA3E-EEDEBD580879}"/>
              </a:ext>
            </a:extLst>
          </p:cNvPr>
          <p:cNvSpPr/>
          <p:nvPr>
            <p:custDataLst>
              <p:tags r:id="rId90"/>
            </p:custDataLst>
          </p:nvPr>
        </p:nvSpPr>
        <p:spPr bwMode="auto">
          <a:xfrm>
            <a:off x="4533900" y="6751638"/>
            <a:ext cx="533400" cy="16033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lang="ja-JP" altLang="en-US" sz="1050">
                <a:solidFill>
                  <a:schemeClr val="tx1"/>
                </a:solidFill>
              </a:rPr>
              <a:t>年末年始</a:t>
            </a:r>
            <a:endParaRPr kumimoji="1" lang="ja-JP" altLang="en-US" sz="1050">
              <a:solidFill>
                <a:schemeClr val="tx1"/>
              </a:solidFill>
            </a:endParaRPr>
          </a:p>
        </p:txBody>
      </p:sp>
      <p:sp>
        <p:nvSpPr>
          <p:cNvPr id="12" name="正方形/長方形 11">
            <a:extLst>
              <a:ext uri="{FF2B5EF4-FFF2-40B4-BE49-F238E27FC236}">
                <a16:creationId xmlns:a16="http://schemas.microsoft.com/office/drawing/2014/main" id="{CE49925D-6043-2B59-9A39-36883BB4CD31}"/>
              </a:ext>
            </a:extLst>
          </p:cNvPr>
          <p:cNvSpPr/>
          <p:nvPr>
            <p:custDataLst>
              <p:tags r:id="rId91"/>
            </p:custDataLst>
          </p:nvPr>
        </p:nvSpPr>
        <p:spPr bwMode="auto">
          <a:xfrm>
            <a:off x="396875" y="2116138"/>
            <a:ext cx="533400" cy="16033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b"/>
          <a:lstStyle/>
          <a:p>
            <a:pPr>
              <a:spcBef>
                <a:spcPct val="0"/>
              </a:spcBef>
              <a:spcAft>
                <a:spcPct val="0"/>
              </a:spcAft>
            </a:pPr>
            <a:fld id="{1E775AC1-51CC-42BE-929B-7DDD5C00A7C8}" type="datetime'''''''''活動''''''''内''''''''''''''''容'''">
              <a:rPr lang="ja-JP" altLang="en-US" sz="1050" b="1" smtClean="0">
                <a:solidFill>
                  <a:schemeClr val="tx1"/>
                </a:solidFill>
                <a:effectLst/>
              </a:rPr>
              <a:pPr>
                <a:spcBef>
                  <a:spcPct val="0"/>
                </a:spcBef>
                <a:spcAft>
                  <a:spcPct val="0"/>
                </a:spcAft>
              </a:pPr>
              <a:t>活動内容</a:t>
            </a:fld>
            <a:endParaRPr kumimoji="1" lang="ja-JP" altLang="en-US" sz="1050" b="1">
              <a:solidFill>
                <a:schemeClr val="tx1"/>
              </a:solidFill>
            </a:endParaRPr>
          </a:p>
        </p:txBody>
      </p:sp>
      <p:sp>
        <p:nvSpPr>
          <p:cNvPr id="122" name="正方形/長方形 121">
            <a:extLst>
              <a:ext uri="{FF2B5EF4-FFF2-40B4-BE49-F238E27FC236}">
                <a16:creationId xmlns:a16="http://schemas.microsoft.com/office/drawing/2014/main" id="{EA92D02A-DEDD-D938-CFB3-BFDAEFA320BB}"/>
              </a:ext>
            </a:extLst>
          </p:cNvPr>
          <p:cNvSpPr/>
          <p:nvPr>
            <p:custDataLst>
              <p:tags r:id="rId92"/>
            </p:custDataLst>
          </p:nvPr>
        </p:nvSpPr>
        <p:spPr bwMode="auto">
          <a:xfrm>
            <a:off x="396875" y="6156325"/>
            <a:ext cx="1466850" cy="16033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lang="ja-JP" altLang="en-US" sz="1050">
                <a:solidFill>
                  <a:schemeClr val="tx1"/>
                </a:solidFill>
              </a:rPr>
              <a:t>報告書・上申書取り纏め</a:t>
            </a:r>
            <a:endParaRPr kumimoji="1" lang="ja-JP" altLang="en-US" sz="1050">
              <a:solidFill>
                <a:schemeClr val="tx1"/>
              </a:solidFill>
            </a:endParaRPr>
          </a:p>
        </p:txBody>
      </p:sp>
      <p:sp>
        <p:nvSpPr>
          <p:cNvPr id="118" name="正方形/長方形 117">
            <a:extLst>
              <a:ext uri="{FF2B5EF4-FFF2-40B4-BE49-F238E27FC236}">
                <a16:creationId xmlns:a16="http://schemas.microsoft.com/office/drawing/2014/main" id="{A8B59925-22AC-AE49-7A8B-9B55406498D5}"/>
              </a:ext>
            </a:extLst>
          </p:cNvPr>
          <p:cNvSpPr/>
          <p:nvPr>
            <p:custDataLst>
              <p:tags r:id="rId93"/>
            </p:custDataLst>
          </p:nvPr>
        </p:nvSpPr>
        <p:spPr bwMode="auto">
          <a:xfrm>
            <a:off x="396875" y="5995988"/>
            <a:ext cx="1866900" cy="16033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kumimoji="1" lang="ja-JP" altLang="en-US" sz="1050">
                <a:solidFill>
                  <a:schemeClr val="bg1"/>
                </a:solidFill>
              </a:rPr>
              <a:t>経営層とのコミュニケーション</a:t>
            </a:r>
          </a:p>
        </p:txBody>
      </p:sp>
      <p:sp>
        <p:nvSpPr>
          <p:cNvPr id="7" name="正方形/長方形 6">
            <a:extLst>
              <a:ext uri="{FF2B5EF4-FFF2-40B4-BE49-F238E27FC236}">
                <a16:creationId xmlns:a16="http://schemas.microsoft.com/office/drawing/2014/main" id="{6214EA35-ACFB-02E0-2724-C70AD57157D2}"/>
              </a:ext>
            </a:extLst>
          </p:cNvPr>
          <p:cNvSpPr/>
          <p:nvPr>
            <p:custDataLst>
              <p:tags r:id="rId94"/>
            </p:custDataLst>
          </p:nvPr>
        </p:nvSpPr>
        <p:spPr bwMode="auto">
          <a:xfrm>
            <a:off x="396875" y="4713288"/>
            <a:ext cx="1066800" cy="16033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lang="ja-JP" altLang="en-US" sz="1050">
                <a:solidFill>
                  <a:schemeClr val="tx1"/>
                </a:solidFill>
                <a:effectLst/>
              </a:rPr>
              <a:t>活動スキーム設計</a:t>
            </a:r>
            <a:endParaRPr kumimoji="1" lang="ja-JP" altLang="en-US" sz="1050">
              <a:solidFill>
                <a:schemeClr val="tx1"/>
              </a:solidFill>
            </a:endParaRPr>
          </a:p>
        </p:txBody>
      </p:sp>
      <p:sp>
        <p:nvSpPr>
          <p:cNvPr id="169" name="正方形/長方形 168">
            <a:extLst>
              <a:ext uri="{FF2B5EF4-FFF2-40B4-BE49-F238E27FC236}">
                <a16:creationId xmlns:a16="http://schemas.microsoft.com/office/drawing/2014/main" id="{BCBC5652-F7E8-2E6B-E47F-202B2705BF4A}"/>
              </a:ext>
            </a:extLst>
          </p:cNvPr>
          <p:cNvSpPr/>
          <p:nvPr>
            <p:custDataLst>
              <p:tags r:id="rId95"/>
            </p:custDataLst>
          </p:nvPr>
        </p:nvSpPr>
        <p:spPr bwMode="auto">
          <a:xfrm>
            <a:off x="8799513" y="4238625"/>
            <a:ext cx="876300" cy="136525"/>
          </a:xfrm>
          <a:prstGeom prst="rect">
            <a:avLst/>
          </a:prstGeom>
          <a:solidFill>
            <a:schemeClr val="tx1"/>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kumimoji="1" lang="ja-JP" altLang="en-US" sz="900">
                <a:solidFill>
                  <a:schemeClr val="bg1"/>
                </a:solidFill>
              </a:rPr>
              <a:t>受容性検証</a:t>
            </a:r>
            <a:r>
              <a:rPr kumimoji="1" lang="en-US" altLang="ja-JP" sz="900">
                <a:solidFill>
                  <a:schemeClr val="bg1"/>
                </a:solidFill>
              </a:rPr>
              <a:t>(</a:t>
            </a:r>
            <a:r>
              <a:rPr kumimoji="1" lang="ja-JP" altLang="en-US" sz="900">
                <a:solidFill>
                  <a:schemeClr val="bg1"/>
                </a:solidFill>
              </a:rPr>
              <a:t>実査</a:t>
            </a:r>
            <a:r>
              <a:rPr kumimoji="1" lang="en-US" altLang="ja-JP" sz="900">
                <a:solidFill>
                  <a:schemeClr val="bg1"/>
                </a:solidFill>
              </a:rPr>
              <a:t>)</a:t>
            </a:r>
            <a:endParaRPr kumimoji="1" lang="ja-JP" altLang="en-US" sz="900">
              <a:solidFill>
                <a:schemeClr val="bg1"/>
              </a:solidFill>
            </a:endParaRPr>
          </a:p>
        </p:txBody>
      </p:sp>
      <p:sp>
        <p:nvSpPr>
          <p:cNvPr id="8" name="正方形/長方形 7">
            <a:extLst>
              <a:ext uri="{FF2B5EF4-FFF2-40B4-BE49-F238E27FC236}">
                <a16:creationId xmlns:a16="http://schemas.microsoft.com/office/drawing/2014/main" id="{3CFAADAF-430B-1C7B-6E80-0C736658764A}"/>
              </a:ext>
            </a:extLst>
          </p:cNvPr>
          <p:cNvSpPr/>
          <p:nvPr>
            <p:custDataLst>
              <p:tags r:id="rId96"/>
            </p:custDataLst>
          </p:nvPr>
        </p:nvSpPr>
        <p:spPr bwMode="auto">
          <a:xfrm>
            <a:off x="396875" y="4873625"/>
            <a:ext cx="2000250" cy="16033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lang="ja-JP" altLang="en-US" sz="1050">
                <a:solidFill>
                  <a:schemeClr val="bg1"/>
                </a:solidFill>
                <a:effectLst/>
              </a:rPr>
              <a:t>全体サービス設計論点検討ワーク</a:t>
            </a:r>
            <a:endParaRPr kumimoji="1" lang="ja-JP" altLang="en-US" sz="1050">
              <a:solidFill>
                <a:schemeClr val="bg1"/>
              </a:solidFill>
            </a:endParaRPr>
          </a:p>
        </p:txBody>
      </p:sp>
      <p:sp>
        <p:nvSpPr>
          <p:cNvPr id="155" name="正方形/長方形 154">
            <a:extLst>
              <a:ext uri="{FF2B5EF4-FFF2-40B4-BE49-F238E27FC236}">
                <a16:creationId xmlns:a16="http://schemas.microsoft.com/office/drawing/2014/main" id="{9F4658C3-87A3-0CAE-6CCD-909C01EF4BD1}"/>
              </a:ext>
            </a:extLst>
          </p:cNvPr>
          <p:cNvSpPr/>
          <p:nvPr>
            <p:custDataLst>
              <p:tags r:id="rId97"/>
            </p:custDataLst>
          </p:nvPr>
        </p:nvSpPr>
        <p:spPr bwMode="auto">
          <a:xfrm>
            <a:off x="396875" y="4071938"/>
            <a:ext cx="666750" cy="16033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lang="en-US" altLang="ja-JP" sz="1050">
                <a:solidFill>
                  <a:schemeClr val="tx1"/>
                </a:solidFill>
              </a:rPr>
              <a:t>C </a:t>
            </a:r>
            <a:r>
              <a:rPr lang="ja-JP" altLang="en-US" sz="1050">
                <a:solidFill>
                  <a:schemeClr val="tx1"/>
                </a:solidFill>
              </a:rPr>
              <a:t>競合視点</a:t>
            </a:r>
            <a:endParaRPr kumimoji="1" lang="ja-JP" altLang="en-US" sz="1050">
              <a:solidFill>
                <a:schemeClr val="tx1"/>
              </a:solidFill>
            </a:endParaRPr>
          </a:p>
        </p:txBody>
      </p:sp>
      <p:sp>
        <p:nvSpPr>
          <p:cNvPr id="214" name="正方形/長方形 213">
            <a:extLst>
              <a:ext uri="{FF2B5EF4-FFF2-40B4-BE49-F238E27FC236}">
                <a16:creationId xmlns:a16="http://schemas.microsoft.com/office/drawing/2014/main" id="{DBBB2CC5-5911-2B5C-EB98-9BCF82DA3C18}"/>
              </a:ext>
            </a:extLst>
          </p:cNvPr>
          <p:cNvSpPr/>
          <p:nvPr>
            <p:custDataLst>
              <p:tags r:id="rId98"/>
            </p:custDataLst>
          </p:nvPr>
        </p:nvSpPr>
        <p:spPr bwMode="auto">
          <a:xfrm>
            <a:off x="3616325" y="4078288"/>
            <a:ext cx="800100" cy="136525"/>
          </a:xfrm>
          <a:prstGeom prst="rect">
            <a:avLst/>
          </a:prstGeom>
          <a:solidFill>
            <a:schemeClr val="tx1"/>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lang="ja-JP" altLang="en-US" sz="900">
                <a:solidFill>
                  <a:schemeClr val="bg1"/>
                </a:solidFill>
                <a:effectLst/>
              </a:rPr>
              <a:t>調査準備～実査</a:t>
            </a:r>
            <a:endParaRPr kumimoji="1" lang="ja-JP" altLang="en-US" sz="900">
              <a:solidFill>
                <a:schemeClr val="bg1"/>
              </a:solidFill>
            </a:endParaRPr>
          </a:p>
        </p:txBody>
      </p:sp>
      <p:sp>
        <p:nvSpPr>
          <p:cNvPr id="9" name="正方形/長方形 8">
            <a:extLst>
              <a:ext uri="{FF2B5EF4-FFF2-40B4-BE49-F238E27FC236}">
                <a16:creationId xmlns:a16="http://schemas.microsoft.com/office/drawing/2014/main" id="{3D75BD3F-3DEC-5A5B-C4FC-A1EB8491868F}"/>
              </a:ext>
            </a:extLst>
          </p:cNvPr>
          <p:cNvSpPr/>
          <p:nvPr>
            <p:custDataLst>
              <p:tags r:id="rId99"/>
            </p:custDataLst>
          </p:nvPr>
        </p:nvSpPr>
        <p:spPr bwMode="auto">
          <a:xfrm>
            <a:off x="396875" y="5033963"/>
            <a:ext cx="1066800" cy="16033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lang="ja-JP" altLang="en-US" sz="1050">
                <a:solidFill>
                  <a:schemeClr val="tx1"/>
                </a:solidFill>
                <a:effectLst/>
              </a:rPr>
              <a:t>①ビジネスモデル</a:t>
            </a:r>
          </a:p>
        </p:txBody>
      </p:sp>
      <p:sp>
        <p:nvSpPr>
          <p:cNvPr id="148" name="正方形/長方形 147">
            <a:extLst>
              <a:ext uri="{FF2B5EF4-FFF2-40B4-BE49-F238E27FC236}">
                <a16:creationId xmlns:a16="http://schemas.microsoft.com/office/drawing/2014/main" id="{7AF17D1B-8196-9464-096B-C9F4BA6C700E}"/>
              </a:ext>
            </a:extLst>
          </p:cNvPr>
          <p:cNvSpPr/>
          <p:nvPr>
            <p:custDataLst>
              <p:tags r:id="rId100"/>
            </p:custDataLst>
          </p:nvPr>
        </p:nvSpPr>
        <p:spPr bwMode="auto">
          <a:xfrm>
            <a:off x="396875" y="3748088"/>
            <a:ext cx="1762125" cy="16033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lang="en-US" altLang="ja-JP" sz="1050">
                <a:solidFill>
                  <a:schemeClr val="tx1"/>
                </a:solidFill>
              </a:rPr>
              <a:t>B </a:t>
            </a:r>
            <a:r>
              <a:rPr lang="ja-JP" altLang="en-US" sz="1050">
                <a:solidFill>
                  <a:schemeClr val="tx1"/>
                </a:solidFill>
              </a:rPr>
              <a:t>技術起点</a:t>
            </a:r>
            <a:r>
              <a:rPr lang="en-US" altLang="ja-JP" sz="1050">
                <a:solidFill>
                  <a:schemeClr val="tx1"/>
                </a:solidFill>
              </a:rPr>
              <a:t>/</a:t>
            </a:r>
            <a:r>
              <a:rPr lang="ja-JP" altLang="en-US" sz="1050">
                <a:solidFill>
                  <a:schemeClr val="tx1"/>
                </a:solidFill>
              </a:rPr>
              <a:t>提案起点</a:t>
            </a:r>
            <a:r>
              <a:rPr lang="en-US" altLang="ja-JP" sz="1050">
                <a:solidFill>
                  <a:schemeClr val="tx1"/>
                </a:solidFill>
              </a:rPr>
              <a:t>※</a:t>
            </a:r>
            <a:r>
              <a:rPr lang="ja-JP" altLang="en-US" sz="1050">
                <a:solidFill>
                  <a:schemeClr val="tx1"/>
                </a:solidFill>
              </a:rPr>
              <a:t>精査中</a:t>
            </a:r>
            <a:endParaRPr kumimoji="1" lang="ja-JP" altLang="en-US" sz="1050">
              <a:solidFill>
                <a:schemeClr val="tx1"/>
              </a:solidFill>
            </a:endParaRPr>
          </a:p>
        </p:txBody>
      </p:sp>
      <p:sp>
        <p:nvSpPr>
          <p:cNvPr id="192" name="正方形/長方形 191">
            <a:extLst>
              <a:ext uri="{FF2B5EF4-FFF2-40B4-BE49-F238E27FC236}">
                <a16:creationId xmlns:a16="http://schemas.microsoft.com/office/drawing/2014/main" id="{736E73A8-354B-A794-904A-E8540419132A}"/>
              </a:ext>
            </a:extLst>
          </p:cNvPr>
          <p:cNvSpPr/>
          <p:nvPr>
            <p:custDataLst>
              <p:tags r:id="rId101"/>
            </p:custDataLst>
          </p:nvPr>
        </p:nvSpPr>
        <p:spPr bwMode="auto">
          <a:xfrm>
            <a:off x="9172575" y="3590925"/>
            <a:ext cx="1174750" cy="136525"/>
          </a:xfrm>
          <a:prstGeom prst="rect">
            <a:avLst/>
          </a:prstGeom>
          <a:solidFill>
            <a:schemeClr val="tx1"/>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lang="ja-JP" altLang="en-US" sz="900">
                <a:solidFill>
                  <a:schemeClr val="bg1"/>
                </a:solidFill>
              </a:rPr>
              <a:t>実現性</a:t>
            </a:r>
            <a:r>
              <a:rPr lang="en-US" altLang="ja-JP" sz="900">
                <a:solidFill>
                  <a:schemeClr val="bg1"/>
                </a:solidFill>
              </a:rPr>
              <a:t>/</a:t>
            </a:r>
            <a:r>
              <a:rPr lang="ja-JP" altLang="en-US" sz="900">
                <a:solidFill>
                  <a:schemeClr val="bg1"/>
                </a:solidFill>
              </a:rPr>
              <a:t>持続可能性検証</a:t>
            </a:r>
          </a:p>
        </p:txBody>
      </p:sp>
      <p:sp>
        <p:nvSpPr>
          <p:cNvPr id="10" name="正方形/長方形 9">
            <a:extLst>
              <a:ext uri="{FF2B5EF4-FFF2-40B4-BE49-F238E27FC236}">
                <a16:creationId xmlns:a16="http://schemas.microsoft.com/office/drawing/2014/main" id="{D0B1D545-FD39-48B1-1B5B-42EAD4864F1D}"/>
              </a:ext>
            </a:extLst>
          </p:cNvPr>
          <p:cNvSpPr/>
          <p:nvPr>
            <p:custDataLst>
              <p:tags r:id="rId102"/>
            </p:custDataLst>
          </p:nvPr>
        </p:nvSpPr>
        <p:spPr bwMode="auto">
          <a:xfrm>
            <a:off x="396875" y="5194300"/>
            <a:ext cx="933450" cy="16033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kumimoji="1" lang="ja-JP" altLang="en-US" sz="1050">
                <a:solidFill>
                  <a:schemeClr val="tx1"/>
                </a:solidFill>
              </a:rPr>
              <a:t>②</a:t>
            </a:r>
            <a:r>
              <a:rPr kumimoji="1" lang="zh-TW" altLang="en-US" sz="1050">
                <a:solidFill>
                  <a:schemeClr val="tx1"/>
                </a:solidFill>
              </a:rPr>
              <a:t>統合顧客体験</a:t>
            </a:r>
          </a:p>
        </p:txBody>
      </p:sp>
      <p:sp>
        <p:nvSpPr>
          <p:cNvPr id="162" name="正方形/長方形 161">
            <a:extLst>
              <a:ext uri="{FF2B5EF4-FFF2-40B4-BE49-F238E27FC236}">
                <a16:creationId xmlns:a16="http://schemas.microsoft.com/office/drawing/2014/main" id="{20A96F30-D6F8-2DDC-277E-1AB4B532A088}"/>
              </a:ext>
            </a:extLst>
          </p:cNvPr>
          <p:cNvSpPr/>
          <p:nvPr>
            <p:custDataLst>
              <p:tags r:id="rId103"/>
            </p:custDataLst>
          </p:nvPr>
        </p:nvSpPr>
        <p:spPr bwMode="auto">
          <a:xfrm>
            <a:off x="5667375" y="3430588"/>
            <a:ext cx="876300" cy="136525"/>
          </a:xfrm>
          <a:prstGeom prst="rect">
            <a:avLst/>
          </a:prstGeom>
          <a:solidFill>
            <a:schemeClr val="tx1"/>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lang="ja-JP" altLang="en-US" sz="900">
                <a:solidFill>
                  <a:schemeClr val="bg1"/>
                </a:solidFill>
                <a:effectLst/>
              </a:rPr>
              <a:t>受容性検証</a:t>
            </a:r>
            <a:r>
              <a:rPr lang="en-US" altLang="ja-JP" sz="900">
                <a:solidFill>
                  <a:schemeClr val="bg1"/>
                </a:solidFill>
                <a:effectLst/>
              </a:rPr>
              <a:t>(</a:t>
            </a:r>
            <a:r>
              <a:rPr lang="ja-JP" altLang="en-US" sz="900">
                <a:solidFill>
                  <a:schemeClr val="bg1"/>
                </a:solidFill>
                <a:effectLst/>
              </a:rPr>
              <a:t>実査</a:t>
            </a:r>
            <a:r>
              <a:rPr lang="en-US" altLang="ja-JP" sz="900">
                <a:solidFill>
                  <a:schemeClr val="bg1"/>
                </a:solidFill>
                <a:effectLst/>
              </a:rPr>
              <a:t>)</a:t>
            </a:r>
            <a:endParaRPr kumimoji="1" lang="ja-JP" altLang="en-US" sz="900">
              <a:solidFill>
                <a:schemeClr val="bg1"/>
              </a:solidFill>
            </a:endParaRPr>
          </a:p>
        </p:txBody>
      </p:sp>
      <p:sp>
        <p:nvSpPr>
          <p:cNvPr id="11" name="正方形/長方形 10">
            <a:extLst>
              <a:ext uri="{FF2B5EF4-FFF2-40B4-BE49-F238E27FC236}">
                <a16:creationId xmlns:a16="http://schemas.microsoft.com/office/drawing/2014/main" id="{BF240848-8159-E806-A55D-18C70615E373}"/>
              </a:ext>
            </a:extLst>
          </p:cNvPr>
          <p:cNvSpPr/>
          <p:nvPr>
            <p:custDataLst>
              <p:tags r:id="rId104"/>
            </p:custDataLst>
          </p:nvPr>
        </p:nvSpPr>
        <p:spPr bwMode="auto">
          <a:xfrm>
            <a:off x="396875" y="5354638"/>
            <a:ext cx="1066800" cy="16033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lang="ja-JP" altLang="en-US" sz="1050">
                <a:solidFill>
                  <a:schemeClr val="tx1"/>
                </a:solidFill>
                <a:effectLst/>
              </a:rPr>
              <a:t>③オペレーション</a:t>
            </a:r>
          </a:p>
        </p:txBody>
      </p:sp>
      <p:sp>
        <p:nvSpPr>
          <p:cNvPr id="150" name="正方形/長方形 149">
            <a:extLst>
              <a:ext uri="{FF2B5EF4-FFF2-40B4-BE49-F238E27FC236}">
                <a16:creationId xmlns:a16="http://schemas.microsoft.com/office/drawing/2014/main" id="{726E1F64-E13E-69AA-EBFE-5616FB9F5D71}"/>
              </a:ext>
            </a:extLst>
          </p:cNvPr>
          <p:cNvSpPr/>
          <p:nvPr>
            <p:custDataLst>
              <p:tags r:id="rId105"/>
            </p:custDataLst>
          </p:nvPr>
        </p:nvSpPr>
        <p:spPr bwMode="auto">
          <a:xfrm>
            <a:off x="396875" y="3263900"/>
            <a:ext cx="1357313" cy="16033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lang="en-US" altLang="ja-JP" sz="1050">
                <a:solidFill>
                  <a:schemeClr val="tx1"/>
                </a:solidFill>
              </a:rPr>
              <a:t>A-2</a:t>
            </a:r>
            <a:r>
              <a:rPr lang="ja-JP" altLang="en-US" sz="1050">
                <a:solidFill>
                  <a:schemeClr val="tx1"/>
                </a:solidFill>
              </a:rPr>
              <a:t> </a:t>
            </a:r>
            <a:r>
              <a:rPr lang="en-US" altLang="ja-JP" sz="1050">
                <a:solidFill>
                  <a:schemeClr val="tx1"/>
                </a:solidFill>
              </a:rPr>
              <a:t>Club/</a:t>
            </a:r>
            <a:r>
              <a:rPr lang="ja-JP" altLang="en-US" sz="1050">
                <a:solidFill>
                  <a:schemeClr val="tx1"/>
                </a:solidFill>
              </a:rPr>
              <a:t>生活の定期券</a:t>
            </a:r>
            <a:endParaRPr kumimoji="1" lang="ja-JP" altLang="en-US" sz="1050">
              <a:solidFill>
                <a:schemeClr val="tx1"/>
              </a:solidFill>
            </a:endParaRPr>
          </a:p>
        </p:txBody>
      </p:sp>
      <p:sp>
        <p:nvSpPr>
          <p:cNvPr id="100" name="正方形/長方形 99">
            <a:extLst>
              <a:ext uri="{FF2B5EF4-FFF2-40B4-BE49-F238E27FC236}">
                <a16:creationId xmlns:a16="http://schemas.microsoft.com/office/drawing/2014/main" id="{78F3264C-25BF-55A5-E020-C93506AA211C}"/>
              </a:ext>
            </a:extLst>
          </p:cNvPr>
          <p:cNvSpPr/>
          <p:nvPr>
            <p:custDataLst>
              <p:tags r:id="rId106"/>
            </p:custDataLst>
          </p:nvPr>
        </p:nvSpPr>
        <p:spPr bwMode="auto">
          <a:xfrm>
            <a:off x="396875" y="5514975"/>
            <a:ext cx="933450" cy="16033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kumimoji="1" lang="ja-JP" altLang="en-US" sz="1050">
                <a:solidFill>
                  <a:schemeClr val="tx1"/>
                </a:solidFill>
              </a:rPr>
              <a:t>④アライアンス</a:t>
            </a:r>
          </a:p>
        </p:txBody>
      </p:sp>
      <p:sp>
        <p:nvSpPr>
          <p:cNvPr id="210" name="正方形/長方形 209">
            <a:extLst>
              <a:ext uri="{FF2B5EF4-FFF2-40B4-BE49-F238E27FC236}">
                <a16:creationId xmlns:a16="http://schemas.microsoft.com/office/drawing/2014/main" id="{F6DFC683-2913-03B8-E29F-6ACDBCB8DAFF}"/>
              </a:ext>
            </a:extLst>
          </p:cNvPr>
          <p:cNvSpPr/>
          <p:nvPr>
            <p:custDataLst>
              <p:tags r:id="rId107"/>
            </p:custDataLst>
          </p:nvPr>
        </p:nvSpPr>
        <p:spPr bwMode="auto">
          <a:xfrm>
            <a:off x="7329488" y="3270250"/>
            <a:ext cx="685800" cy="136525"/>
          </a:xfrm>
          <a:prstGeom prst="rect">
            <a:avLst/>
          </a:prstGeom>
          <a:solidFill>
            <a:schemeClr val="tx1"/>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lang="ja-JP" altLang="en-US" sz="900">
                <a:solidFill>
                  <a:schemeClr val="bg1"/>
                </a:solidFill>
                <a:effectLst/>
              </a:rPr>
              <a:t>サービス磨込</a:t>
            </a:r>
            <a:endParaRPr kumimoji="1" lang="ja-JP" altLang="en-US" sz="900">
              <a:solidFill>
                <a:schemeClr val="bg1"/>
              </a:solidFill>
            </a:endParaRPr>
          </a:p>
        </p:txBody>
      </p:sp>
      <p:sp>
        <p:nvSpPr>
          <p:cNvPr id="98" name="正方形/長方形 97">
            <a:extLst>
              <a:ext uri="{FF2B5EF4-FFF2-40B4-BE49-F238E27FC236}">
                <a16:creationId xmlns:a16="http://schemas.microsoft.com/office/drawing/2014/main" id="{2B6C0716-A249-98BC-D6AE-9D678187944D}"/>
              </a:ext>
            </a:extLst>
          </p:cNvPr>
          <p:cNvSpPr/>
          <p:nvPr>
            <p:custDataLst>
              <p:tags r:id="rId108"/>
            </p:custDataLst>
          </p:nvPr>
        </p:nvSpPr>
        <p:spPr bwMode="auto">
          <a:xfrm>
            <a:off x="396875" y="5675313"/>
            <a:ext cx="1200150" cy="16033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kumimoji="1" lang="ja-JP" altLang="en-US" sz="1050">
                <a:solidFill>
                  <a:schemeClr val="tx1"/>
                </a:solidFill>
              </a:rPr>
              <a:t>⑤経済圏ガバナンス</a:t>
            </a:r>
          </a:p>
        </p:txBody>
      </p:sp>
      <p:sp>
        <p:nvSpPr>
          <p:cNvPr id="201" name="正方形/長方形 200">
            <a:extLst>
              <a:ext uri="{FF2B5EF4-FFF2-40B4-BE49-F238E27FC236}">
                <a16:creationId xmlns:a16="http://schemas.microsoft.com/office/drawing/2014/main" id="{F6E9C4B6-D7D8-D2C7-7364-50B9E214E7B5}"/>
              </a:ext>
            </a:extLst>
          </p:cNvPr>
          <p:cNvSpPr/>
          <p:nvPr>
            <p:custDataLst>
              <p:tags r:id="rId109"/>
            </p:custDataLst>
          </p:nvPr>
        </p:nvSpPr>
        <p:spPr bwMode="auto">
          <a:xfrm>
            <a:off x="3279775" y="3270250"/>
            <a:ext cx="1028700" cy="136525"/>
          </a:xfrm>
          <a:prstGeom prst="rect">
            <a:avLst/>
          </a:prstGeom>
          <a:solidFill>
            <a:schemeClr val="tx1"/>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lang="ja-JP" altLang="en-US" sz="900">
                <a:solidFill>
                  <a:schemeClr val="bg1"/>
                </a:solidFill>
                <a:effectLst/>
              </a:rPr>
              <a:t>コンセプト初期構築</a:t>
            </a:r>
            <a:endParaRPr kumimoji="1" lang="ja-JP" altLang="en-US" sz="900">
              <a:solidFill>
                <a:schemeClr val="bg1"/>
              </a:solidFill>
            </a:endParaRPr>
          </a:p>
        </p:txBody>
      </p:sp>
      <p:sp>
        <p:nvSpPr>
          <p:cNvPr id="164" name="正方形/長方形 163">
            <a:extLst>
              <a:ext uri="{FF2B5EF4-FFF2-40B4-BE49-F238E27FC236}">
                <a16:creationId xmlns:a16="http://schemas.microsoft.com/office/drawing/2014/main" id="{DEF19A5A-5150-817A-3454-C8D9CD8DB439}"/>
              </a:ext>
            </a:extLst>
          </p:cNvPr>
          <p:cNvSpPr/>
          <p:nvPr>
            <p:custDataLst>
              <p:tags r:id="rId110"/>
            </p:custDataLst>
          </p:nvPr>
        </p:nvSpPr>
        <p:spPr bwMode="auto">
          <a:xfrm>
            <a:off x="9444038" y="3430588"/>
            <a:ext cx="1155700" cy="136525"/>
          </a:xfrm>
          <a:prstGeom prst="rect">
            <a:avLst/>
          </a:prstGeom>
          <a:solidFill>
            <a:schemeClr val="tx1"/>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lang="ja-JP" altLang="en-US" sz="900">
                <a:solidFill>
                  <a:schemeClr val="bg1"/>
                </a:solidFill>
              </a:rPr>
              <a:t>受容性検証</a:t>
            </a:r>
            <a:r>
              <a:rPr lang="en-US" altLang="ja-JP" sz="900">
                <a:solidFill>
                  <a:schemeClr val="bg1"/>
                </a:solidFill>
              </a:rPr>
              <a:t>(</a:t>
            </a:r>
            <a:r>
              <a:rPr lang="ja-JP" altLang="en-US" sz="900">
                <a:solidFill>
                  <a:schemeClr val="bg1"/>
                </a:solidFill>
              </a:rPr>
              <a:t>実査</a:t>
            </a:r>
            <a:r>
              <a:rPr lang="en-US" altLang="ja-JP" sz="900">
                <a:solidFill>
                  <a:schemeClr val="bg1"/>
                </a:solidFill>
              </a:rPr>
              <a:t>/MVP)</a:t>
            </a:r>
            <a:endParaRPr kumimoji="1" lang="ja-JP" altLang="en-US" sz="900">
              <a:solidFill>
                <a:schemeClr val="bg1"/>
              </a:solidFill>
            </a:endParaRPr>
          </a:p>
        </p:txBody>
      </p:sp>
      <p:sp>
        <p:nvSpPr>
          <p:cNvPr id="183" name="正方形/長方形 182">
            <a:extLst>
              <a:ext uri="{FF2B5EF4-FFF2-40B4-BE49-F238E27FC236}">
                <a16:creationId xmlns:a16="http://schemas.microsoft.com/office/drawing/2014/main" id="{9F6D1016-7373-628C-8709-86704C573359}"/>
              </a:ext>
            </a:extLst>
          </p:cNvPr>
          <p:cNvSpPr/>
          <p:nvPr>
            <p:custDataLst>
              <p:tags r:id="rId111"/>
            </p:custDataLst>
          </p:nvPr>
        </p:nvSpPr>
        <p:spPr bwMode="auto">
          <a:xfrm>
            <a:off x="7085013" y="2946400"/>
            <a:ext cx="1174750" cy="136525"/>
          </a:xfrm>
          <a:prstGeom prst="rect">
            <a:avLst/>
          </a:prstGeom>
          <a:solidFill>
            <a:schemeClr val="tx1"/>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lang="ja-JP" altLang="en-US" sz="900">
                <a:solidFill>
                  <a:schemeClr val="bg1"/>
                </a:solidFill>
                <a:effectLst/>
              </a:rPr>
              <a:t>実現性</a:t>
            </a:r>
            <a:r>
              <a:rPr lang="en-US" altLang="ja-JP" sz="900">
                <a:solidFill>
                  <a:schemeClr val="bg1"/>
                </a:solidFill>
                <a:effectLst/>
              </a:rPr>
              <a:t>/</a:t>
            </a:r>
            <a:r>
              <a:rPr lang="ja-JP" altLang="en-US" sz="900">
                <a:solidFill>
                  <a:schemeClr val="bg1"/>
                </a:solidFill>
                <a:effectLst/>
              </a:rPr>
              <a:t>持続可能性検証</a:t>
            </a:r>
            <a:endParaRPr kumimoji="1" lang="ja-JP" altLang="en-US" sz="900">
              <a:solidFill>
                <a:schemeClr val="bg1"/>
              </a:solidFill>
            </a:endParaRPr>
          </a:p>
        </p:txBody>
      </p:sp>
      <p:sp>
        <p:nvSpPr>
          <p:cNvPr id="116" name="正方形/長方形 115">
            <a:extLst>
              <a:ext uri="{FF2B5EF4-FFF2-40B4-BE49-F238E27FC236}">
                <a16:creationId xmlns:a16="http://schemas.microsoft.com/office/drawing/2014/main" id="{EC04AAF2-6F47-28D2-F586-1C43D042CCE5}"/>
              </a:ext>
            </a:extLst>
          </p:cNvPr>
          <p:cNvSpPr/>
          <p:nvPr>
            <p:custDataLst>
              <p:tags r:id="rId112"/>
            </p:custDataLst>
          </p:nvPr>
        </p:nvSpPr>
        <p:spPr bwMode="auto">
          <a:xfrm>
            <a:off x="396875" y="5835650"/>
            <a:ext cx="800100" cy="16033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lang="ja-JP" altLang="en-US" sz="1050">
                <a:solidFill>
                  <a:schemeClr val="tx1"/>
                </a:solidFill>
              </a:rPr>
              <a:t>（バッファ）</a:t>
            </a:r>
            <a:endParaRPr kumimoji="1" lang="ja-JP" altLang="en-US" sz="1050">
              <a:solidFill>
                <a:schemeClr val="tx1"/>
              </a:solidFill>
            </a:endParaRPr>
          </a:p>
        </p:txBody>
      </p:sp>
      <p:sp>
        <p:nvSpPr>
          <p:cNvPr id="166" name="正方形/長方形 165">
            <a:extLst>
              <a:ext uri="{FF2B5EF4-FFF2-40B4-BE49-F238E27FC236}">
                <a16:creationId xmlns:a16="http://schemas.microsoft.com/office/drawing/2014/main" id="{D684B44C-788A-FF08-3711-2A0A98382AA1}"/>
              </a:ext>
            </a:extLst>
          </p:cNvPr>
          <p:cNvSpPr/>
          <p:nvPr>
            <p:custDataLst>
              <p:tags r:id="rId113"/>
            </p:custDataLst>
          </p:nvPr>
        </p:nvSpPr>
        <p:spPr bwMode="auto">
          <a:xfrm>
            <a:off x="6132513" y="2786063"/>
            <a:ext cx="990600" cy="136525"/>
          </a:xfrm>
          <a:prstGeom prst="rect">
            <a:avLst/>
          </a:prstGeom>
          <a:solidFill>
            <a:schemeClr val="tx1"/>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lang="ja-JP" altLang="en-US" sz="900">
                <a:solidFill>
                  <a:schemeClr val="bg1"/>
                </a:solidFill>
              </a:rPr>
              <a:t>受容性検証</a:t>
            </a:r>
            <a:r>
              <a:rPr lang="en-US" altLang="ja-JP" sz="900">
                <a:solidFill>
                  <a:schemeClr val="bg1"/>
                </a:solidFill>
              </a:rPr>
              <a:t>(</a:t>
            </a:r>
            <a:r>
              <a:rPr lang="ja-JP" altLang="en-US" sz="900">
                <a:solidFill>
                  <a:schemeClr val="bg1"/>
                </a:solidFill>
              </a:rPr>
              <a:t>ｺﾝｾﾌﾟﾄ</a:t>
            </a:r>
            <a:r>
              <a:rPr lang="en-US" altLang="ja-JP" sz="900">
                <a:solidFill>
                  <a:schemeClr val="bg1"/>
                </a:solidFill>
              </a:rPr>
              <a:t>)</a:t>
            </a:r>
            <a:endParaRPr lang="ja-JP" altLang="en-US" sz="900">
              <a:solidFill>
                <a:schemeClr val="bg1"/>
              </a:solidFill>
            </a:endParaRPr>
          </a:p>
        </p:txBody>
      </p:sp>
      <p:sp>
        <p:nvSpPr>
          <p:cNvPr id="5" name="正方形/長方形 4">
            <a:extLst>
              <a:ext uri="{FF2B5EF4-FFF2-40B4-BE49-F238E27FC236}">
                <a16:creationId xmlns:a16="http://schemas.microsoft.com/office/drawing/2014/main" id="{A1996461-21FD-E141-3642-456BB6CB88DC}"/>
              </a:ext>
            </a:extLst>
          </p:cNvPr>
          <p:cNvSpPr/>
          <p:nvPr>
            <p:custDataLst>
              <p:tags r:id="rId114"/>
            </p:custDataLst>
          </p:nvPr>
        </p:nvSpPr>
        <p:spPr bwMode="auto">
          <a:xfrm>
            <a:off x="396875" y="4392613"/>
            <a:ext cx="800100" cy="16033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kumimoji="1" lang="ja-JP" altLang="en-US" sz="1050">
                <a:solidFill>
                  <a:schemeClr val="bg1"/>
                </a:solidFill>
              </a:rPr>
              <a:t>活動立上準備</a:t>
            </a:r>
          </a:p>
        </p:txBody>
      </p:sp>
      <p:sp>
        <p:nvSpPr>
          <p:cNvPr id="125" name="正方形/長方形 124">
            <a:extLst>
              <a:ext uri="{FF2B5EF4-FFF2-40B4-BE49-F238E27FC236}">
                <a16:creationId xmlns:a16="http://schemas.microsoft.com/office/drawing/2014/main" id="{DACED356-CF38-4EC9-1848-C7C3D9322082}"/>
              </a:ext>
            </a:extLst>
          </p:cNvPr>
          <p:cNvSpPr/>
          <p:nvPr>
            <p:custDataLst>
              <p:tags r:id="rId115"/>
            </p:custDataLst>
          </p:nvPr>
        </p:nvSpPr>
        <p:spPr bwMode="auto">
          <a:xfrm>
            <a:off x="396875" y="6316663"/>
            <a:ext cx="800100" cy="16033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lang="ja-JP" altLang="en-US" sz="1050">
                <a:solidFill>
                  <a:schemeClr val="tx1"/>
                </a:solidFill>
              </a:rPr>
              <a:t>（バッファ）</a:t>
            </a:r>
            <a:endParaRPr kumimoji="1" lang="ja-JP" altLang="en-US" sz="1050">
              <a:solidFill>
                <a:schemeClr val="tx1"/>
              </a:solidFill>
            </a:endParaRPr>
          </a:p>
        </p:txBody>
      </p:sp>
      <p:sp>
        <p:nvSpPr>
          <p:cNvPr id="92" name="正方形/長方形 91">
            <a:extLst>
              <a:ext uri="{FF2B5EF4-FFF2-40B4-BE49-F238E27FC236}">
                <a16:creationId xmlns:a16="http://schemas.microsoft.com/office/drawing/2014/main" id="{547C50EA-B11E-04AC-45CD-50C3397106E8}"/>
              </a:ext>
            </a:extLst>
          </p:cNvPr>
          <p:cNvSpPr/>
          <p:nvPr>
            <p:custDataLst>
              <p:tags r:id="rId116"/>
            </p:custDataLst>
          </p:nvPr>
        </p:nvSpPr>
        <p:spPr bwMode="auto">
          <a:xfrm>
            <a:off x="396875" y="2779713"/>
            <a:ext cx="1149350" cy="16033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lang="en-US" altLang="ja-JP" sz="1050">
                <a:solidFill>
                  <a:schemeClr val="tx1"/>
                </a:solidFill>
              </a:rPr>
              <a:t>A-1 JRE MALL</a:t>
            </a:r>
            <a:r>
              <a:rPr lang="ja-JP" altLang="en-US" sz="1050">
                <a:solidFill>
                  <a:schemeClr val="tx1"/>
                </a:solidFill>
              </a:rPr>
              <a:t>関連</a:t>
            </a:r>
            <a:endParaRPr kumimoji="1" lang="ja-JP" altLang="en-US" sz="1050">
              <a:solidFill>
                <a:schemeClr val="tx1"/>
              </a:solidFill>
            </a:endParaRPr>
          </a:p>
        </p:txBody>
      </p:sp>
      <p:sp>
        <p:nvSpPr>
          <p:cNvPr id="224" name="正方形/長方形 223">
            <a:extLst>
              <a:ext uri="{FF2B5EF4-FFF2-40B4-BE49-F238E27FC236}">
                <a16:creationId xmlns:a16="http://schemas.microsoft.com/office/drawing/2014/main" id="{DBC3C8E3-385E-DBA6-BCDD-6ACCFDBFB381}"/>
              </a:ext>
            </a:extLst>
          </p:cNvPr>
          <p:cNvSpPr/>
          <p:nvPr>
            <p:custDataLst>
              <p:tags r:id="rId117"/>
            </p:custDataLst>
          </p:nvPr>
        </p:nvSpPr>
        <p:spPr bwMode="auto">
          <a:xfrm>
            <a:off x="6170613" y="4238625"/>
            <a:ext cx="914400" cy="136525"/>
          </a:xfrm>
          <a:prstGeom prst="rect">
            <a:avLst/>
          </a:prstGeom>
          <a:solidFill>
            <a:schemeClr val="tx1"/>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lang="ja-JP" altLang="en-US" sz="900">
                <a:solidFill>
                  <a:schemeClr val="bg1"/>
                </a:solidFill>
                <a:effectLst/>
              </a:rPr>
              <a:t>サービス企画検討</a:t>
            </a:r>
            <a:endParaRPr kumimoji="1" lang="ja-JP" altLang="en-US" sz="900">
              <a:solidFill>
                <a:schemeClr val="bg1"/>
              </a:solidFill>
            </a:endParaRPr>
          </a:p>
        </p:txBody>
      </p:sp>
      <p:sp>
        <p:nvSpPr>
          <p:cNvPr id="130" name="正方形/長方形 129">
            <a:extLst>
              <a:ext uri="{FF2B5EF4-FFF2-40B4-BE49-F238E27FC236}">
                <a16:creationId xmlns:a16="http://schemas.microsoft.com/office/drawing/2014/main" id="{B2C50D54-FCAE-487A-9E18-1652A828A867}"/>
              </a:ext>
            </a:extLst>
          </p:cNvPr>
          <p:cNvSpPr/>
          <p:nvPr>
            <p:custDataLst>
              <p:tags r:id="rId118"/>
            </p:custDataLst>
          </p:nvPr>
        </p:nvSpPr>
        <p:spPr bwMode="auto">
          <a:xfrm>
            <a:off x="396875" y="2619375"/>
            <a:ext cx="1733550" cy="16033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lang="ja-JP" altLang="en-US" sz="1050">
                <a:solidFill>
                  <a:schemeClr val="tx1"/>
                </a:solidFill>
              </a:rPr>
              <a:t>テーマ別サービス企画・検証</a:t>
            </a:r>
            <a:endParaRPr kumimoji="1" lang="ja-JP" altLang="en-US" sz="1050">
              <a:solidFill>
                <a:schemeClr val="tx1"/>
              </a:solidFill>
            </a:endParaRPr>
          </a:p>
        </p:txBody>
      </p:sp>
      <p:sp>
        <p:nvSpPr>
          <p:cNvPr id="228" name="正方形/長方形 227">
            <a:extLst>
              <a:ext uri="{FF2B5EF4-FFF2-40B4-BE49-F238E27FC236}">
                <a16:creationId xmlns:a16="http://schemas.microsoft.com/office/drawing/2014/main" id="{96D6C99C-DAA7-299C-8B09-2F28F8E97608}"/>
              </a:ext>
            </a:extLst>
          </p:cNvPr>
          <p:cNvSpPr/>
          <p:nvPr>
            <p:custDataLst>
              <p:tags r:id="rId119"/>
            </p:custDataLst>
          </p:nvPr>
        </p:nvSpPr>
        <p:spPr bwMode="auto">
          <a:xfrm>
            <a:off x="3413125" y="2786063"/>
            <a:ext cx="685800" cy="136525"/>
          </a:xfrm>
          <a:prstGeom prst="rect">
            <a:avLst/>
          </a:prstGeom>
          <a:solidFill>
            <a:schemeClr val="tx1"/>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lang="ja-JP" altLang="en-US" sz="900">
                <a:solidFill>
                  <a:schemeClr val="bg1"/>
                </a:solidFill>
                <a:effectLst/>
              </a:rPr>
              <a:t>サービス企画</a:t>
            </a:r>
            <a:endParaRPr lang="ja-JP" altLang="en-US" sz="900">
              <a:solidFill>
                <a:schemeClr val="bg1"/>
              </a:solidFill>
            </a:endParaRPr>
          </a:p>
        </p:txBody>
      </p:sp>
      <p:sp>
        <p:nvSpPr>
          <p:cNvPr id="94" name="正方形/長方形 93">
            <a:extLst>
              <a:ext uri="{FF2B5EF4-FFF2-40B4-BE49-F238E27FC236}">
                <a16:creationId xmlns:a16="http://schemas.microsoft.com/office/drawing/2014/main" id="{0F7B8E9E-ECB3-541D-FC58-7ECE3A8E42C9}"/>
              </a:ext>
            </a:extLst>
          </p:cNvPr>
          <p:cNvSpPr/>
          <p:nvPr>
            <p:custDataLst>
              <p:tags r:id="rId120"/>
            </p:custDataLst>
          </p:nvPr>
        </p:nvSpPr>
        <p:spPr bwMode="auto">
          <a:xfrm>
            <a:off x="396875" y="2459038"/>
            <a:ext cx="933450" cy="16033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lang="ja-JP" altLang="en-US" sz="1050">
                <a:solidFill>
                  <a:schemeClr val="tx1"/>
                </a:solidFill>
              </a:rPr>
              <a:t>経営報告（仮）</a:t>
            </a:r>
            <a:endParaRPr kumimoji="1" lang="ja-JP" altLang="en-US" sz="1050">
              <a:solidFill>
                <a:schemeClr val="tx1"/>
              </a:solidFill>
            </a:endParaRPr>
          </a:p>
        </p:txBody>
      </p:sp>
      <p:sp>
        <p:nvSpPr>
          <p:cNvPr id="90" name="正方形/長方形 89">
            <a:extLst>
              <a:ext uri="{FF2B5EF4-FFF2-40B4-BE49-F238E27FC236}">
                <a16:creationId xmlns:a16="http://schemas.microsoft.com/office/drawing/2014/main" id="{59EBA562-CA2D-E8DE-A6A9-470AF392996D}"/>
              </a:ext>
            </a:extLst>
          </p:cNvPr>
          <p:cNvSpPr/>
          <p:nvPr>
            <p:custDataLst>
              <p:tags r:id="rId121"/>
            </p:custDataLst>
          </p:nvPr>
        </p:nvSpPr>
        <p:spPr bwMode="auto">
          <a:xfrm>
            <a:off x="396875" y="2298700"/>
            <a:ext cx="1169988" cy="16033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lang="en-US" altLang="ja-JP" sz="1050">
                <a:solidFill>
                  <a:schemeClr val="tx1"/>
                </a:solidFill>
              </a:rPr>
              <a:t>PJT</a:t>
            </a:r>
            <a:r>
              <a:rPr lang="ja-JP" altLang="en-US" sz="1050">
                <a:solidFill>
                  <a:schemeClr val="tx1"/>
                </a:solidFill>
              </a:rPr>
              <a:t>マイルストーン</a:t>
            </a:r>
            <a:endParaRPr kumimoji="1" lang="ja-JP" altLang="en-US" sz="1050">
              <a:solidFill>
                <a:schemeClr val="tx1"/>
              </a:solidFill>
            </a:endParaRPr>
          </a:p>
        </p:txBody>
      </p:sp>
      <p:sp>
        <p:nvSpPr>
          <p:cNvPr id="237" name="正方形/長方形 236">
            <a:extLst>
              <a:ext uri="{FF2B5EF4-FFF2-40B4-BE49-F238E27FC236}">
                <a16:creationId xmlns:a16="http://schemas.microsoft.com/office/drawing/2014/main" id="{8108D911-FFFB-4810-10A5-78648B2FF1D7}"/>
              </a:ext>
            </a:extLst>
          </p:cNvPr>
          <p:cNvSpPr/>
          <p:nvPr>
            <p:custDataLst>
              <p:tags r:id="rId122"/>
            </p:custDataLst>
          </p:nvPr>
        </p:nvSpPr>
        <p:spPr bwMode="auto">
          <a:xfrm>
            <a:off x="3676650" y="5040314"/>
            <a:ext cx="457200" cy="136525"/>
          </a:xfrm>
          <a:prstGeom prst="rect">
            <a:avLst/>
          </a:prstGeom>
          <a:solidFill>
            <a:schemeClr val="tx1"/>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lang="ja-JP" altLang="en-US" sz="900">
                <a:solidFill>
                  <a:schemeClr val="bg1"/>
                </a:solidFill>
                <a:effectLst/>
              </a:rPr>
              <a:t>初期設計</a:t>
            </a:r>
            <a:endParaRPr kumimoji="1" lang="ja-JP" altLang="en-US" sz="900">
              <a:solidFill>
                <a:schemeClr val="bg1"/>
              </a:solidFill>
            </a:endParaRPr>
          </a:p>
        </p:txBody>
      </p:sp>
      <p:sp>
        <p:nvSpPr>
          <p:cNvPr id="239" name="正方形/長方形 238">
            <a:extLst>
              <a:ext uri="{FF2B5EF4-FFF2-40B4-BE49-F238E27FC236}">
                <a16:creationId xmlns:a16="http://schemas.microsoft.com/office/drawing/2014/main" id="{402C82C4-D8DC-2E66-2F32-76CF8F41A415}"/>
              </a:ext>
            </a:extLst>
          </p:cNvPr>
          <p:cNvSpPr/>
          <p:nvPr>
            <p:custDataLst>
              <p:tags r:id="rId123"/>
            </p:custDataLst>
          </p:nvPr>
        </p:nvSpPr>
        <p:spPr bwMode="auto">
          <a:xfrm>
            <a:off x="7158038" y="5040313"/>
            <a:ext cx="1028700" cy="136525"/>
          </a:xfrm>
          <a:prstGeom prst="rect">
            <a:avLst/>
          </a:prstGeom>
          <a:solidFill>
            <a:schemeClr val="tx1"/>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lang="ja-JP" altLang="en-US" sz="900">
                <a:solidFill>
                  <a:schemeClr val="bg1"/>
                </a:solidFill>
              </a:rPr>
              <a:t>受容性検証結果反映</a:t>
            </a:r>
            <a:endParaRPr kumimoji="1" lang="ja-JP" altLang="en-US" sz="900">
              <a:solidFill>
                <a:schemeClr val="bg1"/>
              </a:solidFill>
            </a:endParaRPr>
          </a:p>
        </p:txBody>
      </p:sp>
      <p:sp>
        <p:nvSpPr>
          <p:cNvPr id="241" name="正方形/長方形 240">
            <a:extLst>
              <a:ext uri="{FF2B5EF4-FFF2-40B4-BE49-F238E27FC236}">
                <a16:creationId xmlns:a16="http://schemas.microsoft.com/office/drawing/2014/main" id="{1FECBFAC-0A45-90AF-740A-8BFD55194F60}"/>
              </a:ext>
            </a:extLst>
          </p:cNvPr>
          <p:cNvSpPr/>
          <p:nvPr>
            <p:custDataLst>
              <p:tags r:id="rId124"/>
            </p:custDataLst>
          </p:nvPr>
        </p:nvSpPr>
        <p:spPr bwMode="auto">
          <a:xfrm>
            <a:off x="9825038" y="5048250"/>
            <a:ext cx="914400" cy="122238"/>
          </a:xfrm>
          <a:prstGeom prst="rect">
            <a:avLst/>
          </a:prstGeom>
          <a:solidFill>
            <a:schemeClr val="tx1"/>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lang="ja-JP" altLang="en-US" sz="800">
                <a:solidFill>
                  <a:schemeClr val="bg1"/>
                </a:solidFill>
                <a:effectLst/>
              </a:rPr>
              <a:t>実現性</a:t>
            </a:r>
            <a:r>
              <a:rPr lang="ja-JP" altLang="en-US" sz="800">
                <a:solidFill>
                  <a:schemeClr val="bg1"/>
                </a:solidFill>
              </a:rPr>
              <a:t>検証結果反映</a:t>
            </a:r>
            <a:endParaRPr kumimoji="1" lang="ja-JP" altLang="en-US" sz="800">
              <a:solidFill>
                <a:schemeClr val="bg1"/>
              </a:solidFill>
            </a:endParaRPr>
          </a:p>
        </p:txBody>
      </p:sp>
      <p:sp>
        <p:nvSpPr>
          <p:cNvPr id="80" name="正方形/長方形 79">
            <a:extLst>
              <a:ext uri="{FF2B5EF4-FFF2-40B4-BE49-F238E27FC236}">
                <a16:creationId xmlns:a16="http://schemas.microsoft.com/office/drawing/2014/main" id="{95423995-CF98-BC39-BE12-9FCF5008E8BA}"/>
              </a:ext>
            </a:extLst>
          </p:cNvPr>
          <p:cNvSpPr/>
          <p:nvPr>
            <p:custDataLst>
              <p:tags r:id="rId125"/>
            </p:custDataLst>
          </p:nvPr>
        </p:nvSpPr>
        <p:spPr bwMode="auto">
          <a:xfrm>
            <a:off x="396875" y="4552950"/>
            <a:ext cx="800100" cy="16033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spcBef>
                <a:spcPct val="0"/>
              </a:spcBef>
              <a:spcAft>
                <a:spcPct val="0"/>
              </a:spcAft>
            </a:pPr>
            <a:r>
              <a:rPr lang="ja-JP" altLang="en-US" sz="1050">
                <a:solidFill>
                  <a:schemeClr val="tx1"/>
                </a:solidFill>
              </a:rPr>
              <a:t>事前情報連携</a:t>
            </a:r>
            <a:endParaRPr kumimoji="1" lang="ja-JP" altLang="en-US" sz="1050">
              <a:solidFill>
                <a:schemeClr val="tx1"/>
              </a:solidFill>
            </a:endParaRPr>
          </a:p>
        </p:txBody>
      </p:sp>
      <p:grpSp>
        <p:nvGrpSpPr>
          <p:cNvPr id="86" name="Sticker">
            <a:extLst>
              <a:ext uri="{FF2B5EF4-FFF2-40B4-BE49-F238E27FC236}">
                <a16:creationId xmlns:a16="http://schemas.microsoft.com/office/drawing/2014/main" id="{3800C701-5AC6-5888-1090-485788DB0BDD}"/>
              </a:ext>
            </a:extLst>
          </p:cNvPr>
          <p:cNvGrpSpPr/>
          <p:nvPr/>
        </p:nvGrpSpPr>
        <p:grpSpPr>
          <a:xfrm>
            <a:off x="11048500" y="63500"/>
            <a:ext cx="1080000" cy="297962"/>
            <a:chOff x="11048500" y="63500"/>
            <a:chExt cx="1080000" cy="297962"/>
          </a:xfrm>
        </p:grpSpPr>
        <p:sp>
          <p:nvSpPr>
            <p:cNvPr id="83" name="Sticker">
              <a:extLst>
                <a:ext uri="{FF2B5EF4-FFF2-40B4-BE49-F238E27FC236}">
                  <a16:creationId xmlns:a16="http://schemas.microsoft.com/office/drawing/2014/main" id="{65158AD2-8919-65E4-7AB0-534151D58076}"/>
                </a:ext>
              </a:extLst>
            </p:cNvPr>
            <p:cNvSpPr/>
            <p:nvPr/>
          </p:nvSpPr>
          <p:spPr>
            <a:xfrm>
              <a:off x="11048500" y="63500"/>
              <a:ext cx="1080000" cy="297962"/>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36000" tIns="36000" rIns="36000" bIns="36000" rtlCol="0" anchor="ctr">
              <a:noAutofit/>
            </a:bodyPr>
            <a:lstStyle/>
            <a:p>
              <a:pPr algn="ctr"/>
              <a:r>
                <a:rPr kumimoji="1" lang="en-US" altLang="ja-JP" sz="1400" b="1">
                  <a:solidFill>
                    <a:srgbClr val="000000"/>
                  </a:solidFill>
                  <a:latin typeface="Rakuten Sans"/>
                  <a:ea typeface="メイリオ" panose="020B0604030504040204" pitchFamily="50" charset="-128"/>
                </a:rPr>
                <a:t>Draft</a:t>
              </a:r>
              <a:endParaRPr kumimoji="1" lang="ja-JP" altLang="en-US" sz="1400" b="1">
                <a:solidFill>
                  <a:srgbClr val="000000"/>
                </a:solidFill>
                <a:latin typeface="Rakuten Sans"/>
                <a:ea typeface="メイリオ" panose="020B0604030504040204" pitchFamily="50" charset="-128"/>
              </a:endParaRPr>
            </a:p>
          </p:txBody>
        </p:sp>
        <p:cxnSp>
          <p:nvCxnSpPr>
            <p:cNvPr id="84" name="Sticker">
              <a:extLst>
                <a:ext uri="{FF2B5EF4-FFF2-40B4-BE49-F238E27FC236}">
                  <a16:creationId xmlns:a16="http://schemas.microsoft.com/office/drawing/2014/main" id="{10E2A3A6-93FD-0DF1-2FF2-CCEB8CA6C86B}"/>
                </a:ext>
              </a:extLst>
            </p:cNvPr>
            <p:cNvCxnSpPr/>
            <p:nvPr/>
          </p:nvCxnSpPr>
          <p:spPr>
            <a:xfrm>
              <a:off x="11048500" y="63500"/>
              <a:ext cx="1080000" cy="0"/>
            </a:xfrm>
            <a:prstGeom prst="line">
              <a:avLst/>
            </a:prstGeom>
            <a:ln w="6350" cmpd="sng">
              <a:solidFill>
                <a:srgbClr val="000000"/>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85" name="Sticker">
              <a:extLst>
                <a:ext uri="{FF2B5EF4-FFF2-40B4-BE49-F238E27FC236}">
                  <a16:creationId xmlns:a16="http://schemas.microsoft.com/office/drawing/2014/main" id="{CAC5FB96-90F5-F6AA-5093-2091B1AABF51}"/>
                </a:ext>
              </a:extLst>
            </p:cNvPr>
            <p:cNvCxnSpPr/>
            <p:nvPr/>
          </p:nvCxnSpPr>
          <p:spPr>
            <a:xfrm>
              <a:off x="11048500" y="361462"/>
              <a:ext cx="1080000" cy="0"/>
            </a:xfrm>
            <a:prstGeom prst="line">
              <a:avLst/>
            </a:prstGeom>
            <a:ln w="6350" cmpd="sng">
              <a:solidFill>
                <a:srgbClr val="000000"/>
              </a:solidFill>
              <a:prstDash val="solid"/>
              <a:headEnd type="none"/>
              <a:tailEnd type="none"/>
            </a:ln>
          </p:spPr>
          <p:style>
            <a:lnRef idx="1">
              <a:schemeClr val="accent1"/>
            </a:lnRef>
            <a:fillRef idx="0">
              <a:schemeClr val="accent1"/>
            </a:fillRef>
            <a:effectRef idx="0">
              <a:schemeClr val="accent1"/>
            </a:effectRef>
            <a:fontRef idx="minor">
              <a:schemeClr val="tx1"/>
            </a:fontRef>
          </p:style>
        </p:cxnSp>
      </p:grpSp>
      <p:cxnSp>
        <p:nvCxnSpPr>
          <p:cNvPr id="137" name="直線コネクタ 136">
            <a:extLst>
              <a:ext uri="{FF2B5EF4-FFF2-40B4-BE49-F238E27FC236}">
                <a16:creationId xmlns:a16="http://schemas.microsoft.com/office/drawing/2014/main" id="{A72F9867-8FF0-6686-E88C-D523AB086CA1}"/>
              </a:ext>
            </a:extLst>
          </p:cNvPr>
          <p:cNvCxnSpPr/>
          <p:nvPr/>
        </p:nvCxnSpPr>
        <p:spPr>
          <a:xfrm>
            <a:off x="3042605" y="1708150"/>
            <a:ext cx="0" cy="4835525"/>
          </a:xfrm>
          <a:prstGeom prst="line">
            <a:avLst/>
          </a:prstGeom>
          <a:ln w="12700">
            <a:solidFill>
              <a:srgbClr val="EA550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41240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501FADAF-5CE5-0B53-8421-802B69737EDF}"/>
              </a:ext>
            </a:extLst>
          </p:cNvPr>
          <p:cNvSpPr>
            <a:spLocks noGrp="1"/>
          </p:cNvSpPr>
          <p:nvPr>
            <p:ph type="body" sz="quarter" idx="14"/>
          </p:nvPr>
        </p:nvSpPr>
        <p:spPr/>
        <p:txBody>
          <a:bodyPr/>
          <a:lstStyle/>
          <a:p>
            <a:pPr marL="457200" indent="-457200">
              <a:buClrTx/>
              <a:buFont typeface="+mj-lt"/>
              <a:buAutoNum type="arabicPeriod"/>
            </a:pPr>
            <a:r>
              <a:rPr kumimoji="1" lang="ja-JP" altLang="en-US">
                <a:solidFill>
                  <a:srgbClr val="000000"/>
                </a:solidFill>
              </a:rPr>
              <a:t>各論点の検討に、</a:t>
            </a:r>
            <a:r>
              <a:rPr kumimoji="1" lang="en-US" altLang="ja-JP">
                <a:solidFill>
                  <a:srgbClr val="000000"/>
                </a:solidFill>
              </a:rPr>
              <a:t>PGM</a:t>
            </a:r>
            <a:r>
              <a:rPr kumimoji="1" lang="ja-JP" altLang="en-US">
                <a:solidFill>
                  <a:srgbClr val="000000"/>
                </a:solidFill>
              </a:rPr>
              <a:t>全体の中から誰を巻き込むべきか？</a:t>
            </a:r>
            <a:endParaRPr kumimoji="1" lang="en-US" altLang="ja-JP">
              <a:solidFill>
                <a:srgbClr val="000000"/>
              </a:solidFill>
            </a:endParaRPr>
          </a:p>
          <a:p>
            <a:pPr marL="457200" indent="-457200">
              <a:buClrTx/>
              <a:buFont typeface="+mj-lt"/>
              <a:buAutoNum type="arabicPeriod"/>
            </a:pPr>
            <a:r>
              <a:rPr lang="ja-JP" altLang="en-US">
                <a:solidFill>
                  <a:srgbClr val="000000"/>
                </a:solidFill>
              </a:rPr>
              <a:t>検討ワークの進め方（週に</a:t>
            </a:r>
            <a:r>
              <a:rPr lang="en-US" altLang="ja-JP">
                <a:solidFill>
                  <a:srgbClr val="000000"/>
                </a:solidFill>
              </a:rPr>
              <a:t>1</a:t>
            </a:r>
            <a:r>
              <a:rPr lang="ja-JP" altLang="en-US">
                <a:solidFill>
                  <a:srgbClr val="000000"/>
                </a:solidFill>
              </a:rPr>
              <a:t>度の定例会＋適宜集中討議方式でいかがか？）</a:t>
            </a:r>
            <a:endParaRPr kumimoji="1" lang="ja-JP" altLang="en-US">
              <a:solidFill>
                <a:srgbClr val="000000"/>
              </a:solidFill>
            </a:endParaRPr>
          </a:p>
        </p:txBody>
      </p:sp>
      <p:sp>
        <p:nvSpPr>
          <p:cNvPr id="3" name="テキスト プレースホルダー 2">
            <a:extLst>
              <a:ext uri="{FF2B5EF4-FFF2-40B4-BE49-F238E27FC236}">
                <a16:creationId xmlns:a16="http://schemas.microsoft.com/office/drawing/2014/main" id="{1939666D-ABC9-709E-DC6E-CFE5EC8084A0}"/>
              </a:ext>
            </a:extLst>
          </p:cNvPr>
          <p:cNvSpPr>
            <a:spLocks noGrp="1"/>
          </p:cNvSpPr>
          <p:nvPr>
            <p:ph type="body" sz="quarter" idx="12"/>
          </p:nvPr>
        </p:nvSpPr>
        <p:spPr/>
        <p:txBody>
          <a:bodyPr/>
          <a:lstStyle/>
          <a:p>
            <a:endParaRPr kumimoji="1" lang="ja-JP" altLang="en-US"/>
          </a:p>
        </p:txBody>
      </p:sp>
      <p:sp>
        <p:nvSpPr>
          <p:cNvPr id="4" name="テキスト プレースホルダー 3">
            <a:extLst>
              <a:ext uri="{FF2B5EF4-FFF2-40B4-BE49-F238E27FC236}">
                <a16:creationId xmlns:a16="http://schemas.microsoft.com/office/drawing/2014/main" id="{0DDE696A-A981-D89B-CABE-538EC1C21B2A}"/>
              </a:ext>
            </a:extLst>
          </p:cNvPr>
          <p:cNvSpPr>
            <a:spLocks noGrp="1"/>
          </p:cNvSpPr>
          <p:nvPr>
            <p:ph type="body" sz="quarter" idx="10"/>
          </p:nvPr>
        </p:nvSpPr>
        <p:spPr/>
        <p:txBody>
          <a:bodyPr/>
          <a:lstStyle/>
          <a:p>
            <a:r>
              <a:rPr kumimoji="1" lang="en-US" altLang="ja-JP">
                <a:solidFill>
                  <a:schemeClr val="tx1"/>
                </a:solidFill>
              </a:rPr>
              <a:t>05_</a:t>
            </a:r>
            <a:r>
              <a:rPr kumimoji="1" lang="ja-JP" altLang="en-US">
                <a:solidFill>
                  <a:schemeClr val="tx1"/>
                </a:solidFill>
              </a:rPr>
              <a:t>全体サービス設計に関する確認・相談事項</a:t>
            </a:r>
          </a:p>
        </p:txBody>
      </p:sp>
    </p:spTree>
    <p:extLst>
      <p:ext uri="{BB962C8B-B14F-4D97-AF65-F5344CB8AC3E}">
        <p14:creationId xmlns:p14="http://schemas.microsoft.com/office/powerpoint/2010/main" val="32931922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9C5AB-4C3E-38ED-97FC-A8185127C44C}"/>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B200273E-4BDC-A562-D7D0-27FE11F2A93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98" imgH="405" progId="TCLayout.ActiveDocument.1">
                  <p:embed/>
                </p:oleObj>
              </mc:Choice>
              <mc:Fallback>
                <p:oleObj name="think-cellスライド" r:id="rId3" imgW="398" imgH="405" progId="TCLayout.ActiveDocument.1">
                  <p:embed/>
                  <p:pic>
                    <p:nvPicPr>
                      <p:cNvPr id="6" name="think-cell data - do not delete" hidden="1">
                        <a:extLst>
                          <a:ext uri="{FF2B5EF4-FFF2-40B4-BE49-F238E27FC236}">
                            <a16:creationId xmlns:a16="http://schemas.microsoft.com/office/drawing/2014/main" id="{B200273E-4BDC-A562-D7D0-27FE11F2A9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正方形/長方形 4">
            <a:extLst>
              <a:ext uri="{FF2B5EF4-FFF2-40B4-BE49-F238E27FC236}">
                <a16:creationId xmlns:a16="http://schemas.microsoft.com/office/drawing/2014/main" id="{F6316B05-BAD6-A407-C7CD-5BEE58413142}"/>
              </a:ext>
            </a:extLst>
          </p:cNvPr>
          <p:cNvSpPr/>
          <p:nvPr/>
        </p:nvSpPr>
        <p:spPr>
          <a:xfrm>
            <a:off x="2762009" y="4309056"/>
            <a:ext cx="7200000" cy="540000"/>
          </a:xfrm>
          <a:prstGeom prst="rect">
            <a:avLst/>
          </a:prstGeom>
          <a:noFill/>
          <a:ln w="19050">
            <a:solidFill>
              <a:srgbClr val="3B8B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プレースホルダー 2">
            <a:extLst>
              <a:ext uri="{FF2B5EF4-FFF2-40B4-BE49-F238E27FC236}">
                <a16:creationId xmlns:a16="http://schemas.microsoft.com/office/drawing/2014/main" id="{BAD28109-C16A-49AB-6CA8-7AA858B2D9E9}"/>
              </a:ext>
            </a:extLst>
          </p:cNvPr>
          <p:cNvSpPr>
            <a:spLocks noGrp="1"/>
          </p:cNvSpPr>
          <p:nvPr>
            <p:ph type="body" sz="quarter" idx="11"/>
          </p:nvPr>
        </p:nvSpPr>
        <p:spPr/>
        <p:txBody>
          <a:bodyPr/>
          <a:lstStyle/>
          <a:p>
            <a:r>
              <a:rPr lang="ja-JP" altLang="en-US"/>
              <a:t>アジェンダ</a:t>
            </a:r>
            <a:endParaRPr kumimoji="1" lang="ja-JP" altLang="en-US"/>
          </a:p>
        </p:txBody>
      </p:sp>
      <p:sp>
        <p:nvSpPr>
          <p:cNvPr id="4" name="正方形/長方形 3">
            <a:extLst>
              <a:ext uri="{FF2B5EF4-FFF2-40B4-BE49-F238E27FC236}">
                <a16:creationId xmlns:a16="http://schemas.microsoft.com/office/drawing/2014/main" id="{330FB50F-A36F-658D-B99B-AF411E544DB0}"/>
              </a:ext>
            </a:extLst>
          </p:cNvPr>
          <p:cNvSpPr/>
          <p:nvPr/>
        </p:nvSpPr>
        <p:spPr>
          <a:xfrm>
            <a:off x="2702740" y="0"/>
            <a:ext cx="9489260" cy="685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nSpc>
                <a:spcPct val="150000"/>
              </a:lnSpc>
              <a:buFont typeface="+mj-lt"/>
              <a:buAutoNum type="arabicPeriod"/>
            </a:pPr>
            <a:r>
              <a:rPr lang="ja-JP" altLang="en-US" sz="2000">
                <a:solidFill>
                  <a:schemeClr val="tx1"/>
                </a:solidFill>
              </a:rPr>
              <a:t>本日の</a:t>
            </a:r>
            <a:r>
              <a:rPr lang="en-US" altLang="ja-JP" sz="2000">
                <a:solidFill>
                  <a:schemeClr val="tx1"/>
                </a:solidFill>
              </a:rPr>
              <a:t>MTG</a:t>
            </a:r>
            <a:r>
              <a:rPr lang="ja-JP" altLang="en-US" sz="2000">
                <a:solidFill>
                  <a:schemeClr val="tx1"/>
                </a:solidFill>
              </a:rPr>
              <a:t>の目的確認</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重要連絡事項の確認</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プロジェクトの進捗状況（</a:t>
            </a:r>
            <a:r>
              <a:rPr lang="en-US" altLang="ja-JP" sz="2000">
                <a:solidFill>
                  <a:schemeClr val="tx1"/>
                </a:solidFill>
              </a:rPr>
              <a:t>WBS</a:t>
            </a:r>
            <a:r>
              <a:rPr lang="ja-JP" altLang="en-US" sz="2000">
                <a:solidFill>
                  <a:schemeClr val="tx1"/>
                </a:solidFill>
              </a:rPr>
              <a:t>）の確認</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各分科会の活動状況、および今後の推進方針の報告</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重要論点に関する検討</a:t>
            </a:r>
            <a:endParaRPr lang="en-US" altLang="ja-JP" sz="2000">
              <a:solidFill>
                <a:schemeClr val="tx1"/>
              </a:solidFill>
            </a:endParaRPr>
          </a:p>
          <a:p>
            <a:pPr marL="800100" lvl="1" indent="-342900">
              <a:lnSpc>
                <a:spcPct val="150000"/>
              </a:lnSpc>
              <a:buFont typeface="+mj-lt"/>
              <a:buAutoNum type="arabicPeriod"/>
            </a:pPr>
            <a:r>
              <a:rPr lang="ja-JP" altLang="en-US">
                <a:solidFill>
                  <a:schemeClr val="tx1"/>
                </a:solidFill>
              </a:rPr>
              <a:t>全体サービス設計（分科会</a:t>
            </a:r>
            <a:r>
              <a:rPr lang="en-US" altLang="ja-JP">
                <a:solidFill>
                  <a:schemeClr val="tx1"/>
                </a:solidFill>
              </a:rPr>
              <a:t>Z</a:t>
            </a:r>
            <a:r>
              <a:rPr lang="ja-JP" altLang="en-US">
                <a:solidFill>
                  <a:schemeClr val="tx1"/>
                </a:solidFill>
              </a:rPr>
              <a:t>）の今後の活動方針について</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直近</a:t>
            </a:r>
            <a:r>
              <a:rPr lang="en-US" altLang="ja-JP" sz="2000">
                <a:solidFill>
                  <a:schemeClr val="tx1"/>
                </a:solidFill>
              </a:rPr>
              <a:t>To Do</a:t>
            </a:r>
            <a:r>
              <a:rPr lang="ja-JP" altLang="en-US" sz="2000">
                <a:solidFill>
                  <a:schemeClr val="tx1"/>
                </a:solidFill>
              </a:rPr>
              <a:t>の確認</a:t>
            </a:r>
            <a:endParaRPr lang="en-US" altLang="ja-JP" sz="2000">
              <a:solidFill>
                <a:schemeClr val="tx1"/>
              </a:solidFill>
            </a:endParaRPr>
          </a:p>
          <a:p>
            <a:pPr marL="342900" indent="-342900">
              <a:lnSpc>
                <a:spcPct val="150000"/>
              </a:lnSpc>
              <a:buFont typeface="+mj-lt"/>
              <a:buAutoNum type="arabicPeriod"/>
            </a:pPr>
            <a:r>
              <a:rPr lang="ja-JP" altLang="en-US" sz="2000">
                <a:solidFill>
                  <a:schemeClr val="tx1"/>
                </a:solidFill>
              </a:rPr>
              <a:t>その他</a:t>
            </a:r>
            <a:endParaRPr lang="en-US" altLang="ja-JP" sz="2000">
              <a:solidFill>
                <a:schemeClr val="tx1"/>
              </a:solidFill>
            </a:endParaRPr>
          </a:p>
        </p:txBody>
      </p:sp>
    </p:spTree>
    <p:extLst>
      <p:ext uri="{BB962C8B-B14F-4D97-AF65-F5344CB8AC3E}">
        <p14:creationId xmlns:p14="http://schemas.microsoft.com/office/powerpoint/2010/main" val="27099507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07E43-F620-622B-CE82-A1700FD5EBAC}"/>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55DC3860-D3CE-91DA-A42A-FE33BC44D0D9}"/>
              </a:ext>
            </a:extLst>
          </p:cNvPr>
          <p:cNvSpPr>
            <a:spLocks noGrp="1"/>
          </p:cNvSpPr>
          <p:nvPr>
            <p:ph type="body" sz="quarter" idx="12"/>
          </p:nvPr>
        </p:nvSpPr>
        <p:spPr/>
        <p:txBody>
          <a:bodyPr/>
          <a:lstStyle/>
          <a:p>
            <a:r>
              <a:rPr kumimoji="1" lang="ja-JP" altLang="en-US" dirty="0"/>
              <a:t>各分科会の活動以外の</a:t>
            </a:r>
            <a:r>
              <a:rPr kumimoji="1" lang="en-US" altLang="ja-JP" dirty="0"/>
              <a:t>To Do</a:t>
            </a:r>
            <a:r>
              <a:rPr kumimoji="1" lang="ja-JP" altLang="en-US" dirty="0"/>
              <a:t>、担当者、および対応期限を確認させていただきたい</a:t>
            </a:r>
            <a:r>
              <a:rPr lang="ja-JP" altLang="en-US" dirty="0"/>
              <a:t>。</a:t>
            </a:r>
            <a:endParaRPr lang="en-US" altLang="ja-JP" dirty="0"/>
          </a:p>
          <a:p>
            <a:r>
              <a:rPr kumimoji="1" lang="ja-JP" altLang="en-US" dirty="0"/>
              <a:t>なお、先週（</a:t>
            </a:r>
            <a:r>
              <a:rPr kumimoji="1" lang="en-US" altLang="ja-JP" dirty="0"/>
              <a:t>12/2</a:t>
            </a:r>
            <a:r>
              <a:rPr kumimoji="1" lang="ja-JP" altLang="en-US" dirty="0"/>
              <a:t>火）から追加された新規</a:t>
            </a:r>
            <a:r>
              <a:rPr kumimoji="1" lang="en-US" altLang="ja-JP" dirty="0"/>
              <a:t>To Do</a:t>
            </a:r>
            <a:r>
              <a:rPr kumimoji="1" lang="ja-JP" altLang="en-US" dirty="0"/>
              <a:t>はない認識</a:t>
            </a:r>
            <a:endParaRPr kumimoji="1" lang="en-US" altLang="ja-JP" dirty="0"/>
          </a:p>
        </p:txBody>
      </p:sp>
      <p:sp>
        <p:nvSpPr>
          <p:cNvPr id="4" name="テキスト プレースホルダー 3">
            <a:extLst>
              <a:ext uri="{FF2B5EF4-FFF2-40B4-BE49-F238E27FC236}">
                <a16:creationId xmlns:a16="http://schemas.microsoft.com/office/drawing/2014/main" id="{500F59E7-B06D-A527-5193-A37166F8DE5B}"/>
              </a:ext>
            </a:extLst>
          </p:cNvPr>
          <p:cNvSpPr>
            <a:spLocks noGrp="1"/>
          </p:cNvSpPr>
          <p:nvPr>
            <p:ph type="body" sz="quarter" idx="10"/>
          </p:nvPr>
        </p:nvSpPr>
        <p:spPr/>
        <p:txBody>
          <a:bodyPr/>
          <a:lstStyle/>
          <a:p>
            <a:r>
              <a:rPr kumimoji="1" lang="en-US" altLang="ja-JP">
                <a:solidFill>
                  <a:schemeClr val="tx1"/>
                </a:solidFill>
              </a:rPr>
              <a:t>06_</a:t>
            </a:r>
            <a:r>
              <a:rPr lang="ja-JP" altLang="en-US">
                <a:solidFill>
                  <a:schemeClr val="tx1"/>
                </a:solidFill>
              </a:rPr>
              <a:t>直近</a:t>
            </a:r>
            <a:r>
              <a:rPr lang="en-US" altLang="ja-JP">
                <a:solidFill>
                  <a:schemeClr val="tx1"/>
                </a:solidFill>
              </a:rPr>
              <a:t>To Do</a:t>
            </a:r>
            <a:r>
              <a:rPr lang="ja-JP" altLang="en-US">
                <a:solidFill>
                  <a:schemeClr val="tx1"/>
                </a:solidFill>
              </a:rPr>
              <a:t>の確認</a:t>
            </a:r>
            <a:endParaRPr lang="en-US" altLang="ja-JP">
              <a:solidFill>
                <a:schemeClr val="tx1"/>
              </a:solidFill>
            </a:endParaRPr>
          </a:p>
        </p:txBody>
      </p:sp>
      <p:graphicFrame>
        <p:nvGraphicFramePr>
          <p:cNvPr id="7" name="表 6">
            <a:extLst>
              <a:ext uri="{FF2B5EF4-FFF2-40B4-BE49-F238E27FC236}">
                <a16:creationId xmlns:a16="http://schemas.microsoft.com/office/drawing/2014/main" id="{3184CB7B-5FD0-139B-E989-C3C6D3FFC1A8}"/>
              </a:ext>
            </a:extLst>
          </p:cNvPr>
          <p:cNvGraphicFramePr>
            <a:graphicFrameLocks noGrp="1"/>
          </p:cNvGraphicFramePr>
          <p:nvPr>
            <p:extLst>
              <p:ext uri="{D42A27DB-BD31-4B8C-83A1-F6EECF244321}">
                <p14:modId xmlns:p14="http://schemas.microsoft.com/office/powerpoint/2010/main" val="66137036"/>
              </p:ext>
            </p:extLst>
          </p:nvPr>
        </p:nvGraphicFramePr>
        <p:xfrm>
          <a:off x="343406" y="1773238"/>
          <a:ext cx="11505188" cy="4228340"/>
        </p:xfrm>
        <a:graphic>
          <a:graphicData uri="http://schemas.openxmlformats.org/drawingml/2006/table">
            <a:tbl>
              <a:tblPr firstRow="1" bandRow="1">
                <a:tableStyleId>{5C22544A-7EE6-4342-B048-85BDC9FD1C3A}</a:tableStyleId>
              </a:tblPr>
              <a:tblGrid>
                <a:gridCol w="371490">
                  <a:extLst>
                    <a:ext uri="{9D8B030D-6E8A-4147-A177-3AD203B41FA5}">
                      <a16:colId xmlns:a16="http://schemas.microsoft.com/office/drawing/2014/main" val="3075129416"/>
                    </a:ext>
                  </a:extLst>
                </a:gridCol>
                <a:gridCol w="6315320">
                  <a:extLst>
                    <a:ext uri="{9D8B030D-6E8A-4147-A177-3AD203B41FA5}">
                      <a16:colId xmlns:a16="http://schemas.microsoft.com/office/drawing/2014/main" val="3474340025"/>
                    </a:ext>
                  </a:extLst>
                </a:gridCol>
                <a:gridCol w="1201848">
                  <a:extLst>
                    <a:ext uri="{9D8B030D-6E8A-4147-A177-3AD203B41FA5}">
                      <a16:colId xmlns:a16="http://schemas.microsoft.com/office/drawing/2014/main" val="2955300979"/>
                    </a:ext>
                  </a:extLst>
                </a:gridCol>
                <a:gridCol w="1201848">
                  <a:extLst>
                    <a:ext uri="{9D8B030D-6E8A-4147-A177-3AD203B41FA5}">
                      <a16:colId xmlns:a16="http://schemas.microsoft.com/office/drawing/2014/main" val="2080486457"/>
                    </a:ext>
                  </a:extLst>
                </a:gridCol>
                <a:gridCol w="2414682">
                  <a:extLst>
                    <a:ext uri="{9D8B030D-6E8A-4147-A177-3AD203B41FA5}">
                      <a16:colId xmlns:a16="http://schemas.microsoft.com/office/drawing/2014/main" val="2811106772"/>
                    </a:ext>
                  </a:extLst>
                </a:gridCol>
              </a:tblGrid>
              <a:tr h="325379">
                <a:tc>
                  <a:txBody>
                    <a:bodyPr/>
                    <a:lstStyle/>
                    <a:p>
                      <a:pPr algn="ctr"/>
                      <a:r>
                        <a:rPr kumimoji="1" lang="en-US" altLang="ja-JP" sz="1400">
                          <a:solidFill>
                            <a:schemeClr val="bg1"/>
                          </a:solidFill>
                        </a:rPr>
                        <a:t>#</a:t>
                      </a:r>
                      <a:endParaRPr kumimoji="1" lang="ja-JP" altLang="en-US" sz="1400">
                        <a:solidFill>
                          <a:schemeClr val="bg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a:r>
                        <a:rPr kumimoji="1" lang="en-US" altLang="ja-JP" sz="1400">
                          <a:solidFill>
                            <a:schemeClr val="bg1"/>
                          </a:solidFill>
                        </a:rPr>
                        <a:t>To Do</a:t>
                      </a:r>
                      <a:r>
                        <a:rPr kumimoji="1" lang="ja-JP" altLang="en-US" sz="1400">
                          <a:solidFill>
                            <a:schemeClr val="bg1"/>
                          </a:solidFill>
                        </a:rPr>
                        <a:t>（ご依頼事項）</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a:r>
                        <a:rPr kumimoji="1" lang="ja-JP" altLang="en-US" sz="1400">
                          <a:solidFill>
                            <a:schemeClr val="bg1"/>
                          </a:solidFill>
                        </a:rPr>
                        <a:t>担当者</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a:r>
                        <a:rPr kumimoji="1" lang="ja-JP" altLang="en-US" sz="1400">
                          <a:solidFill>
                            <a:schemeClr val="bg1"/>
                          </a:solidFill>
                        </a:rPr>
                        <a:t>期限</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a:r>
                        <a:rPr kumimoji="1" lang="ja-JP" altLang="en-US" sz="1400">
                          <a:solidFill>
                            <a:schemeClr val="bg1"/>
                          </a:solidFill>
                        </a:rPr>
                        <a:t>備考</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1763561915"/>
                  </a:ext>
                </a:extLst>
              </a:tr>
              <a:tr h="553144">
                <a:tc>
                  <a:txBody>
                    <a:bodyPr/>
                    <a:lstStyle/>
                    <a:p>
                      <a:pPr algn="ctr"/>
                      <a:r>
                        <a:rPr kumimoji="1" lang="en-US" altLang="ja-JP" sz="1400">
                          <a:solidFill>
                            <a:schemeClr val="tx1"/>
                          </a:solidFill>
                        </a:rPr>
                        <a:t>1</a:t>
                      </a:r>
                      <a:endParaRPr kumimoji="1" lang="ja-JP" altLang="en-US" sz="140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75000"/>
                      </a:schemeClr>
                    </a:solidFill>
                  </a:tcPr>
                </a:tc>
                <a:tc>
                  <a:txBody>
                    <a:bodyPr/>
                    <a:lstStyle/>
                    <a:p>
                      <a:pPr algn="just">
                        <a:spcAft>
                          <a:spcPts val="1000"/>
                        </a:spcAft>
                        <a:buNone/>
                      </a:pPr>
                      <a:r>
                        <a:rPr lang="ja-JP" altLang="en-US" sz="1400" baseline="0">
                          <a:solidFill>
                            <a:srgbClr val="000000"/>
                          </a:solidFill>
                          <a:effectLst/>
                          <a:latin typeface="Arial" panose="020B0604020202020204" pitchFamily="34" charset="0"/>
                          <a:ea typeface="Meiryo UI" panose="020B0604030504040204" pitchFamily="50" charset="-128"/>
                          <a:cs typeface="ＭＳ Ｐゴシック" panose="020B0600070205080204" pitchFamily="50" charset="-128"/>
                        </a:rPr>
                        <a:t>プロジェクト（タスク）管理ツールへの支援チームメンバーの追加</a:t>
                      </a:r>
                      <a:endParaRPr lang="ja-JP" sz="1400" baseline="0">
                        <a:effectLst/>
                        <a:latin typeface="Arial" panose="020B0604020202020204" pitchFamily="34" charset="0"/>
                        <a:ea typeface="Meiryo UI" panose="020B0604030504040204" pitchFamily="50" charset="-128"/>
                        <a:cs typeface="Times New Roman" panose="02020603050405020304" pitchFamily="18" charset="0"/>
                      </a:endParaRPr>
                    </a:p>
                  </a:txBody>
                  <a:tcPr marL="62865" marR="62865"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75000"/>
                      </a:schemeClr>
                    </a:solidFill>
                  </a:tcPr>
                </a:tc>
                <a:tc>
                  <a:txBody>
                    <a:bodyPr/>
                    <a:lstStyle/>
                    <a:p>
                      <a:pPr algn="ctr"/>
                      <a:r>
                        <a:rPr kumimoji="1" lang="en-US" altLang="ja-JP" sz="1400">
                          <a:solidFill>
                            <a:schemeClr val="tx1"/>
                          </a:solidFill>
                        </a:rPr>
                        <a:t>JRE</a:t>
                      </a:r>
                      <a:r>
                        <a:rPr kumimoji="1" lang="ja-JP" altLang="en-US" sz="1400">
                          <a:solidFill>
                            <a:schemeClr val="tx1"/>
                          </a:solidFill>
                        </a:rPr>
                        <a:t>：黒田</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75000"/>
                      </a:schemeClr>
                    </a:solidFill>
                  </a:tcPr>
                </a:tc>
                <a:tc>
                  <a:txBody>
                    <a:bodyPr/>
                    <a:lstStyle/>
                    <a:p>
                      <a:pPr algn="ctr"/>
                      <a:r>
                        <a:rPr kumimoji="1" lang="en-US" altLang="ja-JP" sz="1400">
                          <a:solidFill>
                            <a:schemeClr val="tx1"/>
                          </a:solidFill>
                        </a:rPr>
                        <a:t>12/3</a:t>
                      </a:r>
                      <a:r>
                        <a:rPr kumimoji="1" lang="ja-JP" altLang="en-US" sz="1400">
                          <a:solidFill>
                            <a:schemeClr val="tx1"/>
                          </a:solidFill>
                        </a:rPr>
                        <a:t>（水）</a:t>
                      </a:r>
                      <a:endParaRPr kumimoji="1" lang="en-US" altLang="ja-JP" sz="140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75000"/>
                      </a:schemeClr>
                    </a:solidFill>
                  </a:tcPr>
                </a:tc>
                <a:tc>
                  <a:txBody>
                    <a:bodyPr/>
                    <a:lstStyle/>
                    <a:p>
                      <a:r>
                        <a:rPr kumimoji="1" lang="ja-JP" altLang="en-US" sz="1400">
                          <a:solidFill>
                            <a:schemeClr val="tx1"/>
                          </a:solidFill>
                        </a:rPr>
                        <a:t>エクセルをご共有いただいた</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860697059"/>
                  </a:ext>
                </a:extLst>
              </a:tr>
              <a:tr h="325379">
                <a:tc>
                  <a:txBody>
                    <a:bodyPr/>
                    <a:lstStyle/>
                    <a:p>
                      <a:pPr algn="ctr"/>
                      <a:r>
                        <a:rPr kumimoji="1" lang="en-US" altLang="ja-JP" sz="1400">
                          <a:solidFill>
                            <a:schemeClr val="tx1"/>
                          </a:solidFill>
                        </a:rPr>
                        <a:t>2</a:t>
                      </a:r>
                      <a:endParaRPr kumimoji="1" lang="ja-JP" altLang="en-US" sz="140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75000"/>
                      </a:schemeClr>
                    </a:solidFill>
                  </a:tcPr>
                </a:tc>
                <a:tc>
                  <a:txBody>
                    <a:bodyPr/>
                    <a:lstStyle/>
                    <a:p>
                      <a:pPr algn="just">
                        <a:spcAft>
                          <a:spcPts val="1000"/>
                        </a:spcAft>
                        <a:buNone/>
                      </a:pPr>
                      <a:r>
                        <a:rPr lang="ja-JP" altLang="en-US" sz="1400" baseline="0">
                          <a:effectLst/>
                          <a:latin typeface="Arial" panose="020B0604020202020204" pitchFamily="34" charset="0"/>
                          <a:ea typeface="Meiryo UI" panose="020B0604030504040204" pitchFamily="50" charset="-128"/>
                          <a:cs typeface="Times New Roman" panose="02020603050405020304" pitchFamily="18" charset="0"/>
                        </a:rPr>
                        <a:t>本件用の</a:t>
                      </a:r>
                      <a:r>
                        <a:rPr lang="en-US" altLang="ja-JP" sz="1400" baseline="0">
                          <a:effectLst/>
                          <a:latin typeface="Arial" panose="020B0604020202020204" pitchFamily="34" charset="0"/>
                          <a:ea typeface="Meiryo UI" panose="020B0604030504040204" pitchFamily="50" charset="-128"/>
                          <a:cs typeface="Times New Roman" panose="02020603050405020304" pitchFamily="18" charset="0"/>
                        </a:rPr>
                        <a:t>JRE</a:t>
                      </a:r>
                      <a:r>
                        <a:rPr lang="ja-JP" altLang="en-US" sz="1400" baseline="0">
                          <a:effectLst/>
                          <a:latin typeface="Arial" panose="020B0604020202020204" pitchFamily="34" charset="0"/>
                          <a:ea typeface="Meiryo UI" panose="020B0604030504040204" pitchFamily="50" charset="-128"/>
                          <a:cs typeface="Times New Roman" panose="02020603050405020304" pitchFamily="18" charset="0"/>
                        </a:rPr>
                        <a:t>の</a:t>
                      </a:r>
                      <a:r>
                        <a:rPr lang="en-US" altLang="ja-JP" sz="1400" baseline="0">
                          <a:effectLst/>
                          <a:latin typeface="Arial" panose="020B0604020202020204" pitchFamily="34" charset="0"/>
                          <a:ea typeface="Meiryo UI" panose="020B0604030504040204" pitchFamily="50" charset="-128"/>
                          <a:cs typeface="Times New Roman" panose="02020603050405020304" pitchFamily="18" charset="0"/>
                        </a:rPr>
                        <a:t>Slack Channel</a:t>
                      </a:r>
                      <a:r>
                        <a:rPr lang="ja-JP" altLang="en-US" sz="1400" baseline="0">
                          <a:effectLst/>
                          <a:latin typeface="Arial" panose="020B0604020202020204" pitchFamily="34" charset="0"/>
                          <a:ea typeface="Meiryo UI" panose="020B0604030504040204" pitchFamily="50" charset="-128"/>
                          <a:cs typeface="Times New Roman" panose="02020603050405020304" pitchFamily="18" charset="0"/>
                        </a:rPr>
                        <a:t>、</a:t>
                      </a:r>
                      <a:r>
                        <a:rPr lang="en-US" altLang="ja-JP" sz="1400" baseline="0">
                          <a:effectLst/>
                          <a:latin typeface="Arial" panose="020B0604020202020204" pitchFamily="34" charset="0"/>
                          <a:ea typeface="Meiryo UI" panose="020B0604030504040204" pitchFamily="50" charset="-128"/>
                          <a:cs typeface="Times New Roman" panose="02020603050405020304" pitchFamily="18" charset="0"/>
                        </a:rPr>
                        <a:t>Box</a:t>
                      </a:r>
                      <a:r>
                        <a:rPr lang="ja-JP" altLang="en-US" sz="1400" baseline="0">
                          <a:effectLst/>
                          <a:latin typeface="Arial" panose="020B0604020202020204" pitchFamily="34" charset="0"/>
                          <a:ea typeface="Meiryo UI" panose="020B0604030504040204" pitchFamily="50" charset="-128"/>
                          <a:cs typeface="Times New Roman" panose="02020603050405020304" pitchFamily="18" charset="0"/>
                        </a:rPr>
                        <a:t>への支援チームメンバーの追加</a:t>
                      </a:r>
                      <a:endParaRPr lang="ja-JP" sz="1400" baseline="0">
                        <a:effectLst/>
                        <a:latin typeface="Arial" panose="020B0604020202020204" pitchFamily="34" charset="0"/>
                        <a:ea typeface="Meiryo UI" panose="020B0604030504040204" pitchFamily="50" charset="-128"/>
                        <a:cs typeface="Times New Roman" panose="02020603050405020304" pitchFamily="18" charset="0"/>
                      </a:endParaRPr>
                    </a:p>
                  </a:txBody>
                  <a:tcPr marL="62865" marR="62865"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75000"/>
                      </a:schemeClr>
                    </a:solidFill>
                  </a:tcPr>
                </a:tc>
                <a:tc>
                  <a:txBody>
                    <a:bodyPr/>
                    <a:lstStyle/>
                    <a:p>
                      <a:pPr algn="ctr"/>
                      <a:r>
                        <a:rPr kumimoji="1" lang="en-US" altLang="ja-JP" sz="1400">
                          <a:solidFill>
                            <a:schemeClr val="tx1"/>
                          </a:solidFill>
                        </a:rPr>
                        <a:t>JRE</a:t>
                      </a:r>
                      <a:r>
                        <a:rPr kumimoji="1" lang="ja-JP" altLang="en-US" sz="1400">
                          <a:solidFill>
                            <a:schemeClr val="tx1"/>
                          </a:solidFill>
                        </a:rPr>
                        <a:t>：大川</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メイリオ"/>
                          <a:ea typeface="メイリオ"/>
                          <a:cs typeface="+mn-cs"/>
                        </a:rPr>
                        <a:t>12/3</a:t>
                      </a: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（水）</a:t>
                      </a:r>
                      <a:endParaRPr kumimoji="1" lang="en-US" altLang="ja-JP" sz="1400" b="0" i="0" u="none" strike="noStrike" kern="1200" cap="none" spc="0" normalizeH="0" baseline="0" noProof="0">
                        <a:ln>
                          <a:noFill/>
                        </a:ln>
                        <a:solidFill>
                          <a:srgbClr val="000000"/>
                        </a:solidFill>
                        <a:effectLst/>
                        <a:uLnTx/>
                        <a:uFillTx/>
                        <a:latin typeface="メイリオ"/>
                        <a:ea typeface="メイリオ"/>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75000"/>
                      </a:schemeClr>
                    </a:solidFill>
                  </a:tcPr>
                </a:tc>
                <a:tc>
                  <a:txBody>
                    <a:bodyPr/>
                    <a:lstStyle/>
                    <a:p>
                      <a:r>
                        <a:rPr kumimoji="1" lang="ja-JP" altLang="en-US" sz="1400">
                          <a:solidFill>
                            <a:schemeClr val="tx1"/>
                          </a:solidFill>
                        </a:rPr>
                        <a:t>ー</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661760849"/>
                  </a:ext>
                </a:extLst>
              </a:tr>
              <a:tr h="325379">
                <a:tc>
                  <a:txBody>
                    <a:bodyPr/>
                    <a:lstStyle/>
                    <a:p>
                      <a:pPr algn="ctr"/>
                      <a:r>
                        <a:rPr kumimoji="1" lang="en-US" altLang="ja-JP" sz="1400">
                          <a:solidFill>
                            <a:schemeClr val="tx1"/>
                          </a:solidFill>
                        </a:rPr>
                        <a:t>3</a:t>
                      </a:r>
                      <a:endParaRPr kumimoji="1" lang="ja-JP" altLang="en-US" sz="140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just" defTabSz="914400" rtl="0" eaLnBrk="1" fontAlgn="auto" latinLnBrk="0" hangingPunct="1">
                        <a:lnSpc>
                          <a:spcPct val="100000"/>
                        </a:lnSpc>
                        <a:spcBef>
                          <a:spcPts val="0"/>
                        </a:spcBef>
                        <a:spcAft>
                          <a:spcPts val="1000"/>
                        </a:spcAft>
                        <a:buClrTx/>
                        <a:buSzTx/>
                        <a:buFontTx/>
                        <a:buNone/>
                        <a:tabLst/>
                        <a:defRPr/>
                      </a:pPr>
                      <a:r>
                        <a:rPr lang="ja-JP" altLang="en-US" sz="1400" baseline="0">
                          <a:effectLst/>
                          <a:latin typeface="Arial" panose="020B0604020202020204" pitchFamily="34" charset="0"/>
                          <a:ea typeface="Meiryo UI" panose="020B0604030504040204" pitchFamily="50" charset="-128"/>
                          <a:cs typeface="Times New Roman" panose="02020603050405020304" pitchFamily="18" charset="0"/>
                        </a:rPr>
                        <a:t>来週（</a:t>
                      </a:r>
                      <a:r>
                        <a:rPr lang="en-US" altLang="ja-JP" sz="1400" baseline="0">
                          <a:effectLst/>
                          <a:latin typeface="Arial" panose="020B0604020202020204" pitchFamily="34" charset="0"/>
                          <a:ea typeface="Meiryo UI" panose="020B0604030504040204" pitchFamily="50" charset="-128"/>
                          <a:cs typeface="Times New Roman" panose="02020603050405020304" pitchFamily="18" charset="0"/>
                        </a:rPr>
                        <a:t>12/8</a:t>
                      </a:r>
                      <a:r>
                        <a:rPr lang="ja-JP" altLang="en-US" sz="1400" baseline="0">
                          <a:effectLst/>
                          <a:latin typeface="Arial" panose="020B0604020202020204" pitchFamily="34" charset="0"/>
                          <a:ea typeface="Meiryo UI" panose="020B0604030504040204" pitchFamily="50" charset="-128"/>
                          <a:cs typeface="Times New Roman" panose="02020603050405020304" pitchFamily="18" charset="0"/>
                        </a:rPr>
                        <a:t>週）以降の定例会議の会議室確保</a:t>
                      </a:r>
                      <a:endParaRPr lang="ja-JP" altLang="ja-JP" sz="1400" baseline="0">
                        <a:effectLst/>
                        <a:latin typeface="Arial" panose="020B0604020202020204" pitchFamily="34" charset="0"/>
                        <a:ea typeface="Meiryo UI" panose="020B0604030504040204" pitchFamily="50" charset="-128"/>
                        <a:cs typeface="Times New Roman" panose="02020603050405020304" pitchFamily="18" charset="0"/>
                      </a:endParaRPr>
                    </a:p>
                  </a:txBody>
                  <a:tcPr marL="62865" marR="62865"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400">
                          <a:solidFill>
                            <a:schemeClr val="tx1"/>
                          </a:solidFill>
                        </a:rPr>
                        <a:t>JRE</a:t>
                      </a:r>
                      <a:r>
                        <a:rPr kumimoji="1" lang="ja-JP" altLang="en-US" sz="1400">
                          <a:solidFill>
                            <a:schemeClr val="tx1"/>
                          </a:solidFill>
                        </a:rPr>
                        <a:t>：大川</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メイリオ"/>
                          <a:ea typeface="メイリオ"/>
                          <a:cs typeface="+mn-cs"/>
                        </a:rPr>
                        <a:t>12/3</a:t>
                      </a: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（水）</a:t>
                      </a:r>
                      <a:endParaRPr kumimoji="1" lang="en-US" altLang="ja-JP" sz="1400" b="0" i="0" u="none" strike="noStrike" kern="1200" cap="none" spc="0" normalizeH="0" baseline="0" noProof="0">
                        <a:ln>
                          <a:noFill/>
                        </a:ln>
                        <a:solidFill>
                          <a:srgbClr val="000000"/>
                        </a:solidFill>
                        <a:effectLst/>
                        <a:uLnTx/>
                        <a:uFillTx/>
                        <a:latin typeface="メイリオ"/>
                        <a:ea typeface="メイリオ"/>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r>
                        <a:rPr kumimoji="1" lang="ja-JP" altLang="en-US" sz="1400">
                          <a:solidFill>
                            <a:schemeClr val="tx1"/>
                          </a:solidFill>
                        </a:rPr>
                        <a:t>ー</a:t>
                      </a:r>
                      <a:endParaRPr kumimoji="1" lang="en-US" altLang="ja-JP" sz="140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925706826"/>
                  </a:ext>
                </a:extLst>
              </a:tr>
              <a:tr h="553144">
                <a:tc>
                  <a:txBody>
                    <a:bodyPr/>
                    <a:lstStyle/>
                    <a:p>
                      <a:pPr algn="ctr"/>
                      <a:r>
                        <a:rPr kumimoji="1" lang="en-US" altLang="ja-JP" sz="1400" b="0">
                          <a:solidFill>
                            <a:schemeClr val="tx1"/>
                          </a:solidFill>
                        </a:rPr>
                        <a:t>4</a:t>
                      </a:r>
                      <a:endParaRPr kumimoji="1" lang="ja-JP" altLang="en-US" sz="1400" b="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75000"/>
                      </a:schemeClr>
                    </a:solidFill>
                  </a:tcPr>
                </a:tc>
                <a:tc>
                  <a:txBody>
                    <a:bodyPr/>
                    <a:lstStyle/>
                    <a:p>
                      <a:pPr algn="just">
                        <a:spcAft>
                          <a:spcPts val="1000"/>
                        </a:spcAft>
                        <a:buNone/>
                      </a:pPr>
                      <a:r>
                        <a:rPr lang="ja-JP" altLang="en-US" sz="1400" b="0" baseline="0">
                          <a:effectLst/>
                          <a:latin typeface="Arial" panose="020B0604020202020204" pitchFamily="34" charset="0"/>
                          <a:ea typeface="Meiryo UI" panose="020B0604030504040204" pitchFamily="50" charset="-128"/>
                          <a:cs typeface="Times New Roman" panose="02020603050405020304" pitchFamily="18" charset="0"/>
                        </a:rPr>
                        <a:t>過去の検討資料や現状に関する資料の共有</a:t>
                      </a:r>
                      <a:endParaRPr lang="ja-JP" sz="1400" b="0" baseline="0">
                        <a:effectLst/>
                        <a:latin typeface="Arial" panose="020B0604020202020204" pitchFamily="34" charset="0"/>
                        <a:ea typeface="Meiryo UI" panose="020B0604030504040204" pitchFamily="50" charset="-128"/>
                        <a:cs typeface="Times New Roman" panose="02020603050405020304" pitchFamily="18" charset="0"/>
                      </a:endParaRPr>
                    </a:p>
                  </a:txBody>
                  <a:tcPr marL="62865" marR="62865"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a:solidFill>
                            <a:schemeClr val="tx1"/>
                          </a:solidFill>
                        </a:rPr>
                        <a:t>JRE</a:t>
                      </a:r>
                      <a:r>
                        <a:rPr kumimoji="1" lang="ja-JP" altLang="en-US" sz="1400" b="0">
                          <a:solidFill>
                            <a:schemeClr val="tx1"/>
                          </a:solidFill>
                        </a:rPr>
                        <a:t>：</a:t>
                      </a:r>
                      <a:br>
                        <a:rPr kumimoji="1" lang="en-US" altLang="ja-JP" sz="1400" b="0">
                          <a:solidFill>
                            <a:schemeClr val="tx1"/>
                          </a:solidFill>
                        </a:rPr>
                      </a:br>
                      <a:r>
                        <a:rPr kumimoji="1" lang="ja-JP" altLang="en-US" sz="1400" b="0">
                          <a:solidFill>
                            <a:schemeClr val="tx1"/>
                          </a:solidFill>
                        </a:rPr>
                        <a:t>黒田・大川</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メイリオ"/>
                          <a:ea typeface="メイリオ"/>
                          <a:cs typeface="+mn-cs"/>
                        </a:rPr>
                        <a:t>12/3</a:t>
                      </a: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（水）</a:t>
                      </a:r>
                      <a:endParaRPr kumimoji="1" lang="en-US" altLang="ja-JP" sz="1400" b="0" i="0" u="none" strike="noStrike" kern="1200" cap="none" spc="0" normalizeH="0" baseline="0" noProof="0">
                        <a:ln>
                          <a:noFill/>
                        </a:ln>
                        <a:solidFill>
                          <a:srgbClr val="000000"/>
                        </a:solidFill>
                        <a:effectLst/>
                        <a:uLnTx/>
                        <a:uFillTx/>
                        <a:latin typeface="メイリオ"/>
                        <a:ea typeface="メイリオ"/>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75000"/>
                      </a:schemeClr>
                    </a:solidFill>
                  </a:tcPr>
                </a:tc>
                <a:tc>
                  <a:txBody>
                    <a:bodyPr/>
                    <a:lstStyle/>
                    <a:p>
                      <a:r>
                        <a:rPr kumimoji="1" lang="ja-JP" altLang="en-US" sz="1400" b="0">
                          <a:solidFill>
                            <a:schemeClr val="tx1"/>
                          </a:solidFill>
                        </a:rPr>
                        <a:t>重要</a:t>
                      </a:r>
                      <a:endParaRPr kumimoji="1" lang="en-US" altLang="ja-JP" sz="1400" b="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812943175"/>
                  </a:ext>
                </a:extLst>
              </a:tr>
              <a:tr h="325379">
                <a:tc>
                  <a:txBody>
                    <a:bodyPr/>
                    <a:lstStyle/>
                    <a:p>
                      <a:pPr algn="ctr"/>
                      <a:r>
                        <a:rPr kumimoji="1" lang="en-US" altLang="ja-JP" sz="1400">
                          <a:solidFill>
                            <a:schemeClr val="tx1"/>
                          </a:solidFill>
                        </a:rPr>
                        <a:t>5</a:t>
                      </a:r>
                      <a:endParaRPr kumimoji="1" lang="ja-JP" altLang="en-US" sz="140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75000"/>
                      </a:schemeClr>
                    </a:solidFill>
                  </a:tcPr>
                </a:tc>
                <a:tc>
                  <a:txBody>
                    <a:bodyPr/>
                    <a:lstStyle/>
                    <a:p>
                      <a:pPr algn="just">
                        <a:spcAft>
                          <a:spcPts val="1000"/>
                        </a:spcAft>
                        <a:buNone/>
                      </a:pPr>
                      <a:r>
                        <a:rPr lang="ja-JP" altLang="en-US" sz="1400" baseline="0">
                          <a:effectLst/>
                          <a:latin typeface="Arial" panose="020B0604020202020204" pitchFamily="34" charset="0"/>
                          <a:ea typeface="Meiryo UI" panose="020B0604030504040204" pitchFamily="50" charset="-128"/>
                          <a:cs typeface="Times New Roman" panose="02020603050405020304" pitchFamily="18" charset="0"/>
                        </a:rPr>
                        <a:t>来週（</a:t>
                      </a:r>
                      <a:r>
                        <a:rPr lang="en-US" altLang="ja-JP" sz="1400" baseline="0">
                          <a:effectLst/>
                          <a:latin typeface="Arial" panose="020B0604020202020204" pitchFamily="34" charset="0"/>
                          <a:ea typeface="Meiryo UI" panose="020B0604030504040204" pitchFamily="50" charset="-128"/>
                          <a:cs typeface="Times New Roman" panose="02020603050405020304" pitchFamily="18" charset="0"/>
                        </a:rPr>
                        <a:t>12/8</a:t>
                      </a:r>
                      <a:r>
                        <a:rPr lang="ja-JP" altLang="en-US" sz="1400" baseline="0">
                          <a:effectLst/>
                          <a:latin typeface="Arial" panose="020B0604020202020204" pitchFamily="34" charset="0"/>
                          <a:ea typeface="Meiryo UI" panose="020B0604030504040204" pitchFamily="50" charset="-128"/>
                          <a:cs typeface="Times New Roman" panose="02020603050405020304" pitchFamily="18" charset="0"/>
                        </a:rPr>
                        <a:t>週）以降の定例会議の会議通知の発行</a:t>
                      </a:r>
                      <a:endParaRPr lang="ja-JP" sz="1400" baseline="0">
                        <a:effectLst/>
                        <a:latin typeface="Arial" panose="020B0604020202020204" pitchFamily="34" charset="0"/>
                        <a:ea typeface="Meiryo UI" panose="020B0604030504040204" pitchFamily="50" charset="-128"/>
                        <a:cs typeface="Times New Roman" panose="02020603050405020304" pitchFamily="18" charset="0"/>
                      </a:endParaRPr>
                    </a:p>
                  </a:txBody>
                  <a:tcPr marL="62865" marR="62865"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75000"/>
                      </a:schemeClr>
                    </a:solidFill>
                  </a:tcPr>
                </a:tc>
                <a:tc>
                  <a:txBody>
                    <a:bodyPr/>
                    <a:lstStyle/>
                    <a:p>
                      <a:pPr algn="ctr"/>
                      <a:r>
                        <a:rPr kumimoji="1" lang="en-US" altLang="ja-JP" sz="1400">
                          <a:solidFill>
                            <a:schemeClr val="tx1"/>
                          </a:solidFill>
                        </a:rPr>
                        <a:t>SX</a:t>
                      </a:r>
                      <a:r>
                        <a:rPr kumimoji="1" lang="ja-JP" altLang="en-US" sz="1400">
                          <a:solidFill>
                            <a:schemeClr val="tx1"/>
                          </a:solidFill>
                        </a:rPr>
                        <a:t>：川口</a:t>
                      </a:r>
                      <a:endParaRPr kumimoji="1" lang="en-US" altLang="ja-JP" sz="140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メイリオ"/>
                          <a:ea typeface="メイリオ"/>
                          <a:cs typeface="+mn-cs"/>
                        </a:rPr>
                        <a:t>12/3</a:t>
                      </a: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（水）</a:t>
                      </a:r>
                      <a:endParaRPr kumimoji="1" lang="en-US" altLang="ja-JP" sz="1400" b="0" i="0" u="none" strike="noStrike" kern="1200" cap="none" spc="0" normalizeH="0" baseline="0" noProof="0">
                        <a:ln>
                          <a:noFill/>
                        </a:ln>
                        <a:solidFill>
                          <a:srgbClr val="000000"/>
                        </a:solidFill>
                        <a:effectLst/>
                        <a:uLnTx/>
                        <a:uFillTx/>
                        <a:latin typeface="メイリオ"/>
                        <a:ea typeface="メイリオ"/>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75000"/>
                      </a:schemeClr>
                    </a:solidFill>
                  </a:tcPr>
                </a:tc>
                <a:tc>
                  <a:txBody>
                    <a:bodyPr/>
                    <a:lstStyle/>
                    <a:p>
                      <a:r>
                        <a:rPr kumimoji="1" lang="ja-JP" altLang="en-US" sz="1400">
                          <a:solidFill>
                            <a:schemeClr val="tx1"/>
                          </a:solidFill>
                        </a:rPr>
                        <a:t>ー</a:t>
                      </a:r>
                      <a:endParaRPr kumimoji="1" lang="en-US" altLang="ja-JP" sz="140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327427519"/>
                  </a:ext>
                </a:extLst>
              </a:tr>
              <a:tr h="780909">
                <a:tc>
                  <a:txBody>
                    <a:bodyPr/>
                    <a:lstStyle/>
                    <a:p>
                      <a:pPr algn="ctr"/>
                      <a:r>
                        <a:rPr kumimoji="1" lang="en-US" altLang="ja-JP" sz="1400">
                          <a:solidFill>
                            <a:schemeClr val="tx1"/>
                          </a:solidFill>
                        </a:rPr>
                        <a:t>6</a:t>
                      </a:r>
                      <a:endParaRPr kumimoji="1" lang="ja-JP" altLang="en-US" sz="140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just">
                        <a:spcAft>
                          <a:spcPts val="1000"/>
                        </a:spcAft>
                        <a:buNone/>
                      </a:pPr>
                      <a:r>
                        <a:rPr lang="ja-JP" altLang="en-US" sz="1400" baseline="0">
                          <a:solidFill>
                            <a:srgbClr val="000000"/>
                          </a:solidFill>
                          <a:effectLst/>
                          <a:latin typeface="Arial" panose="020B0604020202020204" pitchFamily="34" charset="0"/>
                          <a:ea typeface="Meiryo UI" panose="020B0604030504040204" pitchFamily="50" charset="-128"/>
                          <a:cs typeface="ＭＳ Ｐゴシック" panose="020B0600070205080204" pitchFamily="50" charset="-128"/>
                        </a:rPr>
                        <a:t>各分科会の要否や頻度の相談・決定</a:t>
                      </a:r>
                      <a:endParaRPr lang="ja-JP" sz="1400" baseline="0">
                        <a:effectLst/>
                        <a:latin typeface="Arial" panose="020B0604020202020204" pitchFamily="34" charset="0"/>
                        <a:ea typeface="Meiryo UI" panose="020B0604030504040204" pitchFamily="50" charset="-128"/>
                        <a:cs typeface="Times New Roman" panose="02020603050405020304" pitchFamily="18" charset="0"/>
                      </a:endParaRPr>
                    </a:p>
                  </a:txBody>
                  <a:tcPr marL="62865" marR="62865"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a:r>
                        <a:rPr kumimoji="1" lang="ja-JP" altLang="en-US" sz="1400">
                          <a:solidFill>
                            <a:schemeClr val="tx1"/>
                          </a:solidFill>
                        </a:rPr>
                        <a:t>各担当者</a:t>
                      </a:r>
                      <a:endParaRPr kumimoji="1" lang="en-US" altLang="ja-JP" sz="140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メイリオ"/>
                          <a:ea typeface="メイリオ"/>
                          <a:cs typeface="+mn-cs"/>
                        </a:rPr>
                        <a:t>12/9</a:t>
                      </a:r>
                      <a:r>
                        <a:rPr kumimoji="1" lang="ja-JP" altLang="en-US" sz="1400" b="0" i="0" u="none" strike="noStrike" kern="1200" cap="none" spc="0" normalizeH="0" baseline="0" noProof="0">
                          <a:ln>
                            <a:noFill/>
                          </a:ln>
                          <a:solidFill>
                            <a:srgbClr val="000000"/>
                          </a:solidFill>
                          <a:effectLst/>
                          <a:uLnTx/>
                          <a:uFillTx/>
                          <a:latin typeface="メイリオ"/>
                          <a:ea typeface="メイリオ"/>
                          <a:cs typeface="+mn-cs"/>
                        </a:rPr>
                        <a:t>（火）</a:t>
                      </a:r>
                      <a:endParaRPr kumimoji="1" lang="en-US" altLang="ja-JP" sz="1400" b="0" i="0" u="none" strike="noStrike" kern="1200" cap="none" spc="0" normalizeH="0" baseline="0" noProof="0">
                        <a:ln>
                          <a:noFill/>
                        </a:ln>
                        <a:solidFill>
                          <a:srgbClr val="000000"/>
                        </a:solidFill>
                        <a:effectLst/>
                        <a:uLnTx/>
                        <a:uFillTx/>
                        <a:latin typeface="メイリオ"/>
                        <a:ea typeface="メイリオ"/>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rPr>
                        <a:t>分科会</a:t>
                      </a:r>
                      <a:r>
                        <a:rPr kumimoji="1" lang="en-US" altLang="ja-JP" sz="1400">
                          <a:solidFill>
                            <a:schemeClr val="tx1"/>
                          </a:solidFill>
                        </a:rPr>
                        <a:t>A-1</a:t>
                      </a:r>
                      <a:r>
                        <a:rPr kumimoji="1" lang="ja-JP" altLang="en-US" sz="1400">
                          <a:solidFill>
                            <a:schemeClr val="tx1"/>
                          </a:solidFill>
                        </a:rPr>
                        <a:t>（</a:t>
                      </a:r>
                      <a:r>
                        <a:rPr kumimoji="1" lang="en-US" altLang="ja-JP" sz="1400">
                          <a:solidFill>
                            <a:schemeClr val="tx1"/>
                          </a:solidFill>
                        </a:rPr>
                        <a:t>Club</a:t>
                      </a:r>
                      <a:r>
                        <a:rPr kumimoji="1" lang="ja-JP" altLang="en-US" sz="1400">
                          <a:solidFill>
                            <a:schemeClr val="tx1"/>
                          </a:solidFill>
                        </a:rPr>
                        <a:t>、生活の定期券）、分科会</a:t>
                      </a:r>
                      <a:r>
                        <a:rPr kumimoji="1" lang="en-US" altLang="ja-JP" sz="1400">
                          <a:solidFill>
                            <a:schemeClr val="tx1"/>
                          </a:solidFill>
                        </a:rPr>
                        <a:t>Z</a:t>
                      </a:r>
                      <a:r>
                        <a:rPr kumimoji="1" lang="ja-JP" altLang="en-US" sz="1400">
                          <a:solidFill>
                            <a:schemeClr val="tx1"/>
                          </a:solidFill>
                        </a:rPr>
                        <a:t>（全体サービス設計）は、要件等</a:t>
                      </a:r>
                      <a:endParaRPr kumimoji="1" lang="en-US" altLang="ja-JP" sz="140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3883068"/>
                  </a:ext>
                </a:extLst>
              </a:tr>
              <a:tr h="553144">
                <a:tc>
                  <a:txBody>
                    <a:bodyPr/>
                    <a:lstStyle/>
                    <a:p>
                      <a:pPr algn="ctr"/>
                      <a:r>
                        <a:rPr kumimoji="1" lang="en-US" altLang="ja-JP" sz="1400">
                          <a:solidFill>
                            <a:schemeClr val="tx1"/>
                          </a:solidFill>
                        </a:rPr>
                        <a:t>7</a:t>
                      </a:r>
                      <a:endParaRPr kumimoji="1" lang="ja-JP" altLang="en-US" sz="140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algn="l" defTabSz="914400" rtl="0" eaLnBrk="1" latinLnBrk="0" hangingPunct="1">
                        <a:lnSpc>
                          <a:spcPct val="115000"/>
                        </a:lnSpc>
                        <a:spcAft>
                          <a:spcPts val="1000"/>
                        </a:spcAft>
                        <a:buNone/>
                      </a:pPr>
                      <a:r>
                        <a:rPr kumimoji="1" lang="en-US" altLang="ja-JP" sz="1400" kern="1200" baseline="0">
                          <a:solidFill>
                            <a:srgbClr val="000000"/>
                          </a:solidFill>
                          <a:effectLst/>
                          <a:latin typeface="Arial" panose="020B0604020202020204" pitchFamily="34" charset="0"/>
                          <a:ea typeface="Meiryo UI" panose="020B0604030504040204" pitchFamily="50" charset="-128"/>
                          <a:cs typeface="ＭＳ Ｐゴシック" panose="020B0600070205080204" pitchFamily="50" charset="-128"/>
                        </a:rPr>
                        <a:t>JRE</a:t>
                      </a:r>
                      <a:r>
                        <a:rPr kumimoji="1" lang="ja-JP" altLang="en-US" sz="1400" kern="1200" baseline="0">
                          <a:solidFill>
                            <a:srgbClr val="000000"/>
                          </a:solidFill>
                          <a:effectLst/>
                          <a:latin typeface="Arial" panose="020B0604020202020204" pitchFamily="34" charset="0"/>
                          <a:ea typeface="Meiryo UI" panose="020B0604030504040204" pitchFamily="50" charset="-128"/>
                          <a:cs typeface="ＭＳ Ｐゴシック" panose="020B0600070205080204" pitchFamily="50" charset="-128"/>
                        </a:rPr>
                        <a:t>の生成</a:t>
                      </a:r>
                      <a:r>
                        <a:rPr kumimoji="1" lang="en-US" altLang="ja-JP" sz="1400" kern="1200" baseline="0">
                          <a:solidFill>
                            <a:srgbClr val="000000"/>
                          </a:solidFill>
                          <a:effectLst/>
                          <a:latin typeface="Arial" panose="020B0604020202020204" pitchFamily="34" charset="0"/>
                          <a:ea typeface="Meiryo UI" panose="020B0604030504040204" pitchFamily="50" charset="-128"/>
                          <a:cs typeface="ＭＳ Ｐゴシック" panose="020B0600070205080204" pitchFamily="50" charset="-128"/>
                        </a:rPr>
                        <a:t>AI</a:t>
                      </a:r>
                      <a:r>
                        <a:rPr kumimoji="1" lang="ja-JP" altLang="en-US" sz="1400" kern="1200" baseline="0">
                          <a:solidFill>
                            <a:srgbClr val="000000"/>
                          </a:solidFill>
                          <a:effectLst/>
                          <a:latin typeface="Arial" panose="020B0604020202020204" pitchFamily="34" charset="0"/>
                          <a:ea typeface="Meiryo UI" panose="020B0604030504040204" pitchFamily="50" charset="-128"/>
                          <a:cs typeface="ＭＳ Ｐゴシック" panose="020B0600070205080204" pitchFamily="50" charset="-128"/>
                        </a:rPr>
                        <a:t>ガイドラインに基づき、支援チームの</a:t>
                      </a:r>
                      <a:r>
                        <a:rPr kumimoji="1" lang="en-US" altLang="ja-JP" sz="1400" kern="1200" baseline="0">
                          <a:solidFill>
                            <a:srgbClr val="000000"/>
                          </a:solidFill>
                          <a:effectLst/>
                          <a:latin typeface="Arial" panose="020B0604020202020204" pitchFamily="34" charset="0"/>
                          <a:ea typeface="Meiryo UI" panose="020B0604030504040204" pitchFamily="50" charset="-128"/>
                          <a:cs typeface="ＭＳ Ｐゴシック" panose="020B0600070205080204" pitchFamily="50" charset="-128"/>
                        </a:rPr>
                        <a:t>AI</a:t>
                      </a:r>
                      <a:r>
                        <a:rPr kumimoji="1" lang="ja-JP" altLang="en-US" sz="1400" kern="1200" baseline="0">
                          <a:solidFill>
                            <a:srgbClr val="000000"/>
                          </a:solidFill>
                          <a:effectLst/>
                          <a:latin typeface="Arial" panose="020B0604020202020204" pitchFamily="34" charset="0"/>
                          <a:ea typeface="Meiryo UI" panose="020B0604030504040204" pitchFamily="50" charset="-128"/>
                          <a:cs typeface="ＭＳ Ｐゴシック" panose="020B0600070205080204" pitchFamily="50" charset="-128"/>
                        </a:rPr>
                        <a:t>活用の可否の確認</a:t>
                      </a:r>
                      <a:br>
                        <a:rPr kumimoji="1" lang="en-US" altLang="ja-JP" sz="1400" kern="1200" baseline="0">
                          <a:solidFill>
                            <a:srgbClr val="000000"/>
                          </a:solidFill>
                          <a:effectLst/>
                          <a:latin typeface="Arial" panose="020B0604020202020204" pitchFamily="34" charset="0"/>
                          <a:ea typeface="Meiryo UI" panose="020B0604030504040204" pitchFamily="50" charset="-128"/>
                          <a:cs typeface="ＭＳ Ｐゴシック" panose="020B0600070205080204" pitchFamily="50" charset="-128"/>
                        </a:rPr>
                      </a:br>
                      <a:r>
                        <a:rPr kumimoji="1" lang="ja-JP" altLang="en-US" sz="1400" kern="1200" baseline="0">
                          <a:solidFill>
                            <a:srgbClr val="000000"/>
                          </a:solidFill>
                          <a:effectLst/>
                          <a:latin typeface="Arial" panose="020B0604020202020204" pitchFamily="34" charset="0"/>
                          <a:ea typeface="Meiryo UI" panose="020B0604030504040204" pitchFamily="50" charset="-128"/>
                          <a:cs typeface="ＭＳ Ｐゴシック" panose="020B0600070205080204" pitchFamily="50" charset="-128"/>
                        </a:rPr>
                        <a:t>→</a:t>
                      </a:r>
                      <a:r>
                        <a:rPr kumimoji="1" lang="en-US" altLang="ja-JP" sz="1400" kern="1200" baseline="0">
                          <a:solidFill>
                            <a:srgbClr val="000000"/>
                          </a:solidFill>
                          <a:effectLst/>
                          <a:latin typeface="Arial" panose="020B0604020202020204" pitchFamily="34" charset="0"/>
                          <a:ea typeface="Meiryo UI" panose="020B0604030504040204" pitchFamily="50" charset="-128"/>
                          <a:cs typeface="ＭＳ Ｐゴシック" panose="020B0600070205080204" pitchFamily="50" charset="-128"/>
                        </a:rPr>
                        <a:t>JRE</a:t>
                      </a:r>
                      <a:r>
                        <a:rPr kumimoji="1" lang="ja-JP" altLang="en-US" sz="1400" kern="1200" baseline="0">
                          <a:solidFill>
                            <a:srgbClr val="000000"/>
                          </a:solidFill>
                          <a:effectLst/>
                          <a:latin typeface="Arial" panose="020B0604020202020204" pitchFamily="34" charset="0"/>
                          <a:ea typeface="Meiryo UI" panose="020B0604030504040204" pitchFamily="50" charset="-128"/>
                          <a:cs typeface="ＭＳ Ｐゴシック" panose="020B0600070205080204" pitchFamily="50" charset="-128"/>
                        </a:rPr>
                        <a:t>のガイドラインに適合する仕様になっているか、</a:t>
                      </a:r>
                      <a:r>
                        <a:rPr kumimoji="1" lang="en-US" altLang="ja-JP" sz="1400" kern="1200" baseline="0">
                          <a:solidFill>
                            <a:srgbClr val="000000"/>
                          </a:solidFill>
                          <a:effectLst/>
                          <a:latin typeface="Arial" panose="020B0604020202020204" pitchFamily="34" charset="0"/>
                          <a:ea typeface="Meiryo UI" panose="020B0604030504040204" pitchFamily="50" charset="-128"/>
                          <a:cs typeface="ＭＳ Ｐゴシック" panose="020B0600070205080204" pitchFamily="50" charset="-128"/>
                        </a:rPr>
                        <a:t>CTC</a:t>
                      </a:r>
                      <a:r>
                        <a:rPr kumimoji="1" lang="ja-JP" altLang="en-US" sz="1400" kern="1200" baseline="0">
                          <a:solidFill>
                            <a:srgbClr val="000000"/>
                          </a:solidFill>
                          <a:effectLst/>
                          <a:latin typeface="Arial" panose="020B0604020202020204" pitchFamily="34" charset="0"/>
                          <a:ea typeface="Meiryo UI" panose="020B0604030504040204" pitchFamily="50" charset="-128"/>
                          <a:cs typeface="ＭＳ Ｐゴシック" panose="020B0600070205080204" pitchFamily="50" charset="-128"/>
                        </a:rPr>
                        <a:t>・</a:t>
                      </a:r>
                      <a:r>
                        <a:rPr kumimoji="1" lang="en-US" altLang="ja-JP" sz="1400" kern="1200" baseline="0">
                          <a:solidFill>
                            <a:srgbClr val="000000"/>
                          </a:solidFill>
                          <a:effectLst/>
                          <a:latin typeface="Arial" panose="020B0604020202020204" pitchFamily="34" charset="0"/>
                          <a:ea typeface="Meiryo UI" panose="020B0604030504040204" pitchFamily="50" charset="-128"/>
                          <a:cs typeface="ＭＳ Ｐゴシック" panose="020B0600070205080204" pitchFamily="50" charset="-128"/>
                        </a:rPr>
                        <a:t>SX</a:t>
                      </a:r>
                      <a:r>
                        <a:rPr kumimoji="1" lang="ja-JP" altLang="en-US" sz="1400" kern="1200" baseline="0">
                          <a:solidFill>
                            <a:srgbClr val="000000"/>
                          </a:solidFill>
                          <a:effectLst/>
                          <a:latin typeface="Arial" panose="020B0604020202020204" pitchFamily="34" charset="0"/>
                          <a:ea typeface="Meiryo UI" panose="020B0604030504040204" pitchFamily="50" charset="-128"/>
                          <a:cs typeface="ＭＳ Ｐゴシック" panose="020B0600070205080204" pitchFamily="50" charset="-128"/>
                        </a:rPr>
                        <a:t>での確認</a:t>
                      </a:r>
                      <a:endParaRPr kumimoji="1" lang="en-US" altLang="ja-JP" sz="1400" kern="1200" baseline="0">
                        <a:solidFill>
                          <a:srgbClr val="000000"/>
                        </a:solidFill>
                        <a:effectLst/>
                        <a:latin typeface="Arial" panose="020B0604020202020204" pitchFamily="34" charset="0"/>
                        <a:ea typeface="Meiryo UI" panose="020B0604030504040204" pitchFamily="50" charset="-128"/>
                        <a:cs typeface="ＭＳ Ｐゴシック" panose="020B0600070205080204" pitchFamily="50" charset="-128"/>
                      </a:endParaRPr>
                    </a:p>
                  </a:txBody>
                  <a:tcPr marL="62865" marR="62865"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latinLnBrk="0" hangingPunct="1">
                        <a:lnSpc>
                          <a:spcPct val="115000"/>
                        </a:lnSpc>
                        <a:spcAft>
                          <a:spcPts val="1000"/>
                        </a:spcAft>
                        <a:buNone/>
                      </a:pPr>
                      <a:r>
                        <a:rPr kumimoji="1" lang="en-US" altLang="ja-JP" sz="1400" kern="1200" baseline="0">
                          <a:solidFill>
                            <a:srgbClr val="000000"/>
                          </a:solidFill>
                          <a:effectLst/>
                          <a:latin typeface="Arial" panose="020B0604020202020204" pitchFamily="34" charset="0"/>
                          <a:ea typeface="Meiryo UI" panose="020B0604030504040204" pitchFamily="50" charset="-128"/>
                          <a:cs typeface="ＭＳ Ｐゴシック" panose="020B0600070205080204" pitchFamily="50" charset="-128"/>
                        </a:rPr>
                        <a:t>JRE</a:t>
                      </a:r>
                      <a:r>
                        <a:rPr kumimoji="1" lang="ja-JP" altLang="en-US" sz="1400" kern="1200" baseline="0">
                          <a:solidFill>
                            <a:srgbClr val="000000"/>
                          </a:solidFill>
                          <a:effectLst/>
                          <a:latin typeface="Arial" panose="020B0604020202020204" pitchFamily="34" charset="0"/>
                          <a:ea typeface="Meiryo UI" panose="020B0604030504040204" pitchFamily="50" charset="-128"/>
                          <a:cs typeface="ＭＳ Ｐゴシック" panose="020B0600070205080204" pitchFamily="50" charset="-128"/>
                        </a:rPr>
                        <a:t>大川</a:t>
                      </a:r>
                      <a:br>
                        <a:rPr kumimoji="1" lang="en-US" altLang="ja-JP" sz="1400" kern="1200" baseline="0">
                          <a:solidFill>
                            <a:srgbClr val="000000"/>
                          </a:solidFill>
                          <a:effectLst/>
                          <a:latin typeface="Arial" panose="020B0604020202020204" pitchFamily="34" charset="0"/>
                          <a:ea typeface="Meiryo UI" panose="020B0604030504040204" pitchFamily="50" charset="-128"/>
                          <a:cs typeface="ＭＳ Ｐゴシック" panose="020B0600070205080204" pitchFamily="50" charset="-128"/>
                        </a:rPr>
                      </a:br>
                      <a:r>
                        <a:rPr kumimoji="1" lang="en-US" altLang="ja-JP" sz="1400" kern="1200" baseline="0">
                          <a:solidFill>
                            <a:srgbClr val="000000"/>
                          </a:solidFill>
                          <a:effectLst/>
                          <a:latin typeface="Arial" panose="020B0604020202020204" pitchFamily="34" charset="0"/>
                          <a:ea typeface="Meiryo UI" panose="020B0604030504040204" pitchFamily="50" charset="-128"/>
                          <a:cs typeface="ＭＳ Ｐゴシック" panose="020B0600070205080204" pitchFamily="50" charset="-128"/>
                        </a:rPr>
                        <a:t>CTC</a:t>
                      </a:r>
                      <a:r>
                        <a:rPr kumimoji="1" lang="ja-JP" altLang="en-US" sz="1400" kern="1200" baseline="0">
                          <a:solidFill>
                            <a:srgbClr val="000000"/>
                          </a:solidFill>
                          <a:effectLst/>
                          <a:latin typeface="Arial" panose="020B0604020202020204" pitchFamily="34" charset="0"/>
                          <a:ea typeface="Meiryo UI" panose="020B0604030504040204" pitchFamily="50" charset="-128"/>
                          <a:cs typeface="ＭＳ Ｐゴシック" panose="020B0600070205080204" pitchFamily="50" charset="-128"/>
                        </a:rPr>
                        <a:t>川口</a:t>
                      </a:r>
                      <a:br>
                        <a:rPr kumimoji="1" lang="en-US" altLang="ja-JP" sz="1400" kern="1200" baseline="0">
                          <a:solidFill>
                            <a:srgbClr val="000000"/>
                          </a:solidFill>
                          <a:effectLst/>
                          <a:latin typeface="Arial" panose="020B0604020202020204" pitchFamily="34" charset="0"/>
                          <a:ea typeface="Meiryo UI" panose="020B0604030504040204" pitchFamily="50" charset="-128"/>
                          <a:cs typeface="ＭＳ Ｐゴシック" panose="020B0600070205080204" pitchFamily="50" charset="-128"/>
                        </a:rPr>
                      </a:br>
                      <a:r>
                        <a:rPr kumimoji="1" lang="en-US" altLang="ja-JP" sz="1400" kern="1200" baseline="0">
                          <a:solidFill>
                            <a:srgbClr val="000000"/>
                          </a:solidFill>
                          <a:effectLst/>
                          <a:latin typeface="Arial" panose="020B0604020202020204" pitchFamily="34" charset="0"/>
                          <a:ea typeface="Meiryo UI" panose="020B0604030504040204" pitchFamily="50" charset="-128"/>
                          <a:cs typeface="ＭＳ Ｐゴシック" panose="020B0600070205080204" pitchFamily="50" charset="-128"/>
                        </a:rPr>
                        <a:t>SX</a:t>
                      </a:r>
                      <a:r>
                        <a:rPr kumimoji="1" lang="ja-JP" altLang="en-US" sz="1400" kern="1200" baseline="0">
                          <a:solidFill>
                            <a:srgbClr val="000000"/>
                          </a:solidFill>
                          <a:effectLst/>
                          <a:latin typeface="Arial" panose="020B0604020202020204" pitchFamily="34" charset="0"/>
                          <a:ea typeface="Meiryo UI" panose="020B0604030504040204" pitchFamily="50" charset="-128"/>
                          <a:cs typeface="ＭＳ Ｐゴシック" panose="020B0600070205080204" pitchFamily="50" charset="-128"/>
                        </a:rPr>
                        <a:t>川口</a:t>
                      </a:r>
                      <a:endParaRPr kumimoji="1" lang="en-US" altLang="ja-JP" sz="1400" kern="1200" baseline="0">
                        <a:solidFill>
                          <a:srgbClr val="000000"/>
                        </a:solidFill>
                        <a:effectLst/>
                        <a:latin typeface="Arial" panose="020B0604020202020204" pitchFamily="34" charset="0"/>
                        <a:ea typeface="Meiryo UI" panose="020B0604030504040204" pitchFamily="50" charset="-128"/>
                        <a:cs typeface="ＭＳ Ｐゴシック" panose="020B0600070205080204" pitchFamily="50" charset="-128"/>
                      </a:endParaRPr>
                    </a:p>
                  </a:txBody>
                  <a:tcPr marL="62865" marR="62865" marT="0" marB="0">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algn="ctr" defTabSz="914400" rtl="0" eaLnBrk="1" latinLnBrk="0" hangingPunct="1">
                        <a:lnSpc>
                          <a:spcPct val="115000"/>
                        </a:lnSpc>
                        <a:spcAft>
                          <a:spcPts val="1000"/>
                        </a:spcAft>
                        <a:buNone/>
                      </a:pPr>
                      <a:r>
                        <a:rPr kumimoji="1" lang="en-US" altLang="ja-JP" sz="1400" kern="1200" baseline="0">
                          <a:solidFill>
                            <a:srgbClr val="000000"/>
                          </a:solidFill>
                          <a:effectLst/>
                          <a:latin typeface="Arial" panose="020B0604020202020204" pitchFamily="34" charset="0"/>
                          <a:ea typeface="Meiryo UI" panose="020B0604030504040204" pitchFamily="50" charset="-128"/>
                          <a:cs typeface="ＭＳ Ｐゴシック" panose="020B0600070205080204" pitchFamily="50" charset="-128"/>
                        </a:rPr>
                        <a:t>12/12</a:t>
                      </a:r>
                      <a:r>
                        <a:rPr kumimoji="1" lang="ja-JP" altLang="en-US" sz="1400" kern="1200" baseline="0">
                          <a:solidFill>
                            <a:srgbClr val="000000"/>
                          </a:solidFill>
                          <a:effectLst/>
                          <a:latin typeface="Arial" panose="020B0604020202020204" pitchFamily="34" charset="0"/>
                          <a:ea typeface="Meiryo UI" panose="020B0604030504040204" pitchFamily="50" charset="-128"/>
                          <a:cs typeface="ＭＳ Ｐゴシック" panose="020B0600070205080204" pitchFamily="50" charset="-128"/>
                        </a:rPr>
                        <a:t>（金）</a:t>
                      </a:r>
                      <a:endParaRPr kumimoji="1" lang="ja-JP" altLang="en-US" sz="1400" kern="1200" baseline="0">
                        <a:solidFill>
                          <a:srgbClr val="000000"/>
                        </a:solidFill>
                        <a:effectLst/>
                        <a:latin typeface="Arial" panose="020B0604020202020204" pitchFamily="34" charset="0"/>
                        <a:ea typeface="Meiryo UI" panose="020B0604030504040204" pitchFamily="50" charset="-128"/>
                      </a:endParaRPr>
                    </a:p>
                  </a:txBody>
                  <a:tcPr marL="62865" marR="62865" marT="0" marB="0">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rPr>
                        <a:t>支援チーム側での活用</a:t>
                      </a:r>
                      <a:r>
                        <a:rPr kumimoji="1" lang="en-US" altLang="ja-JP" sz="1400">
                          <a:solidFill>
                            <a:schemeClr val="tx1"/>
                          </a:solidFill>
                        </a:rPr>
                        <a:t>AI</a:t>
                      </a:r>
                      <a:r>
                        <a:rPr kumimoji="1" lang="ja-JP" altLang="en-US" sz="1400">
                          <a:solidFill>
                            <a:schemeClr val="tx1"/>
                          </a:solidFill>
                        </a:rPr>
                        <a:t>は、再学習しない設定と確認済</a:t>
                      </a:r>
                      <a:endParaRPr kumimoji="1" lang="en-US" altLang="ja-JP" sz="140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829002130"/>
                  </a:ext>
                </a:extLst>
              </a:tr>
              <a:tr h="325379">
                <a:tc>
                  <a:txBody>
                    <a:bodyPr/>
                    <a:lstStyle/>
                    <a:p>
                      <a:pPr algn="ctr"/>
                      <a:r>
                        <a:rPr kumimoji="1" lang="en-US" altLang="ja-JP" sz="1400">
                          <a:solidFill>
                            <a:schemeClr val="tx1"/>
                          </a:solidFill>
                        </a:rPr>
                        <a:t>8</a:t>
                      </a:r>
                      <a:endParaRPr kumimoji="1" lang="ja-JP" altLang="en-US" sz="140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75000"/>
                      </a:schemeClr>
                    </a:solidFill>
                  </a:tcPr>
                </a:tc>
                <a:tc>
                  <a:txBody>
                    <a:bodyPr/>
                    <a:lstStyle/>
                    <a:p>
                      <a:pPr marL="0" algn="just" defTabSz="914400" rtl="0" eaLnBrk="1" latinLnBrk="0" hangingPunct="1">
                        <a:lnSpc>
                          <a:spcPct val="115000"/>
                        </a:lnSpc>
                        <a:spcAft>
                          <a:spcPts val="1000"/>
                        </a:spcAft>
                        <a:buNone/>
                      </a:pPr>
                      <a:r>
                        <a:rPr kumimoji="1" lang="en-US" altLang="ja-JP" sz="1400" kern="1200" baseline="0">
                          <a:solidFill>
                            <a:srgbClr val="000000"/>
                          </a:solidFill>
                          <a:effectLst/>
                          <a:latin typeface="Arial" panose="020B0604020202020204" pitchFamily="34" charset="0"/>
                          <a:ea typeface="Meiryo UI" panose="020B0604030504040204" pitchFamily="50" charset="-128"/>
                        </a:rPr>
                        <a:t>Figma</a:t>
                      </a:r>
                      <a:r>
                        <a:rPr kumimoji="1" lang="ja-JP" altLang="en-US" sz="1400" kern="1200" baseline="0">
                          <a:solidFill>
                            <a:srgbClr val="000000"/>
                          </a:solidFill>
                          <a:effectLst/>
                          <a:latin typeface="Arial" panose="020B0604020202020204" pitchFamily="34" charset="0"/>
                          <a:ea typeface="Meiryo UI" panose="020B0604030504040204" pitchFamily="50" charset="-128"/>
                        </a:rPr>
                        <a:t>の権限付与について木村に確認</a:t>
                      </a:r>
                    </a:p>
                  </a:txBody>
                  <a:tcPr marL="62865" marR="62865"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75000"/>
                      </a:schemeClr>
                    </a:solidFill>
                  </a:tcPr>
                </a:tc>
                <a:tc>
                  <a:txBody>
                    <a:bodyPr/>
                    <a:lstStyle/>
                    <a:p>
                      <a:pPr marL="0" algn="ctr" defTabSz="914400" rtl="0" eaLnBrk="1" latinLnBrk="0" hangingPunct="1">
                        <a:lnSpc>
                          <a:spcPct val="115000"/>
                        </a:lnSpc>
                        <a:spcAft>
                          <a:spcPts val="1000"/>
                        </a:spcAft>
                        <a:buNone/>
                      </a:pPr>
                      <a:r>
                        <a:rPr kumimoji="1" lang="en-US" altLang="ja-JP" sz="1400" kern="1200" baseline="0">
                          <a:solidFill>
                            <a:srgbClr val="000000"/>
                          </a:solidFill>
                          <a:effectLst/>
                          <a:latin typeface="Arial" panose="020B0604020202020204" pitchFamily="34" charset="0"/>
                          <a:ea typeface="Meiryo UI" panose="020B0604030504040204" pitchFamily="50" charset="-128"/>
                          <a:cs typeface="ＭＳ Ｐゴシック" panose="020B0600070205080204" pitchFamily="50" charset="-128"/>
                        </a:rPr>
                        <a:t>JRE</a:t>
                      </a:r>
                      <a:r>
                        <a:rPr kumimoji="1" lang="ja-JP" altLang="en-US" sz="1400" kern="1200" baseline="0">
                          <a:solidFill>
                            <a:srgbClr val="000000"/>
                          </a:solidFill>
                          <a:effectLst/>
                          <a:latin typeface="Arial" panose="020B0604020202020204" pitchFamily="34" charset="0"/>
                          <a:ea typeface="Meiryo UI" panose="020B0604030504040204" pitchFamily="50" charset="-128"/>
                          <a:cs typeface="ＭＳ Ｐゴシック" panose="020B0600070205080204" pitchFamily="50" charset="-128"/>
                        </a:rPr>
                        <a:t>大川</a:t>
                      </a:r>
                      <a:endParaRPr kumimoji="1" lang="ja-JP" altLang="en-US" sz="1400" kern="1200" baseline="0">
                        <a:solidFill>
                          <a:srgbClr val="000000"/>
                        </a:solidFill>
                        <a:effectLst/>
                        <a:latin typeface="Arial" panose="020B0604020202020204" pitchFamily="34" charset="0"/>
                        <a:ea typeface="Meiryo UI" panose="020B0604030504040204" pitchFamily="50" charset="-128"/>
                      </a:endParaRPr>
                    </a:p>
                  </a:txBody>
                  <a:tcPr marL="62865" marR="62865" marT="0" marB="0">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75000"/>
                      </a:schemeClr>
                    </a:solidFill>
                  </a:tcPr>
                </a:tc>
                <a:tc>
                  <a:txBody>
                    <a:bodyPr/>
                    <a:lstStyle/>
                    <a:p>
                      <a:pPr marL="0" algn="ctr" defTabSz="914400" rtl="0" eaLnBrk="1" latinLnBrk="0" hangingPunct="1">
                        <a:lnSpc>
                          <a:spcPct val="115000"/>
                        </a:lnSpc>
                        <a:spcAft>
                          <a:spcPts val="1000"/>
                        </a:spcAft>
                        <a:buNone/>
                      </a:pPr>
                      <a:r>
                        <a:rPr kumimoji="1" lang="en-US" altLang="ja-JP" sz="1400" kern="1200" baseline="0">
                          <a:solidFill>
                            <a:srgbClr val="000000"/>
                          </a:solidFill>
                          <a:effectLst/>
                          <a:latin typeface="Arial" panose="020B0604020202020204" pitchFamily="34" charset="0"/>
                          <a:ea typeface="Meiryo UI" panose="020B0604030504040204" pitchFamily="50" charset="-128"/>
                          <a:cs typeface="ＭＳ Ｐゴシック" panose="020B0600070205080204" pitchFamily="50" charset="-128"/>
                        </a:rPr>
                        <a:t>12/5</a:t>
                      </a:r>
                      <a:r>
                        <a:rPr kumimoji="1" lang="ja-JP" altLang="en-US" sz="1400" kern="1200" baseline="0">
                          <a:solidFill>
                            <a:srgbClr val="000000"/>
                          </a:solidFill>
                          <a:effectLst/>
                          <a:latin typeface="Arial" panose="020B0604020202020204" pitchFamily="34" charset="0"/>
                          <a:ea typeface="Meiryo UI" panose="020B0604030504040204" pitchFamily="50" charset="-128"/>
                          <a:cs typeface="ＭＳ Ｐゴシック" panose="020B0600070205080204" pitchFamily="50" charset="-128"/>
                        </a:rPr>
                        <a:t>（金）</a:t>
                      </a:r>
                      <a:endParaRPr kumimoji="1" lang="ja-JP" altLang="en-US" sz="1400" kern="1200" baseline="0">
                        <a:solidFill>
                          <a:srgbClr val="000000"/>
                        </a:solidFill>
                        <a:effectLst/>
                        <a:latin typeface="Arial" panose="020B0604020202020204" pitchFamily="34" charset="0"/>
                        <a:ea typeface="Meiryo UI" panose="020B0604030504040204" pitchFamily="50" charset="-128"/>
                      </a:endParaRPr>
                    </a:p>
                  </a:txBody>
                  <a:tcPr marL="62865" marR="62865" marT="0" marB="0">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75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rPr>
                        <a:t>ー</a:t>
                      </a:r>
                      <a:endParaRPr kumimoji="1" lang="en-US" altLang="ja-JP" sz="1400">
                        <a:solidFill>
                          <a:schemeClr val="tx1"/>
                        </a:solidFill>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74235267"/>
                  </a:ext>
                </a:extLst>
              </a:tr>
            </a:tbl>
          </a:graphicData>
        </a:graphic>
      </p:graphicFrame>
    </p:spTree>
    <p:extLst>
      <p:ext uri="{BB962C8B-B14F-4D97-AF65-F5344CB8AC3E}">
        <p14:creationId xmlns:p14="http://schemas.microsoft.com/office/powerpoint/2010/main" val="128888311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814&quot;/&gt;&lt;CPresentation id=&quot;1&quot;&gt;&lt;m_precDefaultNumber&gt;&lt;m_yearfmt&gt;&lt;begin val=&quot;0&quot;/&gt;&lt;end val=&quot;4&quot;/&gt;&lt;/m_yearfmt&gt;&lt;/m_precDefaultNumber&gt;&lt;m_precDefaultPercent&gt;&lt;m_yearfmt&gt;&lt;begin val=&quot;0&quot;/&gt;&lt;end val=&quot;4&quot;/&gt;&lt;/m_yearfmt&gt;&lt;/m_precDefaultPercent&gt;&lt;m_precDefaultDate&gt;&lt;m_bNumberIsYear val=&quot;0&quot;/&gt;&lt;m_strFormatTime&gt;%Y/%m/%d&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d&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2&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eOhr_gZQu23kvlZN8frFB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m3MV9kNYdtIBqJXs4z65u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VJZSuJodCA0jlWcN9d4mU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lDAaASIBNP66rsCprg7u3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c.LG2v2VBTNKSwRbkr2e3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SS7nfgZaRExEqlFh0TZdSg"/>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d7Ry0uf3oxagSaTTReIJB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jKxQlCqLumZbDReM9rxVt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4PAhf1J2HM.xhrzA8wzqwg"/>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9_TKK60iqTMkxrW0y137rg"/>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UXGEqkY59u7Bu5I.TfZbx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scUg5vGcWN4k5E52ryNAng"/>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mCXzE0mlFb6w6LdQim3eU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sZ0LqUYbgxCq8XSc_RrEz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yTpUc_6kA2tNQrBQ5QpUU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k7xs8P3LiZtIsz9E5p9YaA"/>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9pmfWR3sZq4Hd1MqnJGS_w"/>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3d7cR3CcEucsSLW.v.jN2A"/>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_JvzDqOeIoZVZwgAT_P9l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If_6.sT90Oe_W_ori4IlYw"/>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2yUKxKzCZ5QQ6CEKnPAHng"/>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jHNWODDquoJTZ6YfNRDXRw"/>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JZcYKpQJCFvwd0FbA0cABA"/>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zOXJujSgnaSyxv037.EGxA"/>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FV7pGXHrc3c69VqyjZrlVg"/>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Qvoq4IfX9p0hpt.pPmVoA"/>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TBusrgGbxGq6HnftrH2tWg"/>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LOGoCivmMvOU5wjVrq_4lA"/>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RLQUNlcFh64iuahF9YgfUg"/>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ZOyv.mVEp_YVFAF7tDOADw"/>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3.7LamI2d8WuIDfWSjVE0g"/>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5HKA_Bx_qHk_CkCEyQiqJg"/>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08nNrSu5C7K8ifSP9J0NBQ"/>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Nyi0qoUV7E3SSeyrbp.cnQ"/>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eWPc5AlNgBVuN9qOhvOgew"/>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S9rwqBkCvU8DnvJMlx6o5g"/>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W71JfUWp7_kgSgRy3rSUmw"/>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Re3mXUFzDXUx3UlNYbvzBA"/>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kCvF2YLl2d0.YZkC1iigiw"/>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MX4NDKY__L8R7Bgcx6CHpQ"/>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l7IF6IITYoP0o8hMMemDJA"/>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qqPxYByf1JK_O_ZsihhDRw"/>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j0Yt8HQFVsoZm8xPhYTWzQ"/>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P9WGeshhst3V_G1wEm6X1Q"/>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EMA6iE5AaErVo3DFuvjRRQ"/>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ZpeSTuKMzcqtVLOv1j96Fg"/>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tnePIbpKjMuTbI8Ia4n.Xg"/>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ofNnBOvuKpvUeZkgl2pC7w"/>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sVXaEIe1ndY6rNNmi_inCg"/>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biiz7hHwy7UmD545cnsl.w"/>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RZ35lIu4MuOxl4SHGlpeYA"/>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miiZTVzeeRdCaaP48MUKwg"/>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ZdRtmQctHKruYJPZf.Wwag"/>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9JkzW5ktB_AelxaiDRWxLw"/>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NKrFKDy0uFpdRSNvwGZ8FA"/>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Rb81OK7mxqrPSHKg2zdhPQ"/>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NMsQQf1dCsnupPG4jD0XhA"/>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b4tjdxAEfFHrieoKSdyzxQ"/>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ZBihaxaFADEZtPEa7b6BOg"/>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3na4302pM82W3TcXkxSRnA"/>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_7bcSt3i87vFpJSBL3QzkA"/>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IGT3cUuV8SW12xRw1TD2tg"/>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glFgwMGbNC0_JJq0qlw2gQ"/>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pNdFaXemAcDJZYV0KQ9IpA"/>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Ug775p9KWGQHTgx3KZRR7A"/>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RAeCcPAnim9zn5u0dmfR8g"/>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DcknagJO.XjgJpbqM7rWZA"/>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qnk4Gtq3P447Ys5TcQpKxQ"/>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fXIkMevnkoBljwed2tsWbw"/>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0vpumFwMoJatd1H3_5Y6zA"/>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kXbYk1GdphgCdQ4njSrvvg"/>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jL2w4uEUMqeuvUz4BrocHQ"/>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J_E8vZ7xKP0MbIuzH504QQ"/>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449Ww6sFZFlZ7QX8lu1y2Q"/>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SYq_9huk9HD_Hh5wSm6Lrw"/>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a9c0FRz7SCpcCkA0dkBSdg"/>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Mtgzoa1zGMwJE26OsZyELQ"/>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PWLg5WQDZDr3x05e6901Bw"/>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uYnPmbiz_1kqNPOsoFxwMQ"/>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1TMh8bI7cKOlcS_18RjsFw"/>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wSkofz7ce8oZQblxywMZ2w"/>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gOtDzi7bAfpyVJQvIsMOXQ"/>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7IlaqldOHWeoE0E_9.pzLg"/>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QXBb6jmygr_qHnXO3uLg.Q"/>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Lf1ki0iedE2cAOZnOYhz2Q"/>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5VNL4UbshkAUWzEQGtnCqQ"/>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2BjcIl0TrUpCJLm1slfTGQ"/>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P_77zg7z1Jm8TWB5.0jiWA"/>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iqdU1WxQwNDna2NHZqJB_Q"/>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WF0qL12Ph4vqHRGKPJ.D0g"/>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V_vrqW5TPzkTTaseRQzmDA"/>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WoMEn8zZW4tottptXLNWQQ"/>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5MYSzR5VMugm3yTkA84R8g"/>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3QcGEKP05IfMze398q0Ntg"/>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p.K834548wCo3lOeA98X0Q"/>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a9vluqwb3qaQnqkCU0vSMQ"/>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GkgGiwgubX.vkH7iG3GUmg"/>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cT.fIyZRxz9_ZETNlSzK4w"/>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PVJnByDAXJUoeBpO10FNUQ"/>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VlROS0NoDpNmm4SCjGI6A"/>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9yJedDraOiJIVa01gw0uag"/>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zdfCUJuETFWPLav6RaPMeQ"/>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f5IIsizgz9eTfFM4I4BpNw"/>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TdRo35McT8d_u8hp05IJOw"/>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XTCLDDiMrsOmBqZj1QDYcw"/>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ZRdCA4svPfR677fDJIAFWg"/>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sSzpYsQaJ4yQ5wRIyeJeYg"/>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q.jGQJXl6BnOXdI__jDV_w"/>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H0qeVQaf05_X5MsW1x9LlA"/>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VT8tInFkbxhM8Pj.20fnbg"/>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3tuJJDA4zUnIfTYTSZNVqA"/>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elkn2eVjWxZ6e7mdLwzasA"/>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jO4lQG2aA1Nfh2i8Egp6Pg"/>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WlkrVwJtb8UgZI2bHVgOaQ"/>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BUK676SmwucF9h8r2ZahIQ"/>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gjmKnjl5QGXQMBPADdJMbg"/>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EXCF7FjA_pbhEeapXBey8w"/>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m5OR0XmMixIZTKRoSupVzA"/>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tOg7GVsnkp5HdVl3dvnmhA"/>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ijDbPRln1VDynxPIRzxHCg"/>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3S8SKxuzA6xhr.5a9YleZw"/>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jPi93jXsLoBN_pkazNXNEw"/>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s.tI33pZPZgoFhgsa2bhEw"/>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vYGKD3ZrVZaNTnkJ1bMdIA"/>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ctjWRjpGT1lpbdAVqiHnKQ"/>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SB.S4Qv0edlPGPM5TpSopQ"/>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dpqMttmn_2HwSzXleWOZQ"/>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DiAY8XltA0L71NeokLpVVg"/>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YSGD57NOIksCclpdkH.cQ"/>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s6s9QZ.f5peAHUvle.EkNg"/>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Mw_GHUwKVuLyyExxQGPR4A"/>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Qwt_uoa_ShxT8FKgYfosvQ"/>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K3Ef4s5zPAZCVP3bFsw8ew"/>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KF0xuXu1HR9bWBwUAfzueg"/>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wl.SZZ9EySaM7ue54IbcGw"/>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2nrRwiNwuSFmJNX7HRGl6w"/>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g69HPxt93L0wWfYeKqjONw"/>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c8f5_lpaI5B3vRRaQ5b0tA"/>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kIvOo5f.YQnwkhXSE4EHAg"/>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d_KPO0do2G9KA6cJSe7qhQ"/>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BRdkfwgFT3hQlhyoyFjgkA"/>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fjxT0BIZ4td5Y..xijBlig"/>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gROaaehswr.MxyzZBXKu.A"/>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6H8kzcEycYFxu3d_oZW6DQ"/>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clhIr0FfPeEtj7lao.maLA"/>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L7.YYFPKKGVvM92PrVItag"/>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nYJ6xE1EkdcUE0w1eHBzdQ"/>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iYuILMEmdetHZbOMERFV0g"/>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N9ghtdvLAyU5BLthRs4x8g"/>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hHuJp61ZODhh_TAu08l_GA"/>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DHlXqP_yz.sYHT2OJWE_5A"/>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nw8uhW8KaSpUJLDTmLldbg"/>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6bwRJUnTG2DWlpAlhivkhg"/>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JV4SWt73EZRj24dvcpm0oQ"/>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40HDvRDB8MeN839VMO7t.g"/>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hRNx5gx070wwM90Lsi.M.w"/>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msDUls5XQoDjKEOQHYEYCA"/>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W9CzFD0H33qq8w87YmlD7g"/>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S7EFO92JM.hbzvJK7iI7jA"/>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tLvCn0_Spd11tIpdckrDWg"/>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rDk8j_vXSoWVofXiptyYuw"/>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2uzfsu27lKN.NRRCmI3dBw"/>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itbqH1f3Qwg020SSswfWw"/>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HmDTvtosOJe62hMKAlyXvg"/>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wTBcTN8qa1VOD4Ixpk_fVw"/>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u6mCdNRucUBk5nMYFEU7Xg"/>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uaR0TfK_i8_GPchyUX6YmA"/>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d71h.0IL4YPkGKNxzbBRsw"/>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0X7FAg6CNb0mgZqGFVV2.w"/>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q12GzSxPLmao57dEnmIWxA"/>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59WtTcRtrY5XefJcPCjT_A"/>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dzXP2CgPN0jGcjXEZXRamw"/>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mMwm4rBmSPcwcTV0reSc7w"/>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3Tg7x9Vvkc37qPYbDPE4pA"/>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uwc1dPl6R64Vn6d8PWNYQg"/>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ZZGFDHgRw9yvKkcB2H1V9A"/>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a40ElXYbGN2fNmIygpQa0A"/>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sB_MBRZF0TEDMPbhup2Mkg"/>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XHfxXPxJWmKZ5bl8P9uVxQ"/>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c6cpBxA3ECleqiGGYVNl0g"/>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テーマ">
  <a:themeElements>
    <a:clrScheme name="東日本旅客鉄道株式会社">
      <a:dk1>
        <a:sysClr val="windowText" lastClr="000000"/>
      </a:dk1>
      <a:lt1>
        <a:sysClr val="window" lastClr="FFFFFF"/>
      </a:lt1>
      <a:dk2>
        <a:srgbClr val="4A4C4E"/>
      </a:dk2>
      <a:lt2>
        <a:srgbClr val="5A5E5D"/>
      </a:lt2>
      <a:accent1>
        <a:srgbClr val="3B8B42"/>
      </a:accent1>
      <a:accent2>
        <a:srgbClr val="FFCA00"/>
      </a:accent2>
      <a:accent3>
        <a:srgbClr val="FF260D"/>
      </a:accent3>
      <a:accent4>
        <a:srgbClr val="F62837"/>
      </a:accent4>
      <a:accent5>
        <a:srgbClr val="006AAD"/>
      </a:accent5>
      <a:accent6>
        <a:srgbClr val="C92F44"/>
      </a:accent6>
      <a:hlink>
        <a:srgbClr val="0070C0"/>
      </a:hlink>
      <a:folHlink>
        <a:srgbClr val="7030A0"/>
      </a:folHlink>
    </a:clrScheme>
    <a:fontScheme name="JRE">
      <a:majorFont>
        <a:latin typeface="Arial"/>
        <a:ea typeface="メイリオ"/>
        <a:cs typeface=""/>
      </a:majorFont>
      <a:minorFont>
        <a:latin typeface="Arial"/>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solidFill>
            <a:schemeClr val="accent1"/>
          </a:solidFill>
        </a:ln>
      </a:spPr>
      <a:bodyPr rtlCol="0" anchor="ctr"/>
      <a:lstStyle>
        <a:defPPr algn="ctr">
          <a:defRPr kumimoji="1"/>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東日本旅客鉄道株式会社テンプレート（非公式）.potx" id="{19EB1957-43C4-4F3C-BE69-D5E0C16C1857}" vid="{76B89C84-D6E2-489F-99FF-684AFE81A0EA}"/>
    </a:ext>
  </a:extLst>
</a:theme>
</file>

<file path=ppt/theme/theme2.xml><?xml version="1.0" encoding="utf-8"?>
<a:theme xmlns:a="http://schemas.openxmlformats.org/drawingml/2006/main" name="1_Office テーマ">
  <a:themeElements>
    <a:clrScheme name="東日本旅客鉄道株式会社">
      <a:dk1>
        <a:sysClr val="windowText" lastClr="000000"/>
      </a:dk1>
      <a:lt1>
        <a:sysClr val="window" lastClr="FFFFFF"/>
      </a:lt1>
      <a:dk2>
        <a:srgbClr val="4A4C4E"/>
      </a:dk2>
      <a:lt2>
        <a:srgbClr val="5A5E5D"/>
      </a:lt2>
      <a:accent1>
        <a:srgbClr val="3B8B42"/>
      </a:accent1>
      <a:accent2>
        <a:srgbClr val="FFCA00"/>
      </a:accent2>
      <a:accent3>
        <a:srgbClr val="FF260D"/>
      </a:accent3>
      <a:accent4>
        <a:srgbClr val="F62837"/>
      </a:accent4>
      <a:accent5>
        <a:srgbClr val="006AAD"/>
      </a:accent5>
      <a:accent6>
        <a:srgbClr val="C92F44"/>
      </a:accent6>
      <a:hlink>
        <a:srgbClr val="0070C0"/>
      </a:hlink>
      <a:folHlink>
        <a:srgbClr val="7030A0"/>
      </a:folHlink>
    </a:clrScheme>
    <a:fontScheme name="JRE">
      <a:majorFont>
        <a:latin typeface="Arial"/>
        <a:ea typeface="メイリオ"/>
        <a:cs typeface=""/>
      </a:majorFont>
      <a:minorFont>
        <a:latin typeface="Arial"/>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solidFill>
            <a:schemeClr val="accent1"/>
          </a:solidFill>
        </a:ln>
      </a:spPr>
      <a:bodyPr rtlCol="0" anchor="ctr"/>
      <a:lstStyle>
        <a:defPPr algn="ctr">
          <a:defRPr kumimoji="1"/>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東日本旅客鉄道株式会社テンプレート（非公式）.potx" id="{19EB1957-43C4-4F3C-BE69-D5E0C16C1857}" vid="{76B89C84-D6E2-489F-99FF-684AFE81A0EA}"/>
    </a:ext>
  </a:extLst>
</a:theme>
</file>

<file path=ppt/theme/theme3.xml><?xml version="1.0" encoding="utf-8"?>
<a:theme xmlns:a="http://schemas.openxmlformats.org/drawingml/2006/main" name="1_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東日本旅客鉄道株式会社テンプレート（非公式）</Template>
  <TotalTime>1</TotalTime>
  <Words>4277</Words>
  <Application>Microsoft Office PowerPoint</Application>
  <PresentationFormat>ワイド画面</PresentationFormat>
  <Paragraphs>642</Paragraphs>
  <Slides>27</Slides>
  <Notes>3</Notes>
  <HiddenSlides>0</HiddenSlides>
  <MMClips>0</MMClips>
  <ScaleCrop>false</ScaleCrop>
  <HeadingPairs>
    <vt:vector size="8" baseType="variant">
      <vt:variant>
        <vt:lpstr>使用されているフォント</vt:lpstr>
      </vt:variant>
      <vt:variant>
        <vt:i4>9</vt:i4>
      </vt:variant>
      <vt:variant>
        <vt:lpstr>テーマ</vt:lpstr>
      </vt:variant>
      <vt:variant>
        <vt:i4>3</vt:i4>
      </vt:variant>
      <vt:variant>
        <vt:lpstr>埋め込まれた OLE サーバー</vt:lpstr>
      </vt:variant>
      <vt:variant>
        <vt:i4>1</vt:i4>
      </vt:variant>
      <vt:variant>
        <vt:lpstr>スライド タイトル</vt:lpstr>
      </vt:variant>
      <vt:variant>
        <vt:i4>27</vt:i4>
      </vt:variant>
    </vt:vector>
  </HeadingPairs>
  <TitlesOfParts>
    <vt:vector size="40" baseType="lpstr">
      <vt:lpstr>BIZ UDPゴシック</vt:lpstr>
      <vt:lpstr>Rakuten Sans</vt:lpstr>
      <vt:lpstr>メイリオ</vt:lpstr>
      <vt:lpstr>游ゴシック</vt:lpstr>
      <vt:lpstr>Arial</vt:lpstr>
      <vt:lpstr>Calibri</vt:lpstr>
      <vt:lpstr>Calibri Light</vt:lpstr>
      <vt:lpstr>Wingdings</vt:lpstr>
      <vt:lpstr>Wingdings 2</vt:lpstr>
      <vt:lpstr>Office テーマ</vt:lpstr>
      <vt:lpstr>1_Office テーマ</vt:lpstr>
      <vt:lpstr>1_HDOfficeLightV0</vt:lpstr>
      <vt:lpstr>think-cellスライド</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Okuda Mitsuhiro</cp:lastModifiedBy>
  <cp:revision>3</cp:revision>
  <dcterms:created xsi:type="dcterms:W3CDTF">2025-10-07T06:53:21Z</dcterms:created>
  <dcterms:modified xsi:type="dcterms:W3CDTF">2026-02-14T19:49:15Z</dcterms:modified>
</cp:coreProperties>
</file>