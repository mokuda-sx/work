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21"/>
  </p:notesMasterIdLst>
  <p:handoutMasterIdLst>
    <p:handoutMasterId r:id="rId22"/>
  </p:handoutMasterIdLst>
  <p:sldIdLst>
    <p:sldId id="340" r:id="rId2"/>
    <p:sldId id="331" r:id="rId3"/>
    <p:sldId id="2147483383" r:id="rId4"/>
    <p:sldId id="2147483384" r:id="rId5"/>
    <p:sldId id="2147483385" r:id="rId6"/>
    <p:sldId id="2147483389" r:id="rId7"/>
    <p:sldId id="2147483394" r:id="rId8"/>
    <p:sldId id="2147483397" r:id="rId9"/>
    <p:sldId id="2147377933" r:id="rId10"/>
    <p:sldId id="2147378005" r:id="rId11"/>
    <p:sldId id="2147378006" r:id="rId12"/>
    <p:sldId id="2147378007" r:id="rId13"/>
    <p:sldId id="2147378008" r:id="rId14"/>
    <p:sldId id="2147378015" r:id="rId15"/>
    <p:sldId id="2147483386" r:id="rId16"/>
    <p:sldId id="2147483387" r:id="rId17"/>
    <p:sldId id="2147483388" r:id="rId18"/>
    <p:sldId id="2147483396" r:id="rId19"/>
    <p:sldId id="311" r:id="rId20"/>
  </p:sldIdLst>
  <p:sldSz cx="12192000" cy="6858000"/>
  <p:notesSz cx="7104063" cy="10234613"/>
  <p:custDataLst>
    <p:tags r:id="rId23"/>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なしのセクション" id="{B1D8018D-9D27-814B-A55C-9931F775F991}">
          <p14:sldIdLst>
            <p14:sldId id="340"/>
            <p14:sldId id="331"/>
            <p14:sldId id="2147483383"/>
            <p14:sldId id="2147483384"/>
            <p14:sldId id="2147483385"/>
            <p14:sldId id="2147483389"/>
            <p14:sldId id="2147483394"/>
            <p14:sldId id="2147483397"/>
            <p14:sldId id="2147377933"/>
            <p14:sldId id="2147378005"/>
            <p14:sldId id="2147378006"/>
            <p14:sldId id="2147378007"/>
            <p14:sldId id="2147378008"/>
            <p14:sldId id="2147378015"/>
            <p14:sldId id="2147483386"/>
            <p14:sldId id="2147483387"/>
            <p14:sldId id="2147483388"/>
            <p14:sldId id="2147483396"/>
            <p14:sldId id="311"/>
          </p14:sldIdLst>
        </p14:section>
      </p14:sectionLst>
    </p:ex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7AC9"/>
    <a:srgbClr val="407597"/>
    <a:srgbClr val="EA5504"/>
    <a:srgbClr val="EA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67C2FC-3F63-4998-A05D-B014058C6D8C}" v="938" dt="2025-10-29T14:54:02.646"/>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267" autoAdjust="0"/>
  </p:normalViewPr>
  <p:slideViewPr>
    <p:cSldViewPr snapToGrid="0">
      <p:cViewPr varScale="1">
        <p:scale>
          <a:sx n="79" d="100"/>
          <a:sy n="79" d="100"/>
        </p:scale>
        <p:origin x="96" y="180"/>
      </p:cViewPr>
      <p:guideLst>
        <p:guide pos="3840"/>
        <p:guide orient="horz" pos="2160"/>
      </p:guideLst>
    </p:cSldViewPr>
  </p:slideViewPr>
  <p:notesTextViewPr>
    <p:cViewPr>
      <p:scale>
        <a:sx n="1" d="1"/>
        <a:sy n="1" d="1"/>
      </p:scale>
      <p:origin x="0" y="0"/>
    </p:cViewPr>
  </p:notesTextViewPr>
  <p:notesViewPr>
    <p:cSldViewPr snapToGrid="0">
      <p:cViewPr>
        <p:scale>
          <a:sx n="1" d="2"/>
          <a:sy n="1" d="2"/>
        </p:scale>
        <p:origin x="0" y="0"/>
      </p:cViewPr>
      <p:guideLst>
        <p:guide orient="horz" pos="3224"/>
        <p:guide pos="223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gs" Target="tags/tag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mura Koji" userId="2064518528_tp_box_2" providerId="OAuth2" clId="{19356B3C-8B9E-434A-A98A-AD10B829287B}"/>
    <pc:docChg chg="undo redo custSel addSld modSld sldOrd modSection">
      <pc:chgData name="Tamura Koji" userId="2064518528_tp_box_2" providerId="OAuth2" clId="{19356B3C-8B9E-434A-A98A-AD10B829287B}" dt="2025-06-09T00:35:46.291" v="4566"/>
      <pc:docMkLst>
        <pc:docMk/>
      </pc:docMkLst>
      <pc:sldChg chg="modSp mod">
        <pc:chgData name="Tamura Koji" userId="2064518528_tp_box_2" providerId="OAuth2" clId="{19356B3C-8B9E-434A-A98A-AD10B829287B}" dt="2025-06-07T09:45:10.833" v="3892" actId="20577"/>
        <pc:sldMkLst>
          <pc:docMk/>
          <pc:sldMk cId="713323602" sldId="331"/>
        </pc:sldMkLst>
      </pc:sldChg>
      <pc:sldChg chg="addSp delSp modSp mod">
        <pc:chgData name="Tamura Koji" userId="2064518528_tp_box_2" providerId="OAuth2" clId="{19356B3C-8B9E-434A-A98A-AD10B829287B}" dt="2025-06-07T09:49:57.328" v="4175" actId="20577"/>
        <pc:sldMkLst>
          <pc:docMk/>
          <pc:sldMk cId="1897361897" sldId="340"/>
        </pc:sldMkLst>
      </pc:sldChg>
      <pc:sldChg chg="modSp mod">
        <pc:chgData name="Tamura Koji" userId="2064518528_tp_box_2" providerId="OAuth2" clId="{19356B3C-8B9E-434A-A98A-AD10B829287B}" dt="2025-06-07T09:48:40.676" v="4154" actId="20577"/>
        <pc:sldMkLst>
          <pc:docMk/>
          <pc:sldMk cId="1921809941" sldId="2141413957"/>
        </pc:sldMkLst>
      </pc:sldChg>
      <pc:sldChg chg="addSp delSp modSp mod ord">
        <pc:chgData name="Tamura Koji" userId="2064518528_tp_box_2" providerId="OAuth2" clId="{19356B3C-8B9E-434A-A98A-AD10B829287B}" dt="2025-06-07T09:33:44.324" v="2880" actId="21"/>
        <pc:sldMkLst>
          <pc:docMk/>
          <pc:sldMk cId="940658303" sldId="2141413963"/>
        </pc:sldMkLst>
      </pc:sldChg>
      <pc:sldChg chg="delSp modSp mod">
        <pc:chgData name="Tamura Koji" userId="2064518528_tp_box_2" providerId="OAuth2" clId="{19356B3C-8B9E-434A-A98A-AD10B829287B}" dt="2025-06-07T09:47:27.585" v="3982" actId="1038"/>
        <pc:sldMkLst>
          <pc:docMk/>
          <pc:sldMk cId="300076435" sldId="2141413965"/>
        </pc:sldMkLst>
      </pc:sldChg>
      <pc:sldChg chg="ord">
        <pc:chgData name="Tamura Koji" userId="2064518528_tp_box_2" providerId="OAuth2" clId="{19356B3C-8B9E-434A-A98A-AD10B829287B}" dt="2025-06-07T09:17:55.210" v="1873"/>
        <pc:sldMkLst>
          <pc:docMk/>
          <pc:sldMk cId="2594502417" sldId="2141413970"/>
        </pc:sldMkLst>
      </pc:sldChg>
      <pc:sldChg chg="addSp delSp modSp mod">
        <pc:chgData name="Tamura Koji" userId="2064518528_tp_box_2" providerId="OAuth2" clId="{19356B3C-8B9E-434A-A98A-AD10B829287B}" dt="2025-06-07T09:50:28.393" v="4207" actId="20577"/>
        <pc:sldMkLst>
          <pc:docMk/>
          <pc:sldMk cId="255812329" sldId="2147377933"/>
        </pc:sldMkLst>
      </pc:sldChg>
      <pc:sldChg chg="ord">
        <pc:chgData name="Tamura Koji" userId="2064518528_tp_box_2" providerId="OAuth2" clId="{19356B3C-8B9E-434A-A98A-AD10B829287B}" dt="2025-06-07T09:17:11.001" v="1869"/>
        <pc:sldMkLst>
          <pc:docMk/>
          <pc:sldMk cId="1975416382" sldId="2147378011"/>
        </pc:sldMkLst>
      </pc:sldChg>
      <pc:sldChg chg="ord">
        <pc:chgData name="Tamura Koji" userId="2064518528_tp_box_2" providerId="OAuth2" clId="{19356B3C-8B9E-434A-A98A-AD10B829287B}" dt="2025-06-07T09:17:11.001" v="1869"/>
        <pc:sldMkLst>
          <pc:docMk/>
          <pc:sldMk cId="3399215923" sldId="2147378012"/>
        </pc:sldMkLst>
      </pc:sldChg>
      <pc:sldChg chg="addSp delSp modSp mod">
        <pc:chgData name="Tamura Koji" userId="2064518528_tp_box_2" providerId="OAuth2" clId="{19356B3C-8B9E-434A-A98A-AD10B829287B}" dt="2025-06-09T00:26:56.207" v="4461" actId="20577"/>
        <pc:sldMkLst>
          <pc:docMk/>
          <pc:sldMk cId="2430177001" sldId="2147378013"/>
        </pc:sldMkLst>
      </pc:sldChg>
      <pc:sldChg chg="addSp delSp modSp new mod">
        <pc:chgData name="Tamura Koji" userId="2064518528_tp_box_2" providerId="OAuth2" clId="{19356B3C-8B9E-434A-A98A-AD10B829287B}" dt="2025-06-09T00:35:46.291" v="4566"/>
        <pc:sldMkLst>
          <pc:docMk/>
          <pc:sldMk cId="4123932624" sldId="2147378014"/>
        </pc:sldMkLst>
      </pc:sldChg>
      <pc:sldChg chg="addSp delSp modSp new mod modClrScheme chgLayout">
        <pc:chgData name="Tamura Koji" userId="2064518528_tp_box_2" providerId="OAuth2" clId="{19356B3C-8B9E-434A-A98A-AD10B829287B}" dt="2025-06-07T09:16:58.839" v="1867"/>
        <pc:sldMkLst>
          <pc:docMk/>
          <pc:sldMk cId="664749141" sldId="2147378015"/>
        </pc:sldMkLst>
      </pc:sldChg>
      <pc:sldChg chg="addSp delSp modSp add mod">
        <pc:chgData name="Tamura Koji" userId="2064518528_tp_box_2" providerId="OAuth2" clId="{19356B3C-8B9E-434A-A98A-AD10B829287B}" dt="2025-06-09T00:34:25.777" v="4555"/>
        <pc:sldMkLst>
          <pc:docMk/>
          <pc:sldMk cId="3075645693" sldId="2147483222"/>
        </pc:sldMkLst>
      </pc:sldChg>
    </pc:docChg>
  </pc:docChgLst>
  <pc:docChgLst>
    <pc:chgData name="Tamura Koji" userId="2064518528_tp_box_2" providerId="OAuth2" clId="{BD260A9B-CF37-4E4B-ABF6-B20EDD144AB1}"/>
    <pc:docChg chg="modSld">
      <pc:chgData name="Tamura Koji" userId="2064518528_tp_box_2" providerId="OAuth2" clId="{BD260A9B-CF37-4E4B-ABF6-B20EDD144AB1}" dt="2025-03-26T07:06:39.894" v="1"/>
      <pc:docMkLst>
        <pc:docMk/>
      </pc:docMkLst>
      <pc:sldChg chg="addSp modSp mod">
        <pc:chgData name="Tamura Koji" userId="2064518528_tp_box_2" providerId="OAuth2" clId="{BD260A9B-CF37-4E4B-ABF6-B20EDD144AB1}" dt="2025-03-26T07:06:39.894" v="1"/>
        <pc:sldMkLst>
          <pc:docMk/>
          <pc:sldMk cId="940658303" sldId="2141413963"/>
        </pc:sldMkLst>
      </pc:sldChg>
      <pc:sldChg chg="addSp">
        <pc:chgData name="Tamura Koji" userId="2064518528_tp_box_2" providerId="OAuth2" clId="{BD260A9B-CF37-4E4B-ABF6-B20EDD144AB1}" dt="2025-03-26T07:06:39.894" v="1"/>
        <pc:sldMkLst>
          <pc:docMk/>
          <pc:sldMk cId="1975416382" sldId="2147378011"/>
        </pc:sldMkLst>
      </pc:sldChg>
      <pc:sldChg chg="addSp">
        <pc:chgData name="Tamura Koji" userId="2064518528_tp_box_2" providerId="OAuth2" clId="{BD260A9B-CF37-4E4B-ABF6-B20EDD144AB1}" dt="2025-03-26T07:06:39.894" v="1"/>
        <pc:sldMkLst>
          <pc:docMk/>
          <pc:sldMk cId="3399215923" sldId="2147378012"/>
        </pc:sldMkLst>
      </pc:sldChg>
    </pc:docChg>
  </pc:docChgLst>
  <pc:docChgLst>
    <pc:chgData name="Daichi Kawaguchi" userId="39803997058_tp_box_2" providerId="OAuth2" clId="{0EA2D1D5-1A4A-4DDE-98D0-B129D135DBAE}"/>
    <pc:docChg chg="undo redo custSel addSld delSld modSld sldOrd modSection">
      <pc:chgData name="Daichi Kawaguchi" userId="39803997058_tp_box_2" providerId="OAuth2" clId="{0EA2D1D5-1A4A-4DDE-98D0-B129D135DBAE}" dt="2025-10-29T15:01:14.380" v="5293" actId="20577"/>
      <pc:docMkLst>
        <pc:docMk/>
      </pc:docMkLst>
      <pc:sldChg chg="delSp modSp add del mod">
        <pc:chgData name="Daichi Kawaguchi" userId="39803997058_tp_box_2" providerId="OAuth2" clId="{0EA2D1D5-1A4A-4DDE-98D0-B129D135DBAE}" dt="2025-10-29T06:14:32.593" v="2610" actId="47"/>
        <pc:sldMkLst>
          <pc:docMk/>
          <pc:sldMk cId="3843591059" sldId="293"/>
        </pc:sldMkLst>
        <pc:spChg chg="del">
          <ac:chgData name="Daichi Kawaguchi" userId="39803997058_tp_box_2" providerId="OAuth2" clId="{0EA2D1D5-1A4A-4DDE-98D0-B129D135DBAE}" dt="2025-10-29T06:11:37.779" v="2579" actId="478"/>
          <ac:spMkLst>
            <pc:docMk/>
            <pc:sldMk cId="3843591059" sldId="293"/>
            <ac:spMk id="4" creationId="{46DA8F03-084A-E951-0C92-F1BD33C96E5B}"/>
          </ac:spMkLst>
        </pc:spChg>
        <pc:spChg chg="mod">
          <ac:chgData name="Daichi Kawaguchi" userId="39803997058_tp_box_2" providerId="OAuth2" clId="{0EA2D1D5-1A4A-4DDE-98D0-B129D135DBAE}" dt="2025-10-29T06:09:52.493" v="2574" actId="207"/>
          <ac:spMkLst>
            <pc:docMk/>
            <pc:sldMk cId="3843591059" sldId="293"/>
            <ac:spMk id="38" creationId="{36A0295E-3520-EEB3-D4E5-2CAF29F35808}"/>
          </ac:spMkLst>
        </pc:spChg>
        <pc:spChg chg="mod">
          <ac:chgData name="Daichi Kawaguchi" userId="39803997058_tp_box_2" providerId="OAuth2" clId="{0EA2D1D5-1A4A-4DDE-98D0-B129D135DBAE}" dt="2025-10-29T06:09:52.493" v="2574" actId="207"/>
          <ac:spMkLst>
            <pc:docMk/>
            <pc:sldMk cId="3843591059" sldId="293"/>
            <ac:spMk id="105" creationId="{FFE132CC-502E-EC53-FE6B-320EBCE55465}"/>
          </ac:spMkLst>
        </pc:spChg>
        <pc:spChg chg="mod">
          <ac:chgData name="Daichi Kawaguchi" userId="39803997058_tp_box_2" providerId="OAuth2" clId="{0EA2D1D5-1A4A-4DDE-98D0-B129D135DBAE}" dt="2025-10-29T06:09:52.493" v="2574" actId="207"/>
          <ac:spMkLst>
            <pc:docMk/>
            <pc:sldMk cId="3843591059" sldId="293"/>
            <ac:spMk id="115" creationId="{A95858D6-C533-94E8-1731-3596622E4979}"/>
          </ac:spMkLst>
        </pc:spChg>
        <pc:spChg chg="mod">
          <ac:chgData name="Daichi Kawaguchi" userId="39803997058_tp_box_2" providerId="OAuth2" clId="{0EA2D1D5-1A4A-4DDE-98D0-B129D135DBAE}" dt="2025-10-29T06:10:09.160" v="2575" actId="207"/>
          <ac:spMkLst>
            <pc:docMk/>
            <pc:sldMk cId="3843591059" sldId="293"/>
            <ac:spMk id="122" creationId="{75317AB4-D094-894F-527C-22869430378A}"/>
          </ac:spMkLst>
        </pc:spChg>
        <pc:spChg chg="mod">
          <ac:chgData name="Daichi Kawaguchi" userId="39803997058_tp_box_2" providerId="OAuth2" clId="{0EA2D1D5-1A4A-4DDE-98D0-B129D135DBAE}" dt="2025-10-29T06:09:52.493" v="2574" actId="207"/>
          <ac:spMkLst>
            <pc:docMk/>
            <pc:sldMk cId="3843591059" sldId="293"/>
            <ac:spMk id="137" creationId="{E28B257B-AA72-2C42-B0C4-0E5A93775C3C}"/>
          </ac:spMkLst>
        </pc:spChg>
        <pc:spChg chg="mod">
          <ac:chgData name="Daichi Kawaguchi" userId="39803997058_tp_box_2" providerId="OAuth2" clId="{0EA2D1D5-1A4A-4DDE-98D0-B129D135DBAE}" dt="2025-10-29T06:09:52.493" v="2574" actId="207"/>
          <ac:spMkLst>
            <pc:docMk/>
            <pc:sldMk cId="3843591059" sldId="293"/>
            <ac:spMk id="145" creationId="{301A3D14-F672-E8B0-5EBD-12233E5ED1A4}"/>
          </ac:spMkLst>
        </pc:spChg>
        <pc:spChg chg="mod">
          <ac:chgData name="Daichi Kawaguchi" userId="39803997058_tp_box_2" providerId="OAuth2" clId="{0EA2D1D5-1A4A-4DDE-98D0-B129D135DBAE}" dt="2025-10-29T06:09:52.493" v="2574" actId="207"/>
          <ac:spMkLst>
            <pc:docMk/>
            <pc:sldMk cId="3843591059" sldId="293"/>
            <ac:spMk id="152" creationId="{E6EC5F35-C09C-E451-A697-5420DFC8B23E}"/>
          </ac:spMkLst>
        </pc:spChg>
        <pc:spChg chg="mod">
          <ac:chgData name="Daichi Kawaguchi" userId="39803997058_tp_box_2" providerId="OAuth2" clId="{0EA2D1D5-1A4A-4DDE-98D0-B129D135DBAE}" dt="2025-10-29T06:09:52.493" v="2574" actId="207"/>
          <ac:spMkLst>
            <pc:docMk/>
            <pc:sldMk cId="3843591059" sldId="293"/>
            <ac:spMk id="156" creationId="{EB0D5AD9-FB64-BADE-04C4-E5AB26A1E9B2}"/>
          </ac:spMkLst>
        </pc:spChg>
        <pc:spChg chg="mod">
          <ac:chgData name="Daichi Kawaguchi" userId="39803997058_tp_box_2" providerId="OAuth2" clId="{0EA2D1D5-1A4A-4DDE-98D0-B129D135DBAE}" dt="2025-10-29T06:11:23.021" v="2578" actId="207"/>
          <ac:spMkLst>
            <pc:docMk/>
            <pc:sldMk cId="3843591059" sldId="293"/>
            <ac:spMk id="163" creationId="{DC075391-43BD-A3A2-133A-41F0AC08DFD8}"/>
          </ac:spMkLst>
        </pc:spChg>
        <pc:spChg chg="mod">
          <ac:chgData name="Daichi Kawaguchi" userId="39803997058_tp_box_2" providerId="OAuth2" clId="{0EA2D1D5-1A4A-4DDE-98D0-B129D135DBAE}" dt="2025-10-29T06:09:52.493" v="2574" actId="207"/>
          <ac:spMkLst>
            <pc:docMk/>
            <pc:sldMk cId="3843591059" sldId="293"/>
            <ac:spMk id="192" creationId="{226A2A5A-9F4D-CDB6-67DF-2DC0C217624D}"/>
          </ac:spMkLst>
        </pc:spChg>
        <pc:spChg chg="mod">
          <ac:chgData name="Daichi Kawaguchi" userId="39803997058_tp_box_2" providerId="OAuth2" clId="{0EA2D1D5-1A4A-4DDE-98D0-B129D135DBAE}" dt="2025-10-29T06:10:28.458" v="2577" actId="207"/>
          <ac:spMkLst>
            <pc:docMk/>
            <pc:sldMk cId="3843591059" sldId="293"/>
            <ac:spMk id="232" creationId="{3598F6E8-07CD-B56D-0F77-7B9B61B14B97}"/>
          </ac:spMkLst>
        </pc:spChg>
        <pc:spChg chg="mod">
          <ac:chgData name="Daichi Kawaguchi" userId="39803997058_tp_box_2" providerId="OAuth2" clId="{0EA2D1D5-1A4A-4DDE-98D0-B129D135DBAE}" dt="2025-10-29T06:09:52.493" v="2574" actId="207"/>
          <ac:spMkLst>
            <pc:docMk/>
            <pc:sldMk cId="3843591059" sldId="293"/>
            <ac:spMk id="246" creationId="{57BDF858-FD36-A1E0-98B2-8AD0D93E7BD3}"/>
          </ac:spMkLst>
        </pc:spChg>
      </pc:sldChg>
      <pc:sldChg chg="add del">
        <pc:chgData name="Daichi Kawaguchi" userId="39803997058_tp_box_2" providerId="OAuth2" clId="{0EA2D1D5-1A4A-4DDE-98D0-B129D135DBAE}" dt="2025-10-29T03:42:44.411" v="570" actId="47"/>
        <pc:sldMkLst>
          <pc:docMk/>
          <pc:sldMk cId="3208980094" sldId="307"/>
        </pc:sldMkLst>
      </pc:sldChg>
      <pc:sldChg chg="add del">
        <pc:chgData name="Daichi Kawaguchi" userId="39803997058_tp_box_2" providerId="OAuth2" clId="{0EA2D1D5-1A4A-4DDE-98D0-B129D135DBAE}" dt="2025-10-29T04:06:37.546" v="742" actId="47"/>
        <pc:sldMkLst>
          <pc:docMk/>
          <pc:sldMk cId="2667108601" sldId="308"/>
        </pc:sldMkLst>
      </pc:sldChg>
      <pc:sldChg chg="add del">
        <pc:chgData name="Daichi Kawaguchi" userId="39803997058_tp_box_2" providerId="OAuth2" clId="{0EA2D1D5-1A4A-4DDE-98D0-B129D135DBAE}" dt="2025-10-29T04:53:21.601" v="1269" actId="47"/>
        <pc:sldMkLst>
          <pc:docMk/>
          <pc:sldMk cId="2637251984" sldId="310"/>
        </pc:sldMkLst>
      </pc:sldChg>
      <pc:sldChg chg="del">
        <pc:chgData name="Daichi Kawaguchi" userId="39803997058_tp_box_2" providerId="OAuth2" clId="{0EA2D1D5-1A4A-4DDE-98D0-B129D135DBAE}" dt="2025-10-29T06:25:27.853" v="2985" actId="2696"/>
        <pc:sldMkLst>
          <pc:docMk/>
          <pc:sldMk cId="3765838229" sldId="311"/>
        </pc:sldMkLst>
      </pc:sldChg>
      <pc:sldChg chg="modSp add mod">
        <pc:chgData name="Daichi Kawaguchi" userId="39803997058_tp_box_2" providerId="OAuth2" clId="{0EA2D1D5-1A4A-4DDE-98D0-B129D135DBAE}" dt="2025-10-29T06:32:26.426" v="3024" actId="947"/>
        <pc:sldMkLst>
          <pc:docMk/>
          <pc:sldMk cId="4106308952" sldId="311"/>
        </pc:sldMkLst>
        <pc:spChg chg="mod">
          <ac:chgData name="Daichi Kawaguchi" userId="39803997058_tp_box_2" providerId="OAuth2" clId="{0EA2D1D5-1A4A-4DDE-98D0-B129D135DBAE}" dt="2025-10-29T06:32:26.426" v="3024" actId="947"/>
          <ac:spMkLst>
            <pc:docMk/>
            <pc:sldMk cId="4106308952" sldId="311"/>
            <ac:spMk id="2" creationId="{00000000-0000-0000-0000-000000000000}"/>
          </ac:spMkLst>
        </pc:spChg>
      </pc:sldChg>
      <pc:sldChg chg="addSp delSp modSp add del mod">
        <pc:chgData name="Daichi Kawaguchi" userId="39803997058_tp_box_2" providerId="OAuth2" clId="{0EA2D1D5-1A4A-4DDE-98D0-B129D135DBAE}" dt="2025-10-29T04:55:06.752" v="1284" actId="47"/>
        <pc:sldMkLst>
          <pc:docMk/>
          <pc:sldMk cId="3347095767" sldId="312"/>
        </pc:sldMkLst>
        <pc:spChg chg="add mod">
          <ac:chgData name="Daichi Kawaguchi" userId="39803997058_tp_box_2" providerId="OAuth2" clId="{0EA2D1D5-1A4A-4DDE-98D0-B129D135DBAE}" dt="2025-10-29T04:54:11.834" v="1278"/>
          <ac:spMkLst>
            <pc:docMk/>
            <pc:sldMk cId="3347095767" sldId="312"/>
            <ac:spMk id="21" creationId="{497B83D1-BBB9-9740-657E-914D28FAF03C}"/>
          </ac:spMkLst>
        </pc:spChg>
        <pc:spChg chg="add mod">
          <ac:chgData name="Daichi Kawaguchi" userId="39803997058_tp_box_2" providerId="OAuth2" clId="{0EA2D1D5-1A4A-4DDE-98D0-B129D135DBAE}" dt="2025-10-29T04:54:11.834" v="1278"/>
          <ac:spMkLst>
            <pc:docMk/>
            <pc:sldMk cId="3347095767" sldId="312"/>
            <ac:spMk id="33" creationId="{A332846E-A8FA-1C08-8294-F969BADA8E69}"/>
          </ac:spMkLst>
        </pc:spChg>
        <pc:spChg chg="add mod">
          <ac:chgData name="Daichi Kawaguchi" userId="39803997058_tp_box_2" providerId="OAuth2" clId="{0EA2D1D5-1A4A-4DDE-98D0-B129D135DBAE}" dt="2025-10-29T04:54:11.834" v="1278"/>
          <ac:spMkLst>
            <pc:docMk/>
            <pc:sldMk cId="3347095767" sldId="312"/>
            <ac:spMk id="35" creationId="{B45DE473-342A-8699-2B5C-1582DD670458}"/>
          </ac:spMkLst>
        </pc:spChg>
        <pc:spChg chg="add mod">
          <ac:chgData name="Daichi Kawaguchi" userId="39803997058_tp_box_2" providerId="OAuth2" clId="{0EA2D1D5-1A4A-4DDE-98D0-B129D135DBAE}" dt="2025-10-29T04:54:11.834" v="1278"/>
          <ac:spMkLst>
            <pc:docMk/>
            <pc:sldMk cId="3347095767" sldId="312"/>
            <ac:spMk id="38" creationId="{4A4D2EDC-3772-2861-4A53-D67244539490}"/>
          </ac:spMkLst>
        </pc:spChg>
        <pc:spChg chg="add mod">
          <ac:chgData name="Daichi Kawaguchi" userId="39803997058_tp_box_2" providerId="OAuth2" clId="{0EA2D1D5-1A4A-4DDE-98D0-B129D135DBAE}" dt="2025-10-29T04:54:11.834" v="1278"/>
          <ac:spMkLst>
            <pc:docMk/>
            <pc:sldMk cId="3347095767" sldId="312"/>
            <ac:spMk id="40" creationId="{42B5D5C3-3693-E72D-89D5-AF28C9C84923}"/>
          </ac:spMkLst>
        </pc:spChg>
        <pc:spChg chg="add mod">
          <ac:chgData name="Daichi Kawaguchi" userId="39803997058_tp_box_2" providerId="OAuth2" clId="{0EA2D1D5-1A4A-4DDE-98D0-B129D135DBAE}" dt="2025-10-29T04:54:11.834" v="1278"/>
          <ac:spMkLst>
            <pc:docMk/>
            <pc:sldMk cId="3347095767" sldId="312"/>
            <ac:spMk id="52" creationId="{80616FD8-75FB-ED2C-1B6D-85F012DF3019}"/>
          </ac:spMkLst>
        </pc:spChg>
        <pc:spChg chg="add mod">
          <ac:chgData name="Daichi Kawaguchi" userId="39803997058_tp_box_2" providerId="OAuth2" clId="{0EA2D1D5-1A4A-4DDE-98D0-B129D135DBAE}" dt="2025-10-29T04:54:11.834" v="1278"/>
          <ac:spMkLst>
            <pc:docMk/>
            <pc:sldMk cId="3347095767" sldId="312"/>
            <ac:spMk id="57" creationId="{EE63DF77-CFDD-8F5B-7ACB-741421AE9314}"/>
          </ac:spMkLst>
        </pc:spChg>
        <pc:spChg chg="add mod">
          <ac:chgData name="Daichi Kawaguchi" userId="39803997058_tp_box_2" providerId="OAuth2" clId="{0EA2D1D5-1A4A-4DDE-98D0-B129D135DBAE}" dt="2025-10-29T04:54:11.834" v="1278"/>
          <ac:spMkLst>
            <pc:docMk/>
            <pc:sldMk cId="3347095767" sldId="312"/>
            <ac:spMk id="60" creationId="{77966D1B-944C-212A-05E3-51220BD075D8}"/>
          </ac:spMkLst>
        </pc:spChg>
        <pc:spChg chg="add mod">
          <ac:chgData name="Daichi Kawaguchi" userId="39803997058_tp_box_2" providerId="OAuth2" clId="{0EA2D1D5-1A4A-4DDE-98D0-B129D135DBAE}" dt="2025-10-29T04:54:11.834" v="1278"/>
          <ac:spMkLst>
            <pc:docMk/>
            <pc:sldMk cId="3347095767" sldId="312"/>
            <ac:spMk id="89" creationId="{7B4A29CA-FD9A-FD53-D49D-1C5C806ED043}"/>
          </ac:spMkLst>
        </pc:spChg>
        <pc:spChg chg="del">
          <ac:chgData name="Daichi Kawaguchi" userId="39803997058_tp_box_2" providerId="OAuth2" clId="{0EA2D1D5-1A4A-4DDE-98D0-B129D135DBAE}" dt="2025-10-29T04:54:11.024" v="1277" actId="478"/>
          <ac:spMkLst>
            <pc:docMk/>
            <pc:sldMk cId="3347095767" sldId="312"/>
            <ac:spMk id="93" creationId="{D7EE2DC0-4C29-E194-7B06-C0E944A1C05E}"/>
          </ac:spMkLst>
        </pc:spChg>
        <pc:spChg chg="del">
          <ac:chgData name="Daichi Kawaguchi" userId="39803997058_tp_box_2" providerId="OAuth2" clId="{0EA2D1D5-1A4A-4DDE-98D0-B129D135DBAE}" dt="2025-10-29T04:54:11.024" v="1277" actId="478"/>
          <ac:spMkLst>
            <pc:docMk/>
            <pc:sldMk cId="3347095767" sldId="312"/>
            <ac:spMk id="99" creationId="{994D829C-254D-7E6C-80D5-501B22EB9E54}"/>
          </ac:spMkLst>
        </pc:spChg>
        <pc:spChg chg="del">
          <ac:chgData name="Daichi Kawaguchi" userId="39803997058_tp_box_2" providerId="OAuth2" clId="{0EA2D1D5-1A4A-4DDE-98D0-B129D135DBAE}" dt="2025-10-29T04:54:11.024" v="1277" actId="478"/>
          <ac:spMkLst>
            <pc:docMk/>
            <pc:sldMk cId="3347095767" sldId="312"/>
            <ac:spMk id="105" creationId="{E50DD09A-F288-90DE-600C-0F2AE037E1D6}"/>
          </ac:spMkLst>
        </pc:spChg>
        <pc:spChg chg="del">
          <ac:chgData name="Daichi Kawaguchi" userId="39803997058_tp_box_2" providerId="OAuth2" clId="{0EA2D1D5-1A4A-4DDE-98D0-B129D135DBAE}" dt="2025-10-29T04:54:11.024" v="1277" actId="478"/>
          <ac:spMkLst>
            <pc:docMk/>
            <pc:sldMk cId="3347095767" sldId="312"/>
            <ac:spMk id="111" creationId="{D615831A-B6B1-389E-D2AF-51145605530A}"/>
          </ac:spMkLst>
        </pc:spChg>
        <pc:spChg chg="del">
          <ac:chgData name="Daichi Kawaguchi" userId="39803997058_tp_box_2" providerId="OAuth2" clId="{0EA2D1D5-1A4A-4DDE-98D0-B129D135DBAE}" dt="2025-10-29T04:54:11.024" v="1277" actId="478"/>
          <ac:spMkLst>
            <pc:docMk/>
            <pc:sldMk cId="3347095767" sldId="312"/>
            <ac:spMk id="118" creationId="{33B5643D-90D0-CB6D-BC62-C0503AADA568}"/>
          </ac:spMkLst>
        </pc:spChg>
        <pc:spChg chg="del">
          <ac:chgData name="Daichi Kawaguchi" userId="39803997058_tp_box_2" providerId="OAuth2" clId="{0EA2D1D5-1A4A-4DDE-98D0-B129D135DBAE}" dt="2025-10-29T04:54:11.024" v="1277" actId="478"/>
          <ac:spMkLst>
            <pc:docMk/>
            <pc:sldMk cId="3347095767" sldId="312"/>
            <ac:spMk id="126" creationId="{6DAC03D5-1CE0-D72F-037C-FB71E17EA0C7}"/>
          </ac:spMkLst>
        </pc:spChg>
        <pc:spChg chg="del">
          <ac:chgData name="Daichi Kawaguchi" userId="39803997058_tp_box_2" providerId="OAuth2" clId="{0EA2D1D5-1A4A-4DDE-98D0-B129D135DBAE}" dt="2025-10-29T04:54:11.024" v="1277" actId="478"/>
          <ac:spMkLst>
            <pc:docMk/>
            <pc:sldMk cId="3347095767" sldId="312"/>
            <ac:spMk id="127" creationId="{9911C940-ACD4-B351-4482-A45AA3B6778D}"/>
          </ac:spMkLst>
        </pc:spChg>
        <pc:spChg chg="del">
          <ac:chgData name="Daichi Kawaguchi" userId="39803997058_tp_box_2" providerId="OAuth2" clId="{0EA2D1D5-1A4A-4DDE-98D0-B129D135DBAE}" dt="2025-10-29T04:54:11.024" v="1277" actId="478"/>
          <ac:spMkLst>
            <pc:docMk/>
            <pc:sldMk cId="3347095767" sldId="312"/>
            <ac:spMk id="137" creationId="{D5F41C4F-0855-D893-6923-FA118DFD6C26}"/>
          </ac:spMkLst>
        </pc:spChg>
        <pc:spChg chg="del">
          <ac:chgData name="Daichi Kawaguchi" userId="39803997058_tp_box_2" providerId="OAuth2" clId="{0EA2D1D5-1A4A-4DDE-98D0-B129D135DBAE}" dt="2025-10-29T04:54:11.024" v="1277" actId="478"/>
          <ac:spMkLst>
            <pc:docMk/>
            <pc:sldMk cId="3347095767" sldId="312"/>
            <ac:spMk id="154" creationId="{859A0778-2201-14C7-46CA-1C03B496E137}"/>
          </ac:spMkLst>
        </pc:spChg>
        <pc:spChg chg="del">
          <ac:chgData name="Daichi Kawaguchi" userId="39803997058_tp_box_2" providerId="OAuth2" clId="{0EA2D1D5-1A4A-4DDE-98D0-B129D135DBAE}" dt="2025-10-29T04:54:11.024" v="1277" actId="478"/>
          <ac:spMkLst>
            <pc:docMk/>
            <pc:sldMk cId="3347095767" sldId="312"/>
            <ac:spMk id="155" creationId="{9EDA3C1C-F79F-54A7-217E-6E2440C44FA8}"/>
          </ac:spMkLst>
        </pc:spChg>
        <pc:spChg chg="mod topLvl">
          <ac:chgData name="Daichi Kawaguchi" userId="39803997058_tp_box_2" providerId="OAuth2" clId="{0EA2D1D5-1A4A-4DDE-98D0-B129D135DBAE}" dt="2025-10-29T04:54:22.022" v="1279" actId="165"/>
          <ac:spMkLst>
            <pc:docMk/>
            <pc:sldMk cId="3347095767" sldId="312"/>
            <ac:spMk id="176" creationId="{7E6D0D8A-4A37-0999-E50D-9FAFDE82122B}"/>
          </ac:spMkLst>
        </pc:spChg>
        <pc:spChg chg="mod topLvl">
          <ac:chgData name="Daichi Kawaguchi" userId="39803997058_tp_box_2" providerId="OAuth2" clId="{0EA2D1D5-1A4A-4DDE-98D0-B129D135DBAE}" dt="2025-10-29T04:54:28.659" v="1280" actId="207"/>
          <ac:spMkLst>
            <pc:docMk/>
            <pc:sldMk cId="3347095767" sldId="312"/>
            <ac:spMk id="177" creationId="{0916B44D-B6B6-8260-AE71-046C34401F3D}"/>
          </ac:spMkLst>
        </pc:spChg>
        <pc:spChg chg="mod">
          <ac:chgData name="Daichi Kawaguchi" userId="39803997058_tp_box_2" providerId="OAuth2" clId="{0EA2D1D5-1A4A-4DDE-98D0-B129D135DBAE}" dt="2025-10-29T04:54:22.022" v="1279" actId="165"/>
          <ac:spMkLst>
            <pc:docMk/>
            <pc:sldMk cId="3347095767" sldId="312"/>
            <ac:spMk id="178" creationId="{0E7C1A23-D0CE-7F2A-1AA4-E379FFDE0AFD}"/>
          </ac:spMkLst>
        </pc:spChg>
        <pc:spChg chg="mod topLvl">
          <ac:chgData name="Daichi Kawaguchi" userId="39803997058_tp_box_2" providerId="OAuth2" clId="{0EA2D1D5-1A4A-4DDE-98D0-B129D135DBAE}" dt="2025-10-29T04:54:22.022" v="1279" actId="165"/>
          <ac:spMkLst>
            <pc:docMk/>
            <pc:sldMk cId="3347095767" sldId="312"/>
            <ac:spMk id="181" creationId="{6A1B0F1A-106A-5FCE-ADCF-EC27480E7939}"/>
          </ac:spMkLst>
        </pc:spChg>
        <pc:spChg chg="mod topLvl">
          <ac:chgData name="Daichi Kawaguchi" userId="39803997058_tp_box_2" providerId="OAuth2" clId="{0EA2D1D5-1A4A-4DDE-98D0-B129D135DBAE}" dt="2025-10-29T04:54:28.659" v="1280" actId="207"/>
          <ac:spMkLst>
            <pc:docMk/>
            <pc:sldMk cId="3347095767" sldId="312"/>
            <ac:spMk id="182" creationId="{FC2C594B-05CC-3E9D-FC83-5956E9B877EB}"/>
          </ac:spMkLst>
        </pc:spChg>
        <pc:spChg chg="mod">
          <ac:chgData name="Daichi Kawaguchi" userId="39803997058_tp_box_2" providerId="OAuth2" clId="{0EA2D1D5-1A4A-4DDE-98D0-B129D135DBAE}" dt="2025-10-29T04:54:22.022" v="1279" actId="165"/>
          <ac:spMkLst>
            <pc:docMk/>
            <pc:sldMk cId="3347095767" sldId="312"/>
            <ac:spMk id="184" creationId="{1942D7C3-F90B-8A4C-DF26-0EE7D0F58E07}"/>
          </ac:spMkLst>
        </pc:spChg>
        <pc:grpChg chg="del">
          <ac:chgData name="Daichi Kawaguchi" userId="39803997058_tp_box_2" providerId="OAuth2" clId="{0EA2D1D5-1A4A-4DDE-98D0-B129D135DBAE}" dt="2025-10-29T04:54:22.022" v="1279" actId="165"/>
          <ac:grpSpMkLst>
            <pc:docMk/>
            <pc:sldMk cId="3347095767" sldId="312"/>
            <ac:grpSpMk id="174" creationId="{EDDFD303-A59E-D673-EA9A-F4487471F187}"/>
          </ac:grpSpMkLst>
        </pc:grpChg>
        <pc:grpChg chg="del">
          <ac:chgData name="Daichi Kawaguchi" userId="39803997058_tp_box_2" providerId="OAuth2" clId="{0EA2D1D5-1A4A-4DDE-98D0-B129D135DBAE}" dt="2025-10-29T04:54:22.022" v="1279" actId="165"/>
          <ac:grpSpMkLst>
            <pc:docMk/>
            <pc:sldMk cId="3347095767" sldId="312"/>
            <ac:grpSpMk id="180" creationId="{F39CB4C9-1428-905D-5F12-5A41445EA674}"/>
          </ac:grpSpMkLst>
        </pc:grpChg>
        <pc:picChg chg="mod">
          <ac:chgData name="Daichi Kawaguchi" userId="39803997058_tp_box_2" providerId="OAuth2" clId="{0EA2D1D5-1A4A-4DDE-98D0-B129D135DBAE}" dt="2025-10-29T04:54:22.022" v="1279" actId="165"/>
          <ac:picMkLst>
            <pc:docMk/>
            <pc:sldMk cId="3347095767" sldId="312"/>
            <ac:picMk id="179" creationId="{4D1BDD41-BEEE-CFEB-B036-63A38ABA53A7}"/>
          </ac:picMkLst>
        </pc:picChg>
        <pc:picChg chg="mod">
          <ac:chgData name="Daichi Kawaguchi" userId="39803997058_tp_box_2" providerId="OAuth2" clId="{0EA2D1D5-1A4A-4DDE-98D0-B129D135DBAE}" dt="2025-10-29T04:54:22.022" v="1279" actId="165"/>
          <ac:picMkLst>
            <pc:docMk/>
            <pc:sldMk cId="3347095767" sldId="312"/>
            <ac:picMk id="185" creationId="{E584A05C-D4A2-7CF4-918B-62B57E437EE0}"/>
          </ac:picMkLst>
        </pc:picChg>
      </pc:sldChg>
      <pc:sldChg chg="add del">
        <pc:chgData name="Daichi Kawaguchi" userId="39803997058_tp_box_2" providerId="OAuth2" clId="{0EA2D1D5-1A4A-4DDE-98D0-B129D135DBAE}" dt="2025-10-29T05:05:25.512" v="1564" actId="47"/>
        <pc:sldMkLst>
          <pc:docMk/>
          <pc:sldMk cId="216040849" sldId="313"/>
        </pc:sldMkLst>
      </pc:sldChg>
      <pc:sldChg chg="addSp delSp modSp add del mod">
        <pc:chgData name="Daichi Kawaguchi" userId="39803997058_tp_box_2" providerId="OAuth2" clId="{0EA2D1D5-1A4A-4DDE-98D0-B129D135DBAE}" dt="2025-10-29T05:36:03.631" v="2296" actId="47"/>
        <pc:sldMkLst>
          <pc:docMk/>
          <pc:sldMk cId="645606811" sldId="315"/>
        </pc:sldMkLst>
        <pc:spChg chg="mod">
          <ac:chgData name="Daichi Kawaguchi" userId="39803997058_tp_box_2" providerId="OAuth2" clId="{0EA2D1D5-1A4A-4DDE-98D0-B129D135DBAE}" dt="2025-10-29T05:32:10.704" v="2174" actId="14100"/>
          <ac:spMkLst>
            <pc:docMk/>
            <pc:sldMk cId="645606811" sldId="315"/>
            <ac:spMk id="3" creationId="{1D9E98B2-A2F7-2B67-A735-AB4AC71678FE}"/>
          </ac:spMkLst>
        </pc:spChg>
        <pc:spChg chg="mod">
          <ac:chgData name="Daichi Kawaguchi" userId="39803997058_tp_box_2" providerId="OAuth2" clId="{0EA2D1D5-1A4A-4DDE-98D0-B129D135DBAE}" dt="2025-10-29T05:32:10.704" v="2174" actId="14100"/>
          <ac:spMkLst>
            <pc:docMk/>
            <pc:sldMk cId="645606811" sldId="315"/>
            <ac:spMk id="5" creationId="{E5800621-C351-B1D8-B11B-57C45FC11A2A}"/>
          </ac:spMkLst>
        </pc:spChg>
        <pc:spChg chg="mod topLvl">
          <ac:chgData name="Daichi Kawaguchi" userId="39803997058_tp_box_2" providerId="OAuth2" clId="{0EA2D1D5-1A4A-4DDE-98D0-B129D135DBAE}" dt="2025-10-29T05:30:41.492" v="2128"/>
          <ac:spMkLst>
            <pc:docMk/>
            <pc:sldMk cId="645606811" sldId="315"/>
            <ac:spMk id="9" creationId="{A30D0450-CF0B-9FA9-23EA-86A5186CD2A9}"/>
          </ac:spMkLst>
        </pc:spChg>
        <pc:spChg chg="mod topLvl">
          <ac:chgData name="Daichi Kawaguchi" userId="39803997058_tp_box_2" providerId="OAuth2" clId="{0EA2D1D5-1A4A-4DDE-98D0-B129D135DBAE}" dt="2025-10-29T05:33:27.084" v="2231"/>
          <ac:spMkLst>
            <pc:docMk/>
            <pc:sldMk cId="645606811" sldId="315"/>
            <ac:spMk id="12" creationId="{A2E8A457-D277-A688-E09C-1F792E34E115}"/>
          </ac:spMkLst>
        </pc:spChg>
        <pc:spChg chg="mod topLvl">
          <ac:chgData name="Daichi Kawaguchi" userId="39803997058_tp_box_2" providerId="OAuth2" clId="{0EA2D1D5-1A4A-4DDE-98D0-B129D135DBAE}" dt="2025-10-29T05:33:49.977" v="2249"/>
          <ac:spMkLst>
            <pc:docMk/>
            <pc:sldMk cId="645606811" sldId="315"/>
            <ac:spMk id="20" creationId="{BE416C1F-A599-C108-B7E3-06AF2F614B54}"/>
          </ac:spMkLst>
        </pc:spChg>
        <pc:spChg chg="mod">
          <ac:chgData name="Daichi Kawaguchi" userId="39803997058_tp_box_2" providerId="OAuth2" clId="{0EA2D1D5-1A4A-4DDE-98D0-B129D135DBAE}" dt="2025-10-29T05:32:27.395" v="2185" actId="207"/>
          <ac:spMkLst>
            <pc:docMk/>
            <pc:sldMk cId="645606811" sldId="315"/>
            <ac:spMk id="23" creationId="{0800DBEF-5850-7AD4-CBC4-773FF7C676E4}"/>
          </ac:spMkLst>
        </pc:spChg>
        <pc:spChg chg="mod">
          <ac:chgData name="Daichi Kawaguchi" userId="39803997058_tp_box_2" providerId="OAuth2" clId="{0EA2D1D5-1A4A-4DDE-98D0-B129D135DBAE}" dt="2025-10-29T05:33:58.630" v="2251" actId="12789"/>
          <ac:spMkLst>
            <pc:docMk/>
            <pc:sldMk cId="645606811" sldId="315"/>
            <ac:spMk id="25" creationId="{E28BA4A7-4366-8688-C2FF-1033022513E2}"/>
          </ac:spMkLst>
        </pc:spChg>
        <pc:spChg chg="mod">
          <ac:chgData name="Daichi Kawaguchi" userId="39803997058_tp_box_2" providerId="OAuth2" clId="{0EA2D1D5-1A4A-4DDE-98D0-B129D135DBAE}" dt="2025-10-29T05:33:05.210" v="2209" actId="552"/>
          <ac:spMkLst>
            <pc:docMk/>
            <pc:sldMk cId="645606811" sldId="315"/>
            <ac:spMk id="31" creationId="{871757CD-9DD7-865A-E103-1069516394CE}"/>
          </ac:spMkLst>
        </pc:spChg>
        <pc:grpChg chg="add mod">
          <ac:chgData name="Daichi Kawaguchi" userId="39803997058_tp_box_2" providerId="OAuth2" clId="{0EA2D1D5-1A4A-4DDE-98D0-B129D135DBAE}" dt="2025-10-29T05:33:49.977" v="2249"/>
          <ac:grpSpMkLst>
            <pc:docMk/>
            <pc:sldMk cId="645606811" sldId="315"/>
            <ac:grpSpMk id="16" creationId="{6DEA2B8F-73EF-09C6-37F7-B5F3FC4240AA}"/>
          </ac:grpSpMkLst>
        </pc:grpChg>
        <pc:grpChg chg="add mod">
          <ac:chgData name="Daichi Kawaguchi" userId="39803997058_tp_box_2" providerId="OAuth2" clId="{0EA2D1D5-1A4A-4DDE-98D0-B129D135DBAE}" dt="2025-10-29T05:33:31.526" v="2232" actId="553"/>
          <ac:grpSpMkLst>
            <pc:docMk/>
            <pc:sldMk cId="645606811" sldId="315"/>
            <ac:grpSpMk id="19" creationId="{0C1B0C85-0052-E9D1-C57B-6FF1D8849E0A}"/>
          </ac:grpSpMkLst>
        </pc:grpChg>
        <pc:grpChg chg="add mod">
          <ac:chgData name="Daichi Kawaguchi" userId="39803997058_tp_box_2" providerId="OAuth2" clId="{0EA2D1D5-1A4A-4DDE-98D0-B129D135DBAE}" dt="2025-10-29T05:33:22.936" v="2229" actId="553"/>
          <ac:grpSpMkLst>
            <pc:docMk/>
            <pc:sldMk cId="645606811" sldId="315"/>
            <ac:grpSpMk id="21" creationId="{684FD875-F14B-502A-C0F0-DD0EF785EBA4}"/>
          </ac:grpSpMkLst>
        </pc:grpChg>
        <pc:grpChg chg="del">
          <ac:chgData name="Daichi Kawaguchi" userId="39803997058_tp_box_2" providerId="OAuth2" clId="{0EA2D1D5-1A4A-4DDE-98D0-B129D135DBAE}" dt="2025-10-29T05:29:19.973" v="2111" actId="165"/>
          <ac:grpSpMkLst>
            <pc:docMk/>
            <pc:sldMk cId="645606811" sldId="315"/>
            <ac:grpSpMk id="28" creationId="{0AE6A62A-4079-2103-2666-D1B806DD0BE7}"/>
          </ac:grpSpMkLst>
        </pc:grpChg>
        <pc:grpChg chg="del">
          <ac:chgData name="Daichi Kawaguchi" userId="39803997058_tp_box_2" providerId="OAuth2" clId="{0EA2D1D5-1A4A-4DDE-98D0-B129D135DBAE}" dt="2025-10-29T05:29:17.814" v="2110" actId="165"/>
          <ac:grpSpMkLst>
            <pc:docMk/>
            <pc:sldMk cId="645606811" sldId="315"/>
            <ac:grpSpMk id="29" creationId="{D5A9F269-6F58-FF47-84CD-F3CD7E0955A3}"/>
          </ac:grpSpMkLst>
        </pc:grpChg>
        <pc:grpChg chg="del">
          <ac:chgData name="Daichi Kawaguchi" userId="39803997058_tp_box_2" providerId="OAuth2" clId="{0EA2D1D5-1A4A-4DDE-98D0-B129D135DBAE}" dt="2025-10-29T05:29:04.577" v="2107" actId="165"/>
          <ac:grpSpMkLst>
            <pc:docMk/>
            <pc:sldMk cId="645606811" sldId="315"/>
            <ac:grpSpMk id="30" creationId="{CCD6E11D-7D85-A1FE-0B3E-68F34F5BA4C4}"/>
          </ac:grpSpMkLst>
        </pc:grpChg>
        <pc:picChg chg="mod">
          <ac:chgData name="Daichi Kawaguchi" userId="39803997058_tp_box_2" providerId="OAuth2" clId="{0EA2D1D5-1A4A-4DDE-98D0-B129D135DBAE}" dt="2025-10-29T05:33:09.330" v="2210" actId="554"/>
          <ac:picMkLst>
            <pc:docMk/>
            <pc:sldMk cId="645606811" sldId="315"/>
            <ac:picMk id="8" creationId="{DEC164D2-4934-B8BC-7CAF-4119F7C973A5}"/>
          </ac:picMkLst>
        </pc:picChg>
        <pc:picChg chg="mod">
          <ac:chgData name="Daichi Kawaguchi" userId="39803997058_tp_box_2" providerId="OAuth2" clId="{0EA2D1D5-1A4A-4DDE-98D0-B129D135DBAE}" dt="2025-10-29T05:33:22.936" v="2229" actId="553"/>
          <ac:picMkLst>
            <pc:docMk/>
            <pc:sldMk cId="645606811" sldId="315"/>
            <ac:picMk id="10" creationId="{A32D8D7D-C4F1-C4DE-14B0-B20617240B5E}"/>
          </ac:picMkLst>
        </pc:picChg>
        <pc:picChg chg="mod">
          <ac:chgData name="Daichi Kawaguchi" userId="39803997058_tp_box_2" providerId="OAuth2" clId="{0EA2D1D5-1A4A-4DDE-98D0-B129D135DBAE}" dt="2025-10-29T05:33:58.630" v="2251" actId="12789"/>
          <ac:picMkLst>
            <pc:docMk/>
            <pc:sldMk cId="645606811" sldId="315"/>
            <ac:picMk id="11" creationId="{F6D8B610-F67B-DD74-0AB6-776A10AC39F2}"/>
          </ac:picMkLst>
        </pc:picChg>
        <pc:picChg chg="mod">
          <ac:chgData name="Daichi Kawaguchi" userId="39803997058_tp_box_2" providerId="OAuth2" clId="{0EA2D1D5-1A4A-4DDE-98D0-B129D135DBAE}" dt="2025-10-29T05:33:45.634" v="2247" actId="12789"/>
          <ac:picMkLst>
            <pc:docMk/>
            <pc:sldMk cId="645606811" sldId="315"/>
            <ac:picMk id="18" creationId="{F6AA6DC8-A4B9-B5B4-E9DD-FFC392C9DE9A}"/>
          </ac:picMkLst>
        </pc:picChg>
        <pc:cxnChg chg="mod">
          <ac:chgData name="Daichi Kawaguchi" userId="39803997058_tp_box_2" providerId="OAuth2" clId="{0EA2D1D5-1A4A-4DDE-98D0-B129D135DBAE}" dt="2025-10-29T05:32:54.081" v="2207" actId="14100"/>
          <ac:cxnSpMkLst>
            <pc:docMk/>
            <pc:sldMk cId="645606811" sldId="315"/>
            <ac:cxnSpMk id="13" creationId="{18081926-828E-7AB6-68C4-E6F8B1919FA5}"/>
          </ac:cxnSpMkLst>
        </pc:cxnChg>
        <pc:cxnChg chg="mod">
          <ac:chgData name="Daichi Kawaguchi" userId="39803997058_tp_box_2" providerId="OAuth2" clId="{0EA2D1D5-1A4A-4DDE-98D0-B129D135DBAE}" dt="2025-10-29T05:31:38.800" v="2139" actId="408"/>
          <ac:cxnSpMkLst>
            <pc:docMk/>
            <pc:sldMk cId="645606811" sldId="315"/>
            <ac:cxnSpMk id="14" creationId="{417495A6-7142-2F1B-0EC2-1F67C87F832B}"/>
          </ac:cxnSpMkLst>
        </pc:cxnChg>
        <pc:cxnChg chg="mod">
          <ac:chgData name="Daichi Kawaguchi" userId="39803997058_tp_box_2" providerId="OAuth2" clId="{0EA2D1D5-1A4A-4DDE-98D0-B129D135DBAE}" dt="2025-10-29T05:31:38.800" v="2139" actId="408"/>
          <ac:cxnSpMkLst>
            <pc:docMk/>
            <pc:sldMk cId="645606811" sldId="315"/>
            <ac:cxnSpMk id="17" creationId="{B9781472-2377-BB74-3C0E-F5428C2DEDE0}"/>
          </ac:cxnSpMkLst>
        </pc:cxnChg>
        <pc:cxnChg chg="mod topLvl">
          <ac:chgData name="Daichi Kawaguchi" userId="39803997058_tp_box_2" providerId="OAuth2" clId="{0EA2D1D5-1A4A-4DDE-98D0-B129D135DBAE}" dt="2025-10-29T05:30:41.492" v="2128"/>
          <ac:cxnSpMkLst>
            <pc:docMk/>
            <pc:sldMk cId="645606811" sldId="315"/>
            <ac:cxnSpMk id="24" creationId="{ED270EB2-F9D1-806D-D398-FEE4EEBB25A2}"/>
          </ac:cxnSpMkLst>
        </pc:cxnChg>
        <pc:cxnChg chg="mod topLvl">
          <ac:chgData name="Daichi Kawaguchi" userId="39803997058_tp_box_2" providerId="OAuth2" clId="{0EA2D1D5-1A4A-4DDE-98D0-B129D135DBAE}" dt="2025-10-29T05:33:49.977" v="2249"/>
          <ac:cxnSpMkLst>
            <pc:docMk/>
            <pc:sldMk cId="645606811" sldId="315"/>
            <ac:cxnSpMk id="26" creationId="{A15DEF25-8DDA-F239-9052-9A28093631B7}"/>
          </ac:cxnSpMkLst>
        </pc:cxnChg>
        <pc:cxnChg chg="mod topLvl">
          <ac:chgData name="Daichi Kawaguchi" userId="39803997058_tp_box_2" providerId="OAuth2" clId="{0EA2D1D5-1A4A-4DDE-98D0-B129D135DBAE}" dt="2025-10-29T05:33:27.084" v="2231"/>
          <ac:cxnSpMkLst>
            <pc:docMk/>
            <pc:sldMk cId="645606811" sldId="315"/>
            <ac:cxnSpMk id="27" creationId="{3AAA3969-599D-4611-E617-C673D3F38B76}"/>
          </ac:cxnSpMkLst>
        </pc:cxnChg>
      </pc:sldChg>
      <pc:sldChg chg="delSp modSp add del">
        <pc:chgData name="Daichi Kawaguchi" userId="39803997058_tp_box_2" providerId="OAuth2" clId="{0EA2D1D5-1A4A-4DDE-98D0-B129D135DBAE}" dt="2025-10-29T06:40:06.457" v="3322" actId="47"/>
        <pc:sldMkLst>
          <pc:docMk/>
          <pc:sldMk cId="3598507949" sldId="330"/>
        </pc:sldMkLst>
        <pc:spChg chg="mod topLvl">
          <ac:chgData name="Daichi Kawaguchi" userId="39803997058_tp_box_2" providerId="OAuth2" clId="{0EA2D1D5-1A4A-4DDE-98D0-B129D135DBAE}" dt="2025-10-29T06:32:43.086" v="3026" actId="165"/>
          <ac:spMkLst>
            <pc:docMk/>
            <pc:sldMk cId="3598507949" sldId="330"/>
            <ac:spMk id="9" creationId="{3E2E788F-DCF7-93C0-0BC7-E63E82E1C97A}"/>
          </ac:spMkLst>
        </pc:spChg>
        <pc:spChg chg="mod topLvl">
          <ac:chgData name="Daichi Kawaguchi" userId="39803997058_tp_box_2" providerId="OAuth2" clId="{0EA2D1D5-1A4A-4DDE-98D0-B129D135DBAE}" dt="2025-10-29T06:32:43.086" v="3026" actId="165"/>
          <ac:spMkLst>
            <pc:docMk/>
            <pc:sldMk cId="3598507949" sldId="330"/>
            <ac:spMk id="13" creationId="{B0992687-70B7-9906-C96E-3996D7B28642}"/>
          </ac:spMkLst>
        </pc:spChg>
        <pc:spChg chg="mod topLvl">
          <ac:chgData name="Daichi Kawaguchi" userId="39803997058_tp_box_2" providerId="OAuth2" clId="{0EA2D1D5-1A4A-4DDE-98D0-B129D135DBAE}" dt="2025-10-29T06:32:43.086" v="3026" actId="165"/>
          <ac:spMkLst>
            <pc:docMk/>
            <pc:sldMk cId="3598507949" sldId="330"/>
            <ac:spMk id="16" creationId="{49DCEE2A-5016-42AD-E870-B6081A121B67}"/>
          </ac:spMkLst>
        </pc:spChg>
        <pc:spChg chg="mod">
          <ac:chgData name="Daichi Kawaguchi" userId="39803997058_tp_box_2" providerId="OAuth2" clId="{0EA2D1D5-1A4A-4DDE-98D0-B129D135DBAE}" dt="2025-10-29T06:32:41.130" v="3025" actId="165"/>
          <ac:spMkLst>
            <pc:docMk/>
            <pc:sldMk cId="3598507949" sldId="330"/>
            <ac:spMk id="20" creationId="{B835B288-FBB2-3D39-7D15-55E3AE3523E3}"/>
          </ac:spMkLst>
        </pc:spChg>
        <pc:spChg chg="mod">
          <ac:chgData name="Daichi Kawaguchi" userId="39803997058_tp_box_2" providerId="OAuth2" clId="{0EA2D1D5-1A4A-4DDE-98D0-B129D135DBAE}" dt="2025-10-29T06:32:41.130" v="3025" actId="165"/>
          <ac:spMkLst>
            <pc:docMk/>
            <pc:sldMk cId="3598507949" sldId="330"/>
            <ac:spMk id="23" creationId="{07FCBB71-FD31-08CE-8617-D96EEAC0EB53}"/>
          </ac:spMkLst>
        </pc:spChg>
        <pc:spChg chg="mod topLvl">
          <ac:chgData name="Daichi Kawaguchi" userId="39803997058_tp_box_2" providerId="OAuth2" clId="{0EA2D1D5-1A4A-4DDE-98D0-B129D135DBAE}" dt="2025-10-29T06:32:41.130" v="3025" actId="165"/>
          <ac:spMkLst>
            <pc:docMk/>
            <pc:sldMk cId="3598507949" sldId="330"/>
            <ac:spMk id="30" creationId="{EEF37507-1BA4-24ED-7BBD-22B92A7127C5}"/>
          </ac:spMkLst>
        </pc:spChg>
        <pc:spChg chg="mod topLvl">
          <ac:chgData name="Daichi Kawaguchi" userId="39803997058_tp_box_2" providerId="OAuth2" clId="{0EA2D1D5-1A4A-4DDE-98D0-B129D135DBAE}" dt="2025-10-29T06:32:43.086" v="3026" actId="165"/>
          <ac:spMkLst>
            <pc:docMk/>
            <pc:sldMk cId="3598507949" sldId="330"/>
            <ac:spMk id="40" creationId="{804848EA-99BF-36A8-8B5A-6D672EB62E11}"/>
          </ac:spMkLst>
        </pc:spChg>
        <pc:grpChg chg="mod">
          <ac:chgData name="Daichi Kawaguchi" userId="39803997058_tp_box_2" providerId="OAuth2" clId="{0EA2D1D5-1A4A-4DDE-98D0-B129D135DBAE}" dt="2025-10-29T06:32:41.130" v="3025" actId="165"/>
          <ac:grpSpMkLst>
            <pc:docMk/>
            <pc:sldMk cId="3598507949" sldId="330"/>
            <ac:grpSpMk id="18" creationId="{65259A8F-D6F7-770B-C1F8-C0BF36648A84}"/>
          </ac:grpSpMkLst>
        </pc:grpChg>
        <pc:grpChg chg="mod">
          <ac:chgData name="Daichi Kawaguchi" userId="39803997058_tp_box_2" providerId="OAuth2" clId="{0EA2D1D5-1A4A-4DDE-98D0-B129D135DBAE}" dt="2025-10-29T06:32:41.130" v="3025" actId="165"/>
          <ac:grpSpMkLst>
            <pc:docMk/>
            <pc:sldMk cId="3598507949" sldId="330"/>
            <ac:grpSpMk id="21" creationId="{18FCB797-12A0-1DFA-85BE-34E25B711E13}"/>
          </ac:grpSpMkLst>
        </pc:grpChg>
        <pc:grpChg chg="mod topLvl">
          <ac:chgData name="Daichi Kawaguchi" userId="39803997058_tp_box_2" providerId="OAuth2" clId="{0EA2D1D5-1A4A-4DDE-98D0-B129D135DBAE}" dt="2025-10-29T06:32:41.130" v="3025" actId="165"/>
          <ac:grpSpMkLst>
            <pc:docMk/>
            <pc:sldMk cId="3598507949" sldId="330"/>
            <ac:grpSpMk id="46" creationId="{FB45B5EC-E143-8A02-7786-846D5E3E6736}"/>
          </ac:grpSpMkLst>
        </pc:grpChg>
        <pc:grpChg chg="del">
          <ac:chgData name="Daichi Kawaguchi" userId="39803997058_tp_box_2" providerId="OAuth2" clId="{0EA2D1D5-1A4A-4DDE-98D0-B129D135DBAE}" dt="2025-10-29T06:32:41.130" v="3025" actId="165"/>
          <ac:grpSpMkLst>
            <pc:docMk/>
            <pc:sldMk cId="3598507949" sldId="330"/>
            <ac:grpSpMk id="67" creationId="{2C001594-112B-5884-FDB2-0D8441E10EB3}"/>
          </ac:grpSpMkLst>
        </pc:grpChg>
        <pc:grpChg chg="del">
          <ac:chgData name="Daichi Kawaguchi" userId="39803997058_tp_box_2" providerId="OAuth2" clId="{0EA2D1D5-1A4A-4DDE-98D0-B129D135DBAE}" dt="2025-10-29T06:32:43.086" v="3026" actId="165"/>
          <ac:grpSpMkLst>
            <pc:docMk/>
            <pc:sldMk cId="3598507949" sldId="330"/>
            <ac:grpSpMk id="68" creationId="{96445050-B383-1BE7-4924-EEDCF7A238E6}"/>
          </ac:grpSpMkLst>
        </pc:grpChg>
        <pc:picChg chg="mod topLvl">
          <ac:chgData name="Daichi Kawaguchi" userId="39803997058_tp_box_2" providerId="OAuth2" clId="{0EA2D1D5-1A4A-4DDE-98D0-B129D135DBAE}" dt="2025-10-29T06:32:43.086" v="3026" actId="165"/>
          <ac:picMkLst>
            <pc:docMk/>
            <pc:sldMk cId="3598507949" sldId="330"/>
            <ac:picMk id="11" creationId="{37F2A121-EBFD-F219-B4BC-F5726AF1BB66}"/>
          </ac:picMkLst>
        </pc:picChg>
        <pc:picChg chg="mod topLvl">
          <ac:chgData name="Daichi Kawaguchi" userId="39803997058_tp_box_2" providerId="OAuth2" clId="{0EA2D1D5-1A4A-4DDE-98D0-B129D135DBAE}" dt="2025-10-29T06:32:43.086" v="3026" actId="165"/>
          <ac:picMkLst>
            <pc:docMk/>
            <pc:sldMk cId="3598507949" sldId="330"/>
            <ac:picMk id="14" creationId="{97E5A9D8-A8EB-373E-93A0-8EF0560E9E7C}"/>
          </ac:picMkLst>
        </pc:picChg>
        <pc:picChg chg="mod topLvl">
          <ac:chgData name="Daichi Kawaguchi" userId="39803997058_tp_box_2" providerId="OAuth2" clId="{0EA2D1D5-1A4A-4DDE-98D0-B129D135DBAE}" dt="2025-10-29T06:32:43.086" v="3026" actId="165"/>
          <ac:picMkLst>
            <pc:docMk/>
            <pc:sldMk cId="3598507949" sldId="330"/>
            <ac:picMk id="17" creationId="{7298BF51-7B5F-BB07-9209-F7BFA53910DD}"/>
          </ac:picMkLst>
        </pc:picChg>
        <pc:picChg chg="mod">
          <ac:chgData name="Daichi Kawaguchi" userId="39803997058_tp_box_2" providerId="OAuth2" clId="{0EA2D1D5-1A4A-4DDE-98D0-B129D135DBAE}" dt="2025-10-29T06:32:41.130" v="3025" actId="165"/>
          <ac:picMkLst>
            <pc:docMk/>
            <pc:sldMk cId="3598507949" sldId="330"/>
            <ac:picMk id="19" creationId="{82BDDF07-F196-CDDE-2E31-1A167E69E7D2}"/>
          </ac:picMkLst>
        </pc:picChg>
        <pc:picChg chg="mod">
          <ac:chgData name="Daichi Kawaguchi" userId="39803997058_tp_box_2" providerId="OAuth2" clId="{0EA2D1D5-1A4A-4DDE-98D0-B129D135DBAE}" dt="2025-10-29T06:32:41.130" v="3025" actId="165"/>
          <ac:picMkLst>
            <pc:docMk/>
            <pc:sldMk cId="3598507949" sldId="330"/>
            <ac:picMk id="22" creationId="{CD453AEE-701E-8712-4669-F4EA3970D710}"/>
          </ac:picMkLst>
        </pc:picChg>
        <pc:picChg chg="mod topLvl">
          <ac:chgData name="Daichi Kawaguchi" userId="39803997058_tp_box_2" providerId="OAuth2" clId="{0EA2D1D5-1A4A-4DDE-98D0-B129D135DBAE}" dt="2025-10-29T06:32:41.130" v="3025" actId="165"/>
          <ac:picMkLst>
            <pc:docMk/>
            <pc:sldMk cId="3598507949" sldId="330"/>
            <ac:picMk id="31" creationId="{8107A6D1-9A6A-5869-C522-C6E166644713}"/>
          </ac:picMkLst>
        </pc:picChg>
        <pc:picChg chg="mod topLvl">
          <ac:chgData name="Daichi Kawaguchi" userId="39803997058_tp_box_2" providerId="OAuth2" clId="{0EA2D1D5-1A4A-4DDE-98D0-B129D135DBAE}" dt="2025-10-29T06:32:43.086" v="3026" actId="165"/>
          <ac:picMkLst>
            <pc:docMk/>
            <pc:sldMk cId="3598507949" sldId="330"/>
            <ac:picMk id="41" creationId="{AE897D62-8897-38C2-16D6-B15E26DA3905}"/>
          </ac:picMkLst>
        </pc:picChg>
      </pc:sldChg>
      <pc:sldChg chg="modSp mod">
        <pc:chgData name="Daichi Kawaguchi" userId="39803997058_tp_box_2" providerId="OAuth2" clId="{0EA2D1D5-1A4A-4DDE-98D0-B129D135DBAE}" dt="2025-10-29T14:05:18.315" v="3491" actId="6549"/>
        <pc:sldMkLst>
          <pc:docMk/>
          <pc:sldMk cId="713323602" sldId="331"/>
        </pc:sldMkLst>
        <pc:spChg chg="mod">
          <ac:chgData name="Daichi Kawaguchi" userId="39803997058_tp_box_2" providerId="OAuth2" clId="{0EA2D1D5-1A4A-4DDE-98D0-B129D135DBAE}" dt="2025-10-29T14:05:18.315" v="3491" actId="6549"/>
          <ac:spMkLst>
            <pc:docMk/>
            <pc:sldMk cId="713323602" sldId="331"/>
            <ac:spMk id="3" creationId="{B078451F-8CE6-E14D-86C5-90B981305742}"/>
          </ac:spMkLst>
        </pc:spChg>
      </pc:sldChg>
      <pc:sldChg chg="addSp modSp mod">
        <pc:chgData name="Daichi Kawaguchi" userId="39803997058_tp_box_2" providerId="OAuth2" clId="{0EA2D1D5-1A4A-4DDE-98D0-B129D135DBAE}" dt="2025-10-29T14:54:02.645" v="5261" actId="1076"/>
        <pc:sldMkLst>
          <pc:docMk/>
          <pc:sldMk cId="1897361897" sldId="340"/>
        </pc:sldMkLst>
        <pc:spChg chg="mod">
          <ac:chgData name="Daichi Kawaguchi" userId="39803997058_tp_box_2" providerId="OAuth2" clId="{0EA2D1D5-1A4A-4DDE-98D0-B129D135DBAE}" dt="2025-10-29T02:39:15.886" v="11" actId="13926"/>
          <ac:spMkLst>
            <pc:docMk/>
            <pc:sldMk cId="1897361897" sldId="340"/>
            <ac:spMk id="2" creationId="{00000000-0000-0000-0000-000000000000}"/>
          </ac:spMkLst>
        </pc:spChg>
        <pc:spChg chg="mod">
          <ac:chgData name="Daichi Kawaguchi" userId="39803997058_tp_box_2" providerId="OAuth2" clId="{0EA2D1D5-1A4A-4DDE-98D0-B129D135DBAE}" dt="2025-10-29T02:41:26.461" v="168" actId="13926"/>
          <ac:spMkLst>
            <pc:docMk/>
            <pc:sldMk cId="1897361897" sldId="340"/>
            <ac:spMk id="3" creationId="{00000000-0000-0000-0000-000000000000}"/>
          </ac:spMkLst>
        </pc:spChg>
        <pc:spChg chg="mod">
          <ac:chgData name="Daichi Kawaguchi" userId="39803997058_tp_box_2" providerId="OAuth2" clId="{0EA2D1D5-1A4A-4DDE-98D0-B129D135DBAE}" dt="2025-10-29T02:39:11.123" v="10" actId="13926"/>
          <ac:spMkLst>
            <pc:docMk/>
            <pc:sldMk cId="1897361897" sldId="340"/>
            <ac:spMk id="5" creationId="{50434046-D0BD-16CE-54E8-69DA25255D77}"/>
          </ac:spMkLst>
        </pc:spChg>
        <pc:spChg chg="mod">
          <ac:chgData name="Daichi Kawaguchi" userId="39803997058_tp_box_2" providerId="OAuth2" clId="{0EA2D1D5-1A4A-4DDE-98D0-B129D135DBAE}" dt="2025-10-29T14:53:12.391" v="5251"/>
          <ac:spMkLst>
            <pc:docMk/>
            <pc:sldMk cId="1897361897" sldId="340"/>
            <ac:spMk id="7" creationId="{E5B8DFB2-6252-8419-DEA1-945F07AA4766}"/>
          </ac:spMkLst>
        </pc:spChg>
        <pc:spChg chg="add mod">
          <ac:chgData name="Daichi Kawaguchi" userId="39803997058_tp_box_2" providerId="OAuth2" clId="{0EA2D1D5-1A4A-4DDE-98D0-B129D135DBAE}" dt="2025-10-29T14:54:02.645" v="5261" actId="1076"/>
          <ac:spMkLst>
            <pc:docMk/>
            <pc:sldMk cId="1897361897" sldId="340"/>
            <ac:spMk id="8" creationId="{9A743D65-755E-71D1-EB29-5DF31272125D}"/>
          </ac:spMkLst>
        </pc:spChg>
      </pc:sldChg>
      <pc:sldChg chg="add del">
        <pc:chgData name="Daichi Kawaguchi" userId="39803997058_tp_box_2" providerId="OAuth2" clId="{0EA2D1D5-1A4A-4DDE-98D0-B129D135DBAE}" dt="2025-10-29T05:26:45.602" v="2075" actId="47"/>
        <pc:sldMkLst>
          <pc:docMk/>
          <pc:sldMk cId="2168870193" sldId="346"/>
        </pc:sldMkLst>
      </pc:sldChg>
      <pc:sldChg chg="add del">
        <pc:chgData name="Daichi Kawaguchi" userId="39803997058_tp_box_2" providerId="OAuth2" clId="{0EA2D1D5-1A4A-4DDE-98D0-B129D135DBAE}" dt="2025-10-29T05:20:22.402" v="1767" actId="47"/>
        <pc:sldMkLst>
          <pc:docMk/>
          <pc:sldMk cId="1277612161" sldId="347"/>
        </pc:sldMkLst>
      </pc:sldChg>
      <pc:sldChg chg="del mod modShow">
        <pc:chgData name="Daichi Kawaguchi" userId="39803997058_tp_box_2" providerId="OAuth2" clId="{0EA2D1D5-1A4A-4DDE-98D0-B129D135DBAE}" dt="2025-10-29T14:11:27.039" v="3516" actId="47"/>
        <pc:sldMkLst>
          <pc:docMk/>
          <pc:sldMk cId="1921809941" sldId="2141413957"/>
        </pc:sldMkLst>
      </pc:sldChg>
      <pc:sldChg chg="del mod modShow">
        <pc:chgData name="Daichi Kawaguchi" userId="39803997058_tp_box_2" providerId="OAuth2" clId="{0EA2D1D5-1A4A-4DDE-98D0-B129D135DBAE}" dt="2025-10-29T14:11:27.039" v="3516" actId="47"/>
        <pc:sldMkLst>
          <pc:docMk/>
          <pc:sldMk cId="940658303" sldId="2141413963"/>
        </pc:sldMkLst>
      </pc:sldChg>
      <pc:sldChg chg="del mod modShow">
        <pc:chgData name="Daichi Kawaguchi" userId="39803997058_tp_box_2" providerId="OAuth2" clId="{0EA2D1D5-1A4A-4DDE-98D0-B129D135DBAE}" dt="2025-10-29T14:11:27.039" v="3516" actId="47"/>
        <pc:sldMkLst>
          <pc:docMk/>
          <pc:sldMk cId="300076435" sldId="2141413965"/>
        </pc:sldMkLst>
      </pc:sldChg>
      <pc:sldChg chg="modSp add mod">
        <pc:chgData name="Daichi Kawaguchi" userId="39803997058_tp_box_2" providerId="OAuth2" clId="{0EA2D1D5-1A4A-4DDE-98D0-B129D135DBAE}" dt="2025-10-29T14:50:33.348" v="4843" actId="13926"/>
        <pc:sldMkLst>
          <pc:docMk/>
          <pc:sldMk cId="158854821" sldId="2147377933"/>
        </pc:sldMkLst>
        <pc:spChg chg="mod">
          <ac:chgData name="Daichi Kawaguchi" userId="39803997058_tp_box_2" providerId="OAuth2" clId="{0EA2D1D5-1A4A-4DDE-98D0-B129D135DBAE}" dt="2025-10-29T14:06:35.177" v="3503" actId="20577"/>
          <ac:spMkLst>
            <pc:docMk/>
            <pc:sldMk cId="158854821" sldId="2147377933"/>
            <ac:spMk id="3" creationId="{A114623D-3EFA-9A4D-7A70-D724E843F316}"/>
          </ac:spMkLst>
        </pc:spChg>
        <pc:spChg chg="mod">
          <ac:chgData name="Daichi Kawaguchi" userId="39803997058_tp_box_2" providerId="OAuth2" clId="{0EA2D1D5-1A4A-4DDE-98D0-B129D135DBAE}" dt="2025-10-29T14:50:33.348" v="4843" actId="13926"/>
          <ac:spMkLst>
            <pc:docMk/>
            <pc:sldMk cId="158854821" sldId="2147377933"/>
            <ac:spMk id="10" creationId="{E6A50C13-1001-EB62-2086-69AE586CBCB8}"/>
          </ac:spMkLst>
        </pc:spChg>
      </pc:sldChg>
      <pc:sldChg chg="modSp del mod">
        <pc:chgData name="Daichi Kawaguchi" userId="39803997058_tp_box_2" providerId="OAuth2" clId="{0EA2D1D5-1A4A-4DDE-98D0-B129D135DBAE}" dt="2025-10-29T06:25:16.960" v="2983" actId="2696"/>
        <pc:sldMkLst>
          <pc:docMk/>
          <pc:sldMk cId="255812329" sldId="2147377933"/>
        </pc:sldMkLst>
        <pc:spChg chg="mod">
          <ac:chgData name="Daichi Kawaguchi" userId="39803997058_tp_box_2" providerId="OAuth2" clId="{0EA2D1D5-1A4A-4DDE-98D0-B129D135DBAE}" dt="2025-10-29T03:04:18.182" v="205" actId="20577"/>
          <ac:spMkLst>
            <pc:docMk/>
            <pc:sldMk cId="255812329" sldId="2147377933"/>
            <ac:spMk id="10" creationId="{E6A50C13-1001-EB62-2086-69AE586CBCB8}"/>
          </ac:spMkLst>
        </pc:spChg>
        <pc:spChg chg="mod">
          <ac:chgData name="Daichi Kawaguchi" userId="39803997058_tp_box_2" providerId="OAuth2" clId="{0EA2D1D5-1A4A-4DDE-98D0-B129D135DBAE}" dt="2025-10-29T03:04:22.565" v="207" actId="20577"/>
          <ac:spMkLst>
            <pc:docMk/>
            <pc:sldMk cId="255812329" sldId="2147377933"/>
            <ac:spMk id="13" creationId="{EC5C0512-3A51-F45F-D680-68F40B75F496}"/>
          </ac:spMkLst>
        </pc:spChg>
      </pc:sldChg>
      <pc:sldChg chg="modSp add del mod">
        <pc:chgData name="Daichi Kawaguchi" userId="39803997058_tp_box_2" providerId="OAuth2" clId="{0EA2D1D5-1A4A-4DDE-98D0-B129D135DBAE}" dt="2025-10-29T14:06:23.866" v="3500" actId="2696"/>
        <pc:sldMkLst>
          <pc:docMk/>
          <pc:sldMk cId="309973252" sldId="2147377933"/>
        </pc:sldMkLst>
        <pc:spChg chg="mod">
          <ac:chgData name="Daichi Kawaguchi" userId="39803997058_tp_box_2" providerId="OAuth2" clId="{0EA2D1D5-1A4A-4DDE-98D0-B129D135DBAE}" dt="2025-10-29T06:30:45.732" v="3013" actId="947"/>
          <ac:spMkLst>
            <pc:docMk/>
            <pc:sldMk cId="309973252" sldId="2147377933"/>
            <ac:spMk id="6" creationId="{14CB4A17-18A5-2379-90A8-9506969A87B9}"/>
          </ac:spMkLst>
        </pc:spChg>
        <pc:spChg chg="mod">
          <ac:chgData name="Daichi Kawaguchi" userId="39803997058_tp_box_2" providerId="OAuth2" clId="{0EA2D1D5-1A4A-4DDE-98D0-B129D135DBAE}" dt="2025-10-29T06:30:30.323" v="3011" actId="947"/>
          <ac:spMkLst>
            <pc:docMk/>
            <pc:sldMk cId="309973252" sldId="2147377933"/>
            <ac:spMk id="10" creationId="{E6A50C13-1001-EB62-2086-69AE586CBCB8}"/>
          </ac:spMkLst>
        </pc:spChg>
        <pc:spChg chg="mod">
          <ac:chgData name="Daichi Kawaguchi" userId="39803997058_tp_box_2" providerId="OAuth2" clId="{0EA2D1D5-1A4A-4DDE-98D0-B129D135DBAE}" dt="2025-10-29T06:30:37.547" v="3012" actId="13926"/>
          <ac:spMkLst>
            <pc:docMk/>
            <pc:sldMk cId="309973252" sldId="2147377933"/>
            <ac:spMk id="13" creationId="{EC5C0512-3A51-F45F-D680-68F40B75F496}"/>
          </ac:spMkLst>
        </pc:spChg>
      </pc:sldChg>
      <pc:sldChg chg="modSp add mod">
        <pc:chgData name="Daichi Kawaguchi" userId="39803997058_tp_box_2" providerId="OAuth2" clId="{0EA2D1D5-1A4A-4DDE-98D0-B129D135DBAE}" dt="2025-10-29T14:06:40.344" v="3505" actId="20577"/>
        <pc:sldMkLst>
          <pc:docMk/>
          <pc:sldMk cId="335191636" sldId="2147378005"/>
        </pc:sldMkLst>
        <pc:spChg chg="mod">
          <ac:chgData name="Daichi Kawaguchi" userId="39803997058_tp_box_2" providerId="OAuth2" clId="{0EA2D1D5-1A4A-4DDE-98D0-B129D135DBAE}" dt="2025-10-29T14:06:40.344" v="3505" actId="20577"/>
          <ac:spMkLst>
            <pc:docMk/>
            <pc:sldMk cId="335191636" sldId="2147378005"/>
            <ac:spMk id="3" creationId="{8D02A14B-F016-4BA7-2437-B8E2C154AA5C}"/>
          </ac:spMkLst>
        </pc:spChg>
      </pc:sldChg>
      <pc:sldChg chg="modSp add del mod">
        <pc:chgData name="Daichi Kawaguchi" userId="39803997058_tp_box_2" providerId="OAuth2" clId="{0EA2D1D5-1A4A-4DDE-98D0-B129D135DBAE}" dt="2025-10-29T14:06:23.866" v="3500" actId="2696"/>
        <pc:sldMkLst>
          <pc:docMk/>
          <pc:sldMk cId="1390274517" sldId="2147378005"/>
        </pc:sldMkLst>
        <pc:spChg chg="mod">
          <ac:chgData name="Daichi Kawaguchi" userId="39803997058_tp_box_2" providerId="OAuth2" clId="{0EA2D1D5-1A4A-4DDE-98D0-B129D135DBAE}" dt="2025-10-29T06:31:04.571" v="3016" actId="20577"/>
          <ac:spMkLst>
            <pc:docMk/>
            <pc:sldMk cId="1390274517" sldId="2147378005"/>
            <ac:spMk id="2" creationId="{F85AF1EC-F0E8-1612-B056-CBC402970D7D}"/>
          </ac:spMkLst>
        </pc:spChg>
        <pc:spChg chg="mod">
          <ac:chgData name="Daichi Kawaguchi" userId="39803997058_tp_box_2" providerId="OAuth2" clId="{0EA2D1D5-1A4A-4DDE-98D0-B129D135DBAE}" dt="2025-10-29T06:30:55.208" v="3014" actId="947"/>
          <ac:spMkLst>
            <pc:docMk/>
            <pc:sldMk cId="1390274517" sldId="2147378005"/>
            <ac:spMk id="3" creationId="{8D02A14B-F016-4BA7-2437-B8E2C154AA5C}"/>
          </ac:spMkLst>
        </pc:spChg>
      </pc:sldChg>
      <pc:sldChg chg="del">
        <pc:chgData name="Daichi Kawaguchi" userId="39803997058_tp_box_2" providerId="OAuth2" clId="{0EA2D1D5-1A4A-4DDE-98D0-B129D135DBAE}" dt="2025-10-29T06:25:16.960" v="2983" actId="2696"/>
        <pc:sldMkLst>
          <pc:docMk/>
          <pc:sldMk cId="2378389821" sldId="2147378005"/>
        </pc:sldMkLst>
      </pc:sldChg>
      <pc:sldChg chg="modSp add del mod">
        <pc:chgData name="Daichi Kawaguchi" userId="39803997058_tp_box_2" providerId="OAuth2" clId="{0EA2D1D5-1A4A-4DDE-98D0-B129D135DBAE}" dt="2025-10-29T14:06:23.866" v="3500" actId="2696"/>
        <pc:sldMkLst>
          <pc:docMk/>
          <pc:sldMk cId="35223211" sldId="2147378006"/>
        </pc:sldMkLst>
        <pc:spChg chg="mod">
          <ac:chgData name="Daichi Kawaguchi" userId="39803997058_tp_box_2" providerId="OAuth2" clId="{0EA2D1D5-1A4A-4DDE-98D0-B129D135DBAE}" dt="2025-10-29T06:31:16.424" v="3017" actId="947"/>
          <ac:spMkLst>
            <pc:docMk/>
            <pc:sldMk cId="35223211" sldId="2147378006"/>
            <ac:spMk id="2" creationId="{F85AF1EC-F0E8-1612-B056-CBC402970D7D}"/>
          </ac:spMkLst>
        </pc:spChg>
        <pc:spChg chg="mod">
          <ac:chgData name="Daichi Kawaguchi" userId="39803997058_tp_box_2" providerId="OAuth2" clId="{0EA2D1D5-1A4A-4DDE-98D0-B129D135DBAE}" dt="2025-10-29T06:31:23.103" v="3018" actId="947"/>
          <ac:spMkLst>
            <pc:docMk/>
            <pc:sldMk cId="35223211" sldId="2147378006"/>
            <ac:spMk id="3" creationId="{8D02A14B-F016-4BA7-2437-B8E2C154AA5C}"/>
          </ac:spMkLst>
        </pc:spChg>
      </pc:sldChg>
      <pc:sldChg chg="modSp add mod">
        <pc:chgData name="Daichi Kawaguchi" userId="39803997058_tp_box_2" providerId="OAuth2" clId="{0EA2D1D5-1A4A-4DDE-98D0-B129D135DBAE}" dt="2025-10-29T15:01:14.380" v="5293" actId="20577"/>
        <pc:sldMkLst>
          <pc:docMk/>
          <pc:sldMk cId="208665429" sldId="2147378006"/>
        </pc:sldMkLst>
        <pc:spChg chg="mod">
          <ac:chgData name="Daichi Kawaguchi" userId="39803997058_tp_box_2" providerId="OAuth2" clId="{0EA2D1D5-1A4A-4DDE-98D0-B129D135DBAE}" dt="2025-10-29T15:01:14.380" v="5293" actId="20577"/>
          <ac:spMkLst>
            <pc:docMk/>
            <pc:sldMk cId="208665429" sldId="2147378006"/>
            <ac:spMk id="3" creationId="{8D02A14B-F016-4BA7-2437-B8E2C154AA5C}"/>
          </ac:spMkLst>
        </pc:spChg>
      </pc:sldChg>
      <pc:sldChg chg="del">
        <pc:chgData name="Daichi Kawaguchi" userId="39803997058_tp_box_2" providerId="OAuth2" clId="{0EA2D1D5-1A4A-4DDE-98D0-B129D135DBAE}" dt="2025-10-29T06:25:16.960" v="2983" actId="2696"/>
        <pc:sldMkLst>
          <pc:docMk/>
          <pc:sldMk cId="3488310777" sldId="2147378006"/>
        </pc:sldMkLst>
      </pc:sldChg>
      <pc:sldChg chg="del">
        <pc:chgData name="Daichi Kawaguchi" userId="39803997058_tp_box_2" providerId="OAuth2" clId="{0EA2D1D5-1A4A-4DDE-98D0-B129D135DBAE}" dt="2025-10-29T06:25:16.960" v="2983" actId="2696"/>
        <pc:sldMkLst>
          <pc:docMk/>
          <pc:sldMk cId="653023334" sldId="2147378007"/>
        </pc:sldMkLst>
      </pc:sldChg>
      <pc:sldChg chg="modSp add mod">
        <pc:chgData name="Daichi Kawaguchi" userId="39803997058_tp_box_2" providerId="OAuth2" clId="{0EA2D1D5-1A4A-4DDE-98D0-B129D135DBAE}" dt="2025-10-29T14:06:59.894" v="3511" actId="20577"/>
        <pc:sldMkLst>
          <pc:docMk/>
          <pc:sldMk cId="1214116109" sldId="2147378007"/>
        </pc:sldMkLst>
        <pc:spChg chg="mod">
          <ac:chgData name="Daichi Kawaguchi" userId="39803997058_tp_box_2" providerId="OAuth2" clId="{0EA2D1D5-1A4A-4DDE-98D0-B129D135DBAE}" dt="2025-10-29T14:06:59.894" v="3511" actId="20577"/>
          <ac:spMkLst>
            <pc:docMk/>
            <pc:sldMk cId="1214116109" sldId="2147378007"/>
            <ac:spMk id="3" creationId="{3473CA7D-E221-AB32-E752-64E37E40FEEF}"/>
          </ac:spMkLst>
        </pc:spChg>
      </pc:sldChg>
      <pc:sldChg chg="modSp add del mod">
        <pc:chgData name="Daichi Kawaguchi" userId="39803997058_tp_box_2" providerId="OAuth2" clId="{0EA2D1D5-1A4A-4DDE-98D0-B129D135DBAE}" dt="2025-10-29T14:06:23.866" v="3500" actId="2696"/>
        <pc:sldMkLst>
          <pc:docMk/>
          <pc:sldMk cId="2628264880" sldId="2147378007"/>
        </pc:sldMkLst>
        <pc:spChg chg="mod">
          <ac:chgData name="Daichi Kawaguchi" userId="39803997058_tp_box_2" providerId="OAuth2" clId="{0EA2D1D5-1A4A-4DDE-98D0-B129D135DBAE}" dt="2025-10-29T06:31:37.023" v="3019" actId="947"/>
          <ac:spMkLst>
            <pc:docMk/>
            <pc:sldMk cId="2628264880" sldId="2147378007"/>
            <ac:spMk id="2" creationId="{B8CE2029-D7A4-2EF9-04FA-5B4332148118}"/>
          </ac:spMkLst>
        </pc:spChg>
        <pc:spChg chg="mod">
          <ac:chgData name="Daichi Kawaguchi" userId="39803997058_tp_box_2" providerId="OAuth2" clId="{0EA2D1D5-1A4A-4DDE-98D0-B129D135DBAE}" dt="2025-10-29T06:31:37.023" v="3019" actId="947"/>
          <ac:spMkLst>
            <pc:docMk/>
            <pc:sldMk cId="2628264880" sldId="2147378007"/>
            <ac:spMk id="3" creationId="{3473CA7D-E221-AB32-E752-64E37E40FEEF}"/>
          </ac:spMkLst>
        </pc:spChg>
        <pc:spChg chg="mod">
          <ac:chgData name="Daichi Kawaguchi" userId="39803997058_tp_box_2" providerId="OAuth2" clId="{0EA2D1D5-1A4A-4DDE-98D0-B129D135DBAE}" dt="2025-10-29T06:31:37.023" v="3019" actId="947"/>
          <ac:spMkLst>
            <pc:docMk/>
            <pc:sldMk cId="2628264880" sldId="2147378007"/>
            <ac:spMk id="5" creationId="{254C4D56-3E34-1566-6667-1CCCBE980468}"/>
          </ac:spMkLst>
        </pc:spChg>
        <pc:spChg chg="mod">
          <ac:chgData name="Daichi Kawaguchi" userId="39803997058_tp_box_2" providerId="OAuth2" clId="{0EA2D1D5-1A4A-4DDE-98D0-B129D135DBAE}" dt="2025-10-29T06:31:37.023" v="3019" actId="947"/>
          <ac:spMkLst>
            <pc:docMk/>
            <pc:sldMk cId="2628264880" sldId="2147378007"/>
            <ac:spMk id="6" creationId="{DD5F39F0-8C08-88F3-F61F-8B85D3DFB423}"/>
          </ac:spMkLst>
        </pc:spChg>
      </pc:sldChg>
      <pc:sldChg chg="modSp add del mod">
        <pc:chgData name="Daichi Kawaguchi" userId="39803997058_tp_box_2" providerId="OAuth2" clId="{0EA2D1D5-1A4A-4DDE-98D0-B129D135DBAE}" dt="2025-10-29T14:06:23.866" v="3500" actId="2696"/>
        <pc:sldMkLst>
          <pc:docMk/>
          <pc:sldMk cId="279005279" sldId="2147378008"/>
        </pc:sldMkLst>
        <pc:spChg chg="mod">
          <ac:chgData name="Daichi Kawaguchi" userId="39803997058_tp_box_2" providerId="OAuth2" clId="{0EA2D1D5-1A4A-4DDE-98D0-B129D135DBAE}" dt="2025-10-29T06:32:04.527" v="3023" actId="20577"/>
          <ac:spMkLst>
            <pc:docMk/>
            <pc:sldMk cId="279005279" sldId="2147378008"/>
            <ac:spMk id="2" creationId="{64DFACA9-D1E2-DCF1-0348-38F0074B7393}"/>
          </ac:spMkLst>
        </pc:spChg>
        <pc:spChg chg="mod">
          <ac:chgData name="Daichi Kawaguchi" userId="39803997058_tp_box_2" providerId="OAuth2" clId="{0EA2D1D5-1A4A-4DDE-98D0-B129D135DBAE}" dt="2025-10-29T06:31:50.672" v="3020" actId="947"/>
          <ac:spMkLst>
            <pc:docMk/>
            <pc:sldMk cId="279005279" sldId="2147378008"/>
            <ac:spMk id="3" creationId="{54C5944A-D5DB-AD2A-E1F2-4F1C2F314F89}"/>
          </ac:spMkLst>
        </pc:spChg>
        <pc:spChg chg="mod">
          <ac:chgData name="Daichi Kawaguchi" userId="39803997058_tp_box_2" providerId="OAuth2" clId="{0EA2D1D5-1A4A-4DDE-98D0-B129D135DBAE}" dt="2025-10-29T06:31:50.672" v="3020" actId="947"/>
          <ac:spMkLst>
            <pc:docMk/>
            <pc:sldMk cId="279005279" sldId="2147378008"/>
            <ac:spMk id="4" creationId="{D1CBBCBB-0549-6F29-29F7-F9AEC5C623CF}"/>
          </ac:spMkLst>
        </pc:spChg>
        <pc:spChg chg="mod">
          <ac:chgData name="Daichi Kawaguchi" userId="39803997058_tp_box_2" providerId="OAuth2" clId="{0EA2D1D5-1A4A-4DDE-98D0-B129D135DBAE}" dt="2025-10-29T06:31:57.709" v="3021" actId="20577"/>
          <ac:spMkLst>
            <pc:docMk/>
            <pc:sldMk cId="279005279" sldId="2147378008"/>
            <ac:spMk id="6" creationId="{ECD21588-6E7B-AB3C-A68D-8CA320830112}"/>
          </ac:spMkLst>
        </pc:spChg>
        <pc:spChg chg="mod">
          <ac:chgData name="Daichi Kawaguchi" userId="39803997058_tp_box_2" providerId="OAuth2" clId="{0EA2D1D5-1A4A-4DDE-98D0-B129D135DBAE}" dt="2025-10-29T06:31:50.672" v="3020" actId="947"/>
          <ac:spMkLst>
            <pc:docMk/>
            <pc:sldMk cId="279005279" sldId="2147378008"/>
            <ac:spMk id="7" creationId="{CCFEE976-91F5-BE87-B8AC-B2CC6CF98D85}"/>
          </ac:spMkLst>
        </pc:spChg>
      </pc:sldChg>
      <pc:sldChg chg="del">
        <pc:chgData name="Daichi Kawaguchi" userId="39803997058_tp_box_2" providerId="OAuth2" clId="{0EA2D1D5-1A4A-4DDE-98D0-B129D135DBAE}" dt="2025-10-29T06:25:16.960" v="2983" actId="2696"/>
        <pc:sldMkLst>
          <pc:docMk/>
          <pc:sldMk cId="3723179889" sldId="2147378008"/>
        </pc:sldMkLst>
      </pc:sldChg>
      <pc:sldChg chg="modSp add mod">
        <pc:chgData name="Daichi Kawaguchi" userId="39803997058_tp_box_2" providerId="OAuth2" clId="{0EA2D1D5-1A4A-4DDE-98D0-B129D135DBAE}" dt="2025-10-29T14:07:07.351" v="3513" actId="20577"/>
        <pc:sldMkLst>
          <pc:docMk/>
          <pc:sldMk cId="4149728641" sldId="2147378008"/>
        </pc:sldMkLst>
        <pc:spChg chg="mod">
          <ac:chgData name="Daichi Kawaguchi" userId="39803997058_tp_box_2" providerId="OAuth2" clId="{0EA2D1D5-1A4A-4DDE-98D0-B129D135DBAE}" dt="2025-10-29T14:07:07.351" v="3513" actId="20577"/>
          <ac:spMkLst>
            <pc:docMk/>
            <pc:sldMk cId="4149728641" sldId="2147378008"/>
            <ac:spMk id="3" creationId="{54C5944A-D5DB-AD2A-E1F2-4F1C2F314F89}"/>
          </ac:spMkLst>
        </pc:spChg>
      </pc:sldChg>
      <pc:sldChg chg="del mod modShow">
        <pc:chgData name="Daichi Kawaguchi" userId="39803997058_tp_box_2" providerId="OAuth2" clId="{0EA2D1D5-1A4A-4DDE-98D0-B129D135DBAE}" dt="2025-10-29T14:11:27.039" v="3516" actId="47"/>
        <pc:sldMkLst>
          <pc:docMk/>
          <pc:sldMk cId="1975416382" sldId="2147378011"/>
        </pc:sldMkLst>
      </pc:sldChg>
      <pc:sldChg chg="del mod modShow">
        <pc:chgData name="Daichi Kawaguchi" userId="39803997058_tp_box_2" providerId="OAuth2" clId="{0EA2D1D5-1A4A-4DDE-98D0-B129D135DBAE}" dt="2025-10-29T14:11:27.039" v="3516" actId="47"/>
        <pc:sldMkLst>
          <pc:docMk/>
          <pc:sldMk cId="3399215923" sldId="2147378012"/>
        </pc:sldMkLst>
      </pc:sldChg>
      <pc:sldChg chg="del mod modShow">
        <pc:chgData name="Daichi Kawaguchi" userId="39803997058_tp_box_2" providerId="OAuth2" clId="{0EA2D1D5-1A4A-4DDE-98D0-B129D135DBAE}" dt="2025-10-29T14:11:27.039" v="3516" actId="47"/>
        <pc:sldMkLst>
          <pc:docMk/>
          <pc:sldMk cId="2430177001" sldId="2147378013"/>
        </pc:sldMkLst>
      </pc:sldChg>
      <pc:sldChg chg="del mod modShow">
        <pc:chgData name="Daichi Kawaguchi" userId="39803997058_tp_box_2" providerId="OAuth2" clId="{0EA2D1D5-1A4A-4DDE-98D0-B129D135DBAE}" dt="2025-10-29T14:11:27.039" v="3516" actId="47"/>
        <pc:sldMkLst>
          <pc:docMk/>
          <pc:sldMk cId="4123932624" sldId="2147378014"/>
        </pc:sldMkLst>
      </pc:sldChg>
      <pc:sldChg chg="add">
        <pc:chgData name="Daichi Kawaguchi" userId="39803997058_tp_box_2" providerId="OAuth2" clId="{0EA2D1D5-1A4A-4DDE-98D0-B129D135DBAE}" dt="2025-10-29T14:07:16.457" v="3515"/>
        <pc:sldMkLst>
          <pc:docMk/>
          <pc:sldMk cId="112808596" sldId="2147378015"/>
        </pc:sldMkLst>
      </pc:sldChg>
      <pc:sldChg chg="del">
        <pc:chgData name="Daichi Kawaguchi" userId="39803997058_tp_box_2" providerId="OAuth2" clId="{0EA2D1D5-1A4A-4DDE-98D0-B129D135DBAE}" dt="2025-10-29T06:25:16.960" v="2983" actId="2696"/>
        <pc:sldMkLst>
          <pc:docMk/>
          <pc:sldMk cId="664749141" sldId="2147378015"/>
        </pc:sldMkLst>
      </pc:sldChg>
      <pc:sldChg chg="add del">
        <pc:chgData name="Daichi Kawaguchi" userId="39803997058_tp_box_2" providerId="OAuth2" clId="{0EA2D1D5-1A4A-4DDE-98D0-B129D135DBAE}" dt="2025-10-29T14:07:13.180" v="3514" actId="2696"/>
        <pc:sldMkLst>
          <pc:docMk/>
          <pc:sldMk cId="1471205875" sldId="2147378015"/>
        </pc:sldMkLst>
      </pc:sldChg>
      <pc:sldChg chg="del mod modShow">
        <pc:chgData name="Daichi Kawaguchi" userId="39803997058_tp_box_2" providerId="OAuth2" clId="{0EA2D1D5-1A4A-4DDE-98D0-B129D135DBAE}" dt="2025-10-29T14:11:27.039" v="3516" actId="47"/>
        <pc:sldMkLst>
          <pc:docMk/>
          <pc:sldMk cId="1373635896" sldId="2147378017"/>
        </pc:sldMkLst>
      </pc:sldChg>
      <pc:sldChg chg="add del">
        <pc:chgData name="Daichi Kawaguchi" userId="39803997058_tp_box_2" providerId="OAuth2" clId="{0EA2D1D5-1A4A-4DDE-98D0-B129D135DBAE}" dt="2025-10-29T06:30:21.078" v="3010" actId="47"/>
        <pc:sldMkLst>
          <pc:docMk/>
          <pc:sldMk cId="3245823066" sldId="2147483379"/>
        </pc:sldMkLst>
      </pc:sldChg>
      <pc:sldChg chg="add del">
        <pc:chgData name="Daichi Kawaguchi" userId="39803997058_tp_box_2" providerId="OAuth2" clId="{0EA2D1D5-1A4A-4DDE-98D0-B129D135DBAE}" dt="2025-10-29T05:42:44.499" v="2377" actId="47"/>
        <pc:sldMkLst>
          <pc:docMk/>
          <pc:sldMk cId="38646946" sldId="2147483381"/>
        </pc:sldMkLst>
      </pc:sldChg>
      <pc:sldChg chg="addSp delSp modSp add del mod">
        <pc:chgData name="Daichi Kawaguchi" userId="39803997058_tp_box_2" providerId="OAuth2" clId="{0EA2D1D5-1A4A-4DDE-98D0-B129D135DBAE}" dt="2025-10-29T03:42:48.924" v="571" actId="47"/>
        <pc:sldMkLst>
          <pc:docMk/>
          <pc:sldMk cId="2796581410" sldId="2147483382"/>
        </pc:sldMkLst>
        <pc:spChg chg="mod">
          <ac:chgData name="Daichi Kawaguchi" userId="39803997058_tp_box_2" providerId="OAuth2" clId="{0EA2D1D5-1A4A-4DDE-98D0-B129D135DBAE}" dt="2025-10-29T03:32:36.917" v="209" actId="947"/>
          <ac:spMkLst>
            <pc:docMk/>
            <pc:sldMk cId="2796581410" sldId="2147483382"/>
            <ac:spMk id="2" creationId="{D162FC7D-A06E-8FB5-1473-CF497827C9C2}"/>
          </ac:spMkLst>
        </pc:spChg>
        <pc:spChg chg="del mod topLvl">
          <ac:chgData name="Daichi Kawaguchi" userId="39803997058_tp_box_2" providerId="OAuth2" clId="{0EA2D1D5-1A4A-4DDE-98D0-B129D135DBAE}" dt="2025-10-29T03:33:43.359" v="211" actId="478"/>
          <ac:spMkLst>
            <pc:docMk/>
            <pc:sldMk cId="2796581410" sldId="2147483382"/>
            <ac:spMk id="8" creationId="{15F7CA18-E417-128A-D20E-3774E3B16BA0}"/>
          </ac:spMkLst>
        </pc:spChg>
        <pc:spChg chg="del mod topLvl">
          <ac:chgData name="Daichi Kawaguchi" userId="39803997058_tp_box_2" providerId="OAuth2" clId="{0EA2D1D5-1A4A-4DDE-98D0-B129D135DBAE}" dt="2025-10-29T03:33:43.359" v="211" actId="478"/>
          <ac:spMkLst>
            <pc:docMk/>
            <pc:sldMk cId="2796581410" sldId="2147483382"/>
            <ac:spMk id="9" creationId="{E3F9D8BB-EE7E-F620-A4A7-89C7B8A90400}"/>
          </ac:spMkLst>
        </pc:spChg>
        <pc:spChg chg="mod topLvl">
          <ac:chgData name="Daichi Kawaguchi" userId="39803997058_tp_box_2" providerId="OAuth2" clId="{0EA2D1D5-1A4A-4DDE-98D0-B129D135DBAE}" dt="2025-10-29T03:35:15.445" v="242" actId="14100"/>
          <ac:spMkLst>
            <pc:docMk/>
            <pc:sldMk cId="2796581410" sldId="2147483382"/>
            <ac:spMk id="10" creationId="{09E7D072-3E4B-BAE6-9F82-CE87B2A3C082}"/>
          </ac:spMkLst>
        </pc:spChg>
        <pc:spChg chg="del">
          <ac:chgData name="Daichi Kawaguchi" userId="39803997058_tp_box_2" providerId="OAuth2" clId="{0EA2D1D5-1A4A-4DDE-98D0-B129D135DBAE}" dt="2025-10-29T03:33:43.359" v="211" actId="478"/>
          <ac:spMkLst>
            <pc:docMk/>
            <pc:sldMk cId="2796581410" sldId="2147483382"/>
            <ac:spMk id="13" creationId="{1A2F01DD-9BB8-5DD0-5B52-391F56C316DD}"/>
          </ac:spMkLst>
        </pc:spChg>
        <pc:spChg chg="del">
          <ac:chgData name="Daichi Kawaguchi" userId="39803997058_tp_box_2" providerId="OAuth2" clId="{0EA2D1D5-1A4A-4DDE-98D0-B129D135DBAE}" dt="2025-10-29T03:33:43.359" v="211" actId="478"/>
          <ac:spMkLst>
            <pc:docMk/>
            <pc:sldMk cId="2796581410" sldId="2147483382"/>
            <ac:spMk id="14" creationId="{D1460D48-1C72-DAFA-411B-E9FB12346193}"/>
          </ac:spMkLst>
        </pc:spChg>
        <pc:spChg chg="mod topLvl">
          <ac:chgData name="Daichi Kawaguchi" userId="39803997058_tp_box_2" providerId="OAuth2" clId="{0EA2D1D5-1A4A-4DDE-98D0-B129D135DBAE}" dt="2025-10-29T03:34:57.274" v="222" actId="14100"/>
          <ac:spMkLst>
            <pc:docMk/>
            <pc:sldMk cId="2796581410" sldId="2147483382"/>
            <ac:spMk id="15" creationId="{F70093A0-FE30-59A2-DFBA-CC26C5982223}"/>
          </ac:spMkLst>
        </pc:spChg>
        <pc:spChg chg="del">
          <ac:chgData name="Daichi Kawaguchi" userId="39803997058_tp_box_2" providerId="OAuth2" clId="{0EA2D1D5-1A4A-4DDE-98D0-B129D135DBAE}" dt="2025-10-29T03:33:43.359" v="211" actId="478"/>
          <ac:spMkLst>
            <pc:docMk/>
            <pc:sldMk cId="2796581410" sldId="2147483382"/>
            <ac:spMk id="16" creationId="{0DA0BEFA-1031-A26F-A1D3-8CBB716E79FD}"/>
          </ac:spMkLst>
        </pc:spChg>
        <pc:spChg chg="del">
          <ac:chgData name="Daichi Kawaguchi" userId="39803997058_tp_box_2" providerId="OAuth2" clId="{0EA2D1D5-1A4A-4DDE-98D0-B129D135DBAE}" dt="2025-10-29T03:33:43.359" v="211" actId="478"/>
          <ac:spMkLst>
            <pc:docMk/>
            <pc:sldMk cId="2796581410" sldId="2147483382"/>
            <ac:spMk id="17" creationId="{A2C8F212-D929-E788-F732-204EED18A5F4}"/>
          </ac:spMkLst>
        </pc:spChg>
        <pc:spChg chg="mod topLvl">
          <ac:chgData name="Daichi Kawaguchi" userId="39803997058_tp_box_2" providerId="OAuth2" clId="{0EA2D1D5-1A4A-4DDE-98D0-B129D135DBAE}" dt="2025-10-29T03:35:15.445" v="242" actId="14100"/>
          <ac:spMkLst>
            <pc:docMk/>
            <pc:sldMk cId="2796581410" sldId="2147483382"/>
            <ac:spMk id="19" creationId="{EE389990-BAE6-39CD-E5BA-10533997D3D1}"/>
          </ac:spMkLst>
        </pc:spChg>
        <pc:spChg chg="mod topLvl">
          <ac:chgData name="Daichi Kawaguchi" userId="39803997058_tp_box_2" providerId="OAuth2" clId="{0EA2D1D5-1A4A-4DDE-98D0-B129D135DBAE}" dt="2025-10-29T03:34:57.274" v="222" actId="14100"/>
          <ac:spMkLst>
            <pc:docMk/>
            <pc:sldMk cId="2796581410" sldId="2147483382"/>
            <ac:spMk id="20" creationId="{EA417290-2B8C-2C5E-E73B-7931EA97C253}"/>
          </ac:spMkLst>
        </pc:spChg>
        <pc:spChg chg="mod topLvl">
          <ac:chgData name="Daichi Kawaguchi" userId="39803997058_tp_box_2" providerId="OAuth2" clId="{0EA2D1D5-1A4A-4DDE-98D0-B129D135DBAE}" dt="2025-10-29T03:35:15.445" v="242" actId="14100"/>
          <ac:spMkLst>
            <pc:docMk/>
            <pc:sldMk cId="2796581410" sldId="2147483382"/>
            <ac:spMk id="22" creationId="{0F0507CF-A755-74EA-C53A-972DA00425B9}"/>
          </ac:spMkLst>
        </pc:spChg>
        <pc:spChg chg="mod topLvl">
          <ac:chgData name="Daichi Kawaguchi" userId="39803997058_tp_box_2" providerId="OAuth2" clId="{0EA2D1D5-1A4A-4DDE-98D0-B129D135DBAE}" dt="2025-10-29T03:34:57.274" v="222" actId="14100"/>
          <ac:spMkLst>
            <pc:docMk/>
            <pc:sldMk cId="2796581410" sldId="2147483382"/>
            <ac:spMk id="23" creationId="{6A592F5A-B5A9-67EF-CB5E-1664ACD3A772}"/>
          </ac:spMkLst>
        </pc:spChg>
        <pc:grpChg chg="add del mod">
          <ac:chgData name="Daichi Kawaguchi" userId="39803997058_tp_box_2" providerId="OAuth2" clId="{0EA2D1D5-1A4A-4DDE-98D0-B129D135DBAE}" dt="2025-10-29T03:33:52.311" v="213" actId="165"/>
          <ac:grpSpMkLst>
            <pc:docMk/>
            <pc:sldMk cId="2796581410" sldId="2147483382"/>
            <ac:grpSpMk id="4" creationId="{13BA2843-206A-4CFE-42EB-49F11DE4CFFB}"/>
          </ac:grpSpMkLst>
        </pc:grpChg>
        <pc:grpChg chg="del">
          <ac:chgData name="Daichi Kawaguchi" userId="39803997058_tp_box_2" providerId="OAuth2" clId="{0EA2D1D5-1A4A-4DDE-98D0-B129D135DBAE}" dt="2025-10-29T03:33:20.518" v="210" actId="165"/>
          <ac:grpSpMkLst>
            <pc:docMk/>
            <pc:sldMk cId="2796581410" sldId="2147483382"/>
            <ac:grpSpMk id="11" creationId="{16813D2B-838A-B538-C8C7-A53E6C61DFD4}"/>
          </ac:grpSpMkLst>
        </pc:grpChg>
        <pc:grpChg chg="del">
          <ac:chgData name="Daichi Kawaguchi" userId="39803997058_tp_box_2" providerId="OAuth2" clId="{0EA2D1D5-1A4A-4DDE-98D0-B129D135DBAE}" dt="2025-10-29T03:33:43.359" v="211" actId="478"/>
          <ac:grpSpMkLst>
            <pc:docMk/>
            <pc:sldMk cId="2796581410" sldId="2147483382"/>
            <ac:grpSpMk id="12" creationId="{EF6DF481-2CFE-776A-FEEF-0CFC64027BAF}"/>
          </ac:grpSpMkLst>
        </pc:grpChg>
        <pc:grpChg chg="add del mod">
          <ac:chgData name="Daichi Kawaguchi" userId="39803997058_tp_box_2" providerId="OAuth2" clId="{0EA2D1D5-1A4A-4DDE-98D0-B129D135DBAE}" dt="2025-10-29T03:33:52.311" v="213" actId="165"/>
          <ac:grpSpMkLst>
            <pc:docMk/>
            <pc:sldMk cId="2796581410" sldId="2147483382"/>
            <ac:grpSpMk id="18" creationId="{4F94AB83-B0C3-20CA-95D9-D3E95221D3FB}"/>
          </ac:grpSpMkLst>
        </pc:grpChg>
        <pc:grpChg chg="add del mod">
          <ac:chgData name="Daichi Kawaguchi" userId="39803997058_tp_box_2" providerId="OAuth2" clId="{0EA2D1D5-1A4A-4DDE-98D0-B129D135DBAE}" dt="2025-10-29T03:33:52.311" v="213" actId="165"/>
          <ac:grpSpMkLst>
            <pc:docMk/>
            <pc:sldMk cId="2796581410" sldId="2147483382"/>
            <ac:grpSpMk id="21" creationId="{A2B65643-A797-665B-1F30-A01380B7BB73}"/>
          </ac:grpSpMkLst>
        </pc:grpChg>
      </pc:sldChg>
      <pc:sldChg chg="new del">
        <pc:chgData name="Daichi Kawaguchi" userId="39803997058_tp_box_2" providerId="OAuth2" clId="{0EA2D1D5-1A4A-4DDE-98D0-B129D135DBAE}" dt="2025-10-29T03:35:56.600" v="244" actId="47"/>
        <pc:sldMkLst>
          <pc:docMk/>
          <pc:sldMk cId="1564186643" sldId="2147483383"/>
        </pc:sldMkLst>
      </pc:sldChg>
      <pc:sldChg chg="addSp delSp modSp new mod ord">
        <pc:chgData name="Daichi Kawaguchi" userId="39803997058_tp_box_2" providerId="OAuth2" clId="{0EA2D1D5-1A4A-4DDE-98D0-B129D135DBAE}" dt="2025-10-29T15:00:33.048" v="5289" actId="6549"/>
        <pc:sldMkLst>
          <pc:docMk/>
          <pc:sldMk cId="3429832514" sldId="2147483383"/>
        </pc:sldMkLst>
        <pc:spChg chg="mod">
          <ac:chgData name="Daichi Kawaguchi" userId="39803997058_tp_box_2" providerId="OAuth2" clId="{0EA2D1D5-1A4A-4DDE-98D0-B129D135DBAE}" dt="2025-10-29T14:03:40.498" v="3464" actId="20577"/>
          <ac:spMkLst>
            <pc:docMk/>
            <pc:sldMk cId="3429832514" sldId="2147483383"/>
            <ac:spMk id="2" creationId="{4205069F-7D71-DE50-76AA-E6E2B39CFB7E}"/>
          </ac:spMkLst>
        </pc:spChg>
        <pc:spChg chg="del">
          <ac:chgData name="Daichi Kawaguchi" userId="39803997058_tp_box_2" providerId="OAuth2" clId="{0EA2D1D5-1A4A-4DDE-98D0-B129D135DBAE}" dt="2025-10-29T03:36:41.576" v="248" actId="478"/>
          <ac:spMkLst>
            <pc:docMk/>
            <pc:sldMk cId="3429832514" sldId="2147483383"/>
            <ac:spMk id="3" creationId="{985EF7B9-96DA-5C9B-E31C-BB2F4228C4D2}"/>
          </ac:spMkLst>
        </pc:spChg>
        <pc:spChg chg="mod">
          <ac:chgData name="Daichi Kawaguchi" userId="39803997058_tp_box_2" providerId="OAuth2" clId="{0EA2D1D5-1A4A-4DDE-98D0-B129D135DBAE}" dt="2025-10-29T14:58:14.482" v="5275" actId="20577"/>
          <ac:spMkLst>
            <pc:docMk/>
            <pc:sldMk cId="3429832514" sldId="2147483383"/>
            <ac:spMk id="4" creationId="{E8E91604-21EB-0096-0A97-3FCC9023A264}"/>
          </ac:spMkLst>
        </pc:spChg>
        <pc:spChg chg="add mod">
          <ac:chgData name="Daichi Kawaguchi" userId="39803997058_tp_box_2" providerId="OAuth2" clId="{0EA2D1D5-1A4A-4DDE-98D0-B129D135DBAE}" dt="2025-10-29T14:41:28.695" v="4433" actId="20577"/>
          <ac:spMkLst>
            <pc:docMk/>
            <pc:sldMk cId="3429832514" sldId="2147483383"/>
            <ac:spMk id="5" creationId="{C9452949-EE33-F5C2-7E2E-290984EE202F}"/>
          </ac:spMkLst>
        </pc:spChg>
        <pc:spChg chg="add mod">
          <ac:chgData name="Daichi Kawaguchi" userId="39803997058_tp_box_2" providerId="OAuth2" clId="{0EA2D1D5-1A4A-4DDE-98D0-B129D135DBAE}" dt="2025-10-29T15:00:33.048" v="5289" actId="6549"/>
          <ac:spMkLst>
            <pc:docMk/>
            <pc:sldMk cId="3429832514" sldId="2147483383"/>
            <ac:spMk id="6" creationId="{13AA77F5-47B1-5A4F-4630-EBFF38805FC2}"/>
          </ac:spMkLst>
        </pc:spChg>
        <pc:spChg chg="add mod">
          <ac:chgData name="Daichi Kawaguchi" userId="39803997058_tp_box_2" providerId="OAuth2" clId="{0EA2D1D5-1A4A-4DDE-98D0-B129D135DBAE}" dt="2025-10-29T14:41:39.788" v="4445" actId="20577"/>
          <ac:spMkLst>
            <pc:docMk/>
            <pc:sldMk cId="3429832514" sldId="2147483383"/>
            <ac:spMk id="7" creationId="{08F1FE6C-748E-236A-5940-146E30510958}"/>
          </ac:spMkLst>
        </pc:spChg>
        <pc:spChg chg="add mod">
          <ac:chgData name="Daichi Kawaguchi" userId="39803997058_tp_box_2" providerId="OAuth2" clId="{0EA2D1D5-1A4A-4DDE-98D0-B129D135DBAE}" dt="2025-10-29T15:00:27.507" v="5288" actId="20577"/>
          <ac:spMkLst>
            <pc:docMk/>
            <pc:sldMk cId="3429832514" sldId="2147483383"/>
            <ac:spMk id="8" creationId="{127F8B48-468F-2CEF-6310-09FBA983B10F}"/>
          </ac:spMkLst>
        </pc:spChg>
        <pc:spChg chg="add mod">
          <ac:chgData name="Daichi Kawaguchi" userId="39803997058_tp_box_2" providerId="OAuth2" clId="{0EA2D1D5-1A4A-4DDE-98D0-B129D135DBAE}" dt="2025-10-29T03:46:48.551" v="691" actId="404"/>
          <ac:spMkLst>
            <pc:docMk/>
            <pc:sldMk cId="3429832514" sldId="2147483383"/>
            <ac:spMk id="9" creationId="{58BBEB32-E677-C607-9E28-B91ECE4BDD1A}"/>
          </ac:spMkLst>
        </pc:spChg>
        <pc:spChg chg="add mod">
          <ac:chgData name="Daichi Kawaguchi" userId="39803997058_tp_box_2" providerId="OAuth2" clId="{0EA2D1D5-1A4A-4DDE-98D0-B129D135DBAE}" dt="2025-10-29T03:45:15.567" v="648" actId="1037"/>
          <ac:spMkLst>
            <pc:docMk/>
            <pc:sldMk cId="3429832514" sldId="2147483383"/>
            <ac:spMk id="10" creationId="{64192541-991E-C9C4-5F29-D005441A157C}"/>
          </ac:spMkLst>
        </pc:spChg>
      </pc:sldChg>
      <pc:sldChg chg="add del">
        <pc:chgData name="Daichi Kawaguchi" userId="39803997058_tp_box_2" providerId="OAuth2" clId="{0EA2D1D5-1A4A-4DDE-98D0-B129D135DBAE}" dt="2025-10-29T03:42:11.193" v="533" actId="2890"/>
        <pc:sldMkLst>
          <pc:docMk/>
          <pc:sldMk cId="1711061656" sldId="2147483384"/>
        </pc:sldMkLst>
      </pc:sldChg>
      <pc:sldChg chg="modSp add mod">
        <pc:chgData name="Daichi Kawaguchi" userId="39803997058_tp_box_2" providerId="OAuth2" clId="{0EA2D1D5-1A4A-4DDE-98D0-B129D135DBAE}" dt="2025-10-29T15:00:01.080" v="5286" actId="20577"/>
        <pc:sldMkLst>
          <pc:docMk/>
          <pc:sldMk cId="2868598245" sldId="2147483384"/>
        </pc:sldMkLst>
        <pc:spChg chg="mod">
          <ac:chgData name="Daichi Kawaguchi" userId="39803997058_tp_box_2" providerId="OAuth2" clId="{0EA2D1D5-1A4A-4DDE-98D0-B129D135DBAE}" dt="2025-10-29T14:03:44.462" v="3466" actId="20577"/>
          <ac:spMkLst>
            <pc:docMk/>
            <pc:sldMk cId="2868598245" sldId="2147483384"/>
            <ac:spMk id="2" creationId="{C146A87D-EFE7-967C-76EE-F65CB3565534}"/>
          </ac:spMkLst>
        </pc:spChg>
        <pc:spChg chg="mod">
          <ac:chgData name="Daichi Kawaguchi" userId="39803997058_tp_box_2" providerId="OAuth2" clId="{0EA2D1D5-1A4A-4DDE-98D0-B129D135DBAE}" dt="2025-10-29T04:06:18.770" v="741"/>
          <ac:spMkLst>
            <pc:docMk/>
            <pc:sldMk cId="2868598245" sldId="2147483384"/>
            <ac:spMk id="4" creationId="{09B1FE20-4807-B535-8E73-F6CAEEAD2760}"/>
          </ac:spMkLst>
        </pc:spChg>
        <pc:spChg chg="mod">
          <ac:chgData name="Daichi Kawaguchi" userId="39803997058_tp_box_2" providerId="OAuth2" clId="{0EA2D1D5-1A4A-4DDE-98D0-B129D135DBAE}" dt="2025-10-29T04:05:09.644" v="734" actId="555"/>
          <ac:spMkLst>
            <pc:docMk/>
            <pc:sldMk cId="2868598245" sldId="2147483384"/>
            <ac:spMk id="5" creationId="{69857D03-574A-74AE-183D-53DE23B1AB04}"/>
          </ac:spMkLst>
        </pc:spChg>
        <pc:spChg chg="mod">
          <ac:chgData name="Daichi Kawaguchi" userId="39803997058_tp_box_2" providerId="OAuth2" clId="{0EA2D1D5-1A4A-4DDE-98D0-B129D135DBAE}" dt="2025-10-29T15:00:01.080" v="5286" actId="20577"/>
          <ac:spMkLst>
            <pc:docMk/>
            <pc:sldMk cId="2868598245" sldId="2147483384"/>
            <ac:spMk id="6" creationId="{3BBB277E-AC8B-1664-EF94-ED0FA6B5DDF2}"/>
          </ac:spMkLst>
        </pc:spChg>
        <pc:spChg chg="mod">
          <ac:chgData name="Daichi Kawaguchi" userId="39803997058_tp_box_2" providerId="OAuth2" clId="{0EA2D1D5-1A4A-4DDE-98D0-B129D135DBAE}" dt="2025-10-29T04:05:05.896" v="733" actId="555"/>
          <ac:spMkLst>
            <pc:docMk/>
            <pc:sldMk cId="2868598245" sldId="2147483384"/>
            <ac:spMk id="7" creationId="{EC01F2DB-4265-169F-E455-CBBB5F409FF0}"/>
          </ac:spMkLst>
        </pc:spChg>
        <pc:spChg chg="mod">
          <ac:chgData name="Daichi Kawaguchi" userId="39803997058_tp_box_2" providerId="OAuth2" clId="{0EA2D1D5-1A4A-4DDE-98D0-B129D135DBAE}" dt="2025-10-29T04:05:05.896" v="733" actId="555"/>
          <ac:spMkLst>
            <pc:docMk/>
            <pc:sldMk cId="2868598245" sldId="2147483384"/>
            <ac:spMk id="8" creationId="{C80C9C3C-962C-A886-E5C0-E6BC89C11A8F}"/>
          </ac:spMkLst>
        </pc:spChg>
        <pc:spChg chg="mod">
          <ac:chgData name="Daichi Kawaguchi" userId="39803997058_tp_box_2" providerId="OAuth2" clId="{0EA2D1D5-1A4A-4DDE-98D0-B129D135DBAE}" dt="2025-10-29T04:04:36.757" v="731" actId="1036"/>
          <ac:spMkLst>
            <pc:docMk/>
            <pc:sldMk cId="2868598245" sldId="2147483384"/>
            <ac:spMk id="9" creationId="{DCCFA4F6-01B4-44B8-BA70-ED45E251A390}"/>
          </ac:spMkLst>
        </pc:spChg>
        <pc:spChg chg="mod">
          <ac:chgData name="Daichi Kawaguchi" userId="39803997058_tp_box_2" providerId="OAuth2" clId="{0EA2D1D5-1A4A-4DDE-98D0-B129D135DBAE}" dt="2025-10-29T04:05:54.942" v="740" actId="12"/>
          <ac:spMkLst>
            <pc:docMk/>
            <pc:sldMk cId="2868598245" sldId="2147483384"/>
            <ac:spMk id="10" creationId="{8F9BCE09-3C82-4A8D-5A46-9D022B244392}"/>
          </ac:spMkLst>
        </pc:spChg>
      </pc:sldChg>
      <pc:sldChg chg="addSp delSp modSp add mod">
        <pc:chgData name="Daichi Kawaguchi" userId="39803997058_tp_box_2" providerId="OAuth2" clId="{0EA2D1D5-1A4A-4DDE-98D0-B129D135DBAE}" dt="2025-10-29T14:04:22.676" v="3478" actId="20577"/>
        <pc:sldMkLst>
          <pc:docMk/>
          <pc:sldMk cId="1449988545" sldId="2147483385"/>
        </pc:sldMkLst>
        <pc:spChg chg="mod">
          <ac:chgData name="Daichi Kawaguchi" userId="39803997058_tp_box_2" providerId="OAuth2" clId="{0EA2D1D5-1A4A-4DDE-98D0-B129D135DBAE}" dt="2025-10-29T14:04:22.676" v="3478" actId="20577"/>
          <ac:spMkLst>
            <pc:docMk/>
            <pc:sldMk cId="1449988545" sldId="2147483385"/>
            <ac:spMk id="2" creationId="{13B4D5A7-174D-DB86-2DF3-902C95CEC574}"/>
          </ac:spMkLst>
        </pc:spChg>
        <pc:spChg chg="mod">
          <ac:chgData name="Daichi Kawaguchi" userId="39803997058_tp_box_2" providerId="OAuth2" clId="{0EA2D1D5-1A4A-4DDE-98D0-B129D135DBAE}" dt="2025-10-29T04:07:30.586" v="780"/>
          <ac:spMkLst>
            <pc:docMk/>
            <pc:sldMk cId="1449988545" sldId="2147483385"/>
            <ac:spMk id="4" creationId="{3957DF9A-4A0F-D854-F3FF-199C2DBE245C}"/>
          </ac:spMkLst>
        </pc:spChg>
        <pc:spChg chg="del">
          <ac:chgData name="Daichi Kawaguchi" userId="39803997058_tp_box_2" providerId="OAuth2" clId="{0EA2D1D5-1A4A-4DDE-98D0-B129D135DBAE}" dt="2025-10-29T04:07:37.371" v="781" actId="478"/>
          <ac:spMkLst>
            <pc:docMk/>
            <pc:sldMk cId="1449988545" sldId="2147483385"/>
            <ac:spMk id="5" creationId="{037AE767-A0CF-3D8E-F9E3-6079F5FE17A3}"/>
          </ac:spMkLst>
        </pc:spChg>
        <pc:spChg chg="del">
          <ac:chgData name="Daichi Kawaguchi" userId="39803997058_tp_box_2" providerId="OAuth2" clId="{0EA2D1D5-1A4A-4DDE-98D0-B129D135DBAE}" dt="2025-10-29T04:07:37.371" v="781" actId="478"/>
          <ac:spMkLst>
            <pc:docMk/>
            <pc:sldMk cId="1449988545" sldId="2147483385"/>
            <ac:spMk id="6" creationId="{1E785286-3ACE-A14F-A1D2-9BA17A47E858}"/>
          </ac:spMkLst>
        </pc:spChg>
        <pc:spChg chg="del">
          <ac:chgData name="Daichi Kawaguchi" userId="39803997058_tp_box_2" providerId="OAuth2" clId="{0EA2D1D5-1A4A-4DDE-98D0-B129D135DBAE}" dt="2025-10-29T04:07:37.371" v="781" actId="478"/>
          <ac:spMkLst>
            <pc:docMk/>
            <pc:sldMk cId="1449988545" sldId="2147483385"/>
            <ac:spMk id="7" creationId="{A9BD6663-885E-8EA5-10A9-960A42AC3532}"/>
          </ac:spMkLst>
        </pc:spChg>
        <pc:spChg chg="del">
          <ac:chgData name="Daichi Kawaguchi" userId="39803997058_tp_box_2" providerId="OAuth2" clId="{0EA2D1D5-1A4A-4DDE-98D0-B129D135DBAE}" dt="2025-10-29T04:07:37.371" v="781" actId="478"/>
          <ac:spMkLst>
            <pc:docMk/>
            <pc:sldMk cId="1449988545" sldId="2147483385"/>
            <ac:spMk id="8" creationId="{00799A42-9828-FDCB-7B85-CBE9C0B12713}"/>
          </ac:spMkLst>
        </pc:spChg>
        <pc:spChg chg="del">
          <ac:chgData name="Daichi Kawaguchi" userId="39803997058_tp_box_2" providerId="OAuth2" clId="{0EA2D1D5-1A4A-4DDE-98D0-B129D135DBAE}" dt="2025-10-29T04:07:37.371" v="781" actId="478"/>
          <ac:spMkLst>
            <pc:docMk/>
            <pc:sldMk cId="1449988545" sldId="2147483385"/>
            <ac:spMk id="9" creationId="{277B18A1-D243-A735-1E22-D0505E24E54A}"/>
          </ac:spMkLst>
        </pc:spChg>
        <pc:spChg chg="del">
          <ac:chgData name="Daichi Kawaguchi" userId="39803997058_tp_box_2" providerId="OAuth2" clId="{0EA2D1D5-1A4A-4DDE-98D0-B129D135DBAE}" dt="2025-10-29T04:07:37.371" v="781" actId="478"/>
          <ac:spMkLst>
            <pc:docMk/>
            <pc:sldMk cId="1449988545" sldId="2147483385"/>
            <ac:spMk id="10" creationId="{8D28ACBC-5B6E-DA2E-4082-113D93D2F046}"/>
          </ac:spMkLst>
        </pc:spChg>
        <pc:spChg chg="mod">
          <ac:chgData name="Daichi Kawaguchi" userId="39803997058_tp_box_2" providerId="OAuth2" clId="{0EA2D1D5-1A4A-4DDE-98D0-B129D135DBAE}" dt="2025-10-29T04:08:39.508" v="807" actId="14100"/>
          <ac:spMkLst>
            <pc:docMk/>
            <pc:sldMk cId="1449988545" sldId="2147483385"/>
            <ac:spMk id="20" creationId="{9821EDB2-588F-56DF-AF06-EA4684BE5F53}"/>
          </ac:spMkLst>
        </pc:spChg>
        <pc:spChg chg="mod">
          <ac:chgData name="Daichi Kawaguchi" userId="39803997058_tp_box_2" providerId="OAuth2" clId="{0EA2D1D5-1A4A-4DDE-98D0-B129D135DBAE}" dt="2025-10-29T04:13:48.301" v="933" actId="554"/>
          <ac:spMkLst>
            <pc:docMk/>
            <pc:sldMk cId="1449988545" sldId="2147483385"/>
            <ac:spMk id="21" creationId="{90CC3097-D481-35D4-8BDE-6E813D7AAEA7}"/>
          </ac:spMkLst>
        </pc:spChg>
        <pc:spChg chg="mod">
          <ac:chgData name="Daichi Kawaguchi" userId="39803997058_tp_box_2" providerId="OAuth2" clId="{0EA2D1D5-1A4A-4DDE-98D0-B129D135DBAE}" dt="2025-10-29T04:13:58.863" v="936"/>
          <ac:spMkLst>
            <pc:docMk/>
            <pc:sldMk cId="1449988545" sldId="2147483385"/>
            <ac:spMk id="22" creationId="{E7968969-B21B-FACE-D552-C0CCBDF84036}"/>
          </ac:spMkLst>
        </pc:spChg>
        <pc:spChg chg="mod">
          <ac:chgData name="Daichi Kawaguchi" userId="39803997058_tp_box_2" providerId="OAuth2" clId="{0EA2D1D5-1A4A-4DDE-98D0-B129D135DBAE}" dt="2025-10-29T04:14:15.797" v="939" actId="554"/>
          <ac:spMkLst>
            <pc:docMk/>
            <pc:sldMk cId="1449988545" sldId="2147483385"/>
            <ac:spMk id="23" creationId="{5A2D49DF-C851-703A-C4FF-1E5F73317B16}"/>
          </ac:spMkLst>
        </pc:spChg>
        <pc:spChg chg="mod topLvl">
          <ac:chgData name="Daichi Kawaguchi" userId="39803997058_tp_box_2" providerId="OAuth2" clId="{0EA2D1D5-1A4A-4DDE-98D0-B129D135DBAE}" dt="2025-10-29T04:14:20.908" v="940" actId="554"/>
          <ac:spMkLst>
            <pc:docMk/>
            <pc:sldMk cId="1449988545" sldId="2147483385"/>
            <ac:spMk id="24" creationId="{5BE27F33-2775-D37B-B5D2-34A1E26FC930}"/>
          </ac:spMkLst>
        </pc:spChg>
        <pc:spChg chg="mod topLvl">
          <ac:chgData name="Daichi Kawaguchi" userId="39803997058_tp_box_2" providerId="OAuth2" clId="{0EA2D1D5-1A4A-4DDE-98D0-B129D135DBAE}" dt="2025-10-29T04:14:25.428" v="941" actId="554"/>
          <ac:spMkLst>
            <pc:docMk/>
            <pc:sldMk cId="1449988545" sldId="2147483385"/>
            <ac:spMk id="25" creationId="{1A1B3612-294A-49C7-EE71-930742052C3A}"/>
          </ac:spMkLst>
        </pc:spChg>
        <pc:spChg chg="mod">
          <ac:chgData name="Daichi Kawaguchi" userId="39803997058_tp_box_2" providerId="OAuth2" clId="{0EA2D1D5-1A4A-4DDE-98D0-B129D135DBAE}" dt="2025-10-29T04:14:30.979" v="944" actId="554"/>
          <ac:spMkLst>
            <pc:docMk/>
            <pc:sldMk cId="1449988545" sldId="2147483385"/>
            <ac:spMk id="26" creationId="{F2C2158D-E084-A78F-D264-137071C063A9}"/>
          </ac:spMkLst>
        </pc:spChg>
        <pc:spChg chg="mod">
          <ac:chgData name="Daichi Kawaguchi" userId="39803997058_tp_box_2" providerId="OAuth2" clId="{0EA2D1D5-1A4A-4DDE-98D0-B129D135DBAE}" dt="2025-10-29T04:20:52.040" v="1238" actId="14100"/>
          <ac:spMkLst>
            <pc:docMk/>
            <pc:sldMk cId="1449988545" sldId="2147483385"/>
            <ac:spMk id="34" creationId="{4D962A88-8194-3A23-4E24-0E7F38E81E52}"/>
          </ac:spMkLst>
        </pc:spChg>
        <pc:spChg chg="mod">
          <ac:chgData name="Daichi Kawaguchi" userId="39803997058_tp_box_2" providerId="OAuth2" clId="{0EA2D1D5-1A4A-4DDE-98D0-B129D135DBAE}" dt="2025-10-29T04:44:01.601" v="1268" actId="14100"/>
          <ac:spMkLst>
            <pc:docMk/>
            <pc:sldMk cId="1449988545" sldId="2147483385"/>
            <ac:spMk id="35" creationId="{4F8640F0-31C7-A8B8-D8B6-916EDCFC33F2}"/>
          </ac:spMkLst>
        </pc:spChg>
        <pc:spChg chg="mod topLvl">
          <ac:chgData name="Daichi Kawaguchi" userId="39803997058_tp_box_2" providerId="OAuth2" clId="{0EA2D1D5-1A4A-4DDE-98D0-B129D135DBAE}" dt="2025-10-29T04:20:03.736" v="1199" actId="552"/>
          <ac:spMkLst>
            <pc:docMk/>
            <pc:sldMk cId="1449988545" sldId="2147483385"/>
            <ac:spMk id="36" creationId="{49397EC8-0A51-5A37-146D-E2B0F9694D60}"/>
          </ac:spMkLst>
        </pc:spChg>
        <pc:spChg chg="mod">
          <ac:chgData name="Daichi Kawaguchi" userId="39803997058_tp_box_2" providerId="OAuth2" clId="{0EA2D1D5-1A4A-4DDE-98D0-B129D135DBAE}" dt="2025-10-29T04:20:28.432" v="1236" actId="12788"/>
          <ac:spMkLst>
            <pc:docMk/>
            <pc:sldMk cId="1449988545" sldId="2147483385"/>
            <ac:spMk id="37" creationId="{4E311F59-FED7-5EB7-24E3-F89522FE6845}"/>
          </ac:spMkLst>
        </pc:spChg>
        <pc:spChg chg="mod topLvl">
          <ac:chgData name="Daichi Kawaguchi" userId="39803997058_tp_box_2" providerId="OAuth2" clId="{0EA2D1D5-1A4A-4DDE-98D0-B129D135DBAE}" dt="2025-10-29T04:20:28.432" v="1236" actId="12788"/>
          <ac:spMkLst>
            <pc:docMk/>
            <pc:sldMk cId="1449988545" sldId="2147483385"/>
            <ac:spMk id="38" creationId="{9E84B0F7-2986-731D-AAE5-E631C58F17A3}"/>
          </ac:spMkLst>
        </pc:spChg>
        <pc:spChg chg="mod topLvl">
          <ac:chgData name="Daichi Kawaguchi" userId="39803997058_tp_box_2" providerId="OAuth2" clId="{0EA2D1D5-1A4A-4DDE-98D0-B129D135DBAE}" dt="2025-10-29T04:43:56.361" v="1267" actId="14100"/>
          <ac:spMkLst>
            <pc:docMk/>
            <pc:sldMk cId="1449988545" sldId="2147483385"/>
            <ac:spMk id="39" creationId="{CAA5DC8F-25B1-4EBB-15EF-46943CCC616D}"/>
          </ac:spMkLst>
        </pc:spChg>
        <pc:spChg chg="mod topLvl">
          <ac:chgData name="Daichi Kawaguchi" userId="39803997058_tp_box_2" providerId="OAuth2" clId="{0EA2D1D5-1A4A-4DDE-98D0-B129D135DBAE}" dt="2025-10-29T04:16:12.145" v="1065" actId="12789"/>
          <ac:spMkLst>
            <pc:docMk/>
            <pc:sldMk cId="1449988545" sldId="2147483385"/>
            <ac:spMk id="40" creationId="{787B04D7-4E6F-EC0D-156A-4E4F64E2499C}"/>
          </ac:spMkLst>
        </pc:spChg>
        <pc:spChg chg="mod topLvl">
          <ac:chgData name="Daichi Kawaguchi" userId="39803997058_tp_box_2" providerId="OAuth2" clId="{0EA2D1D5-1A4A-4DDE-98D0-B129D135DBAE}" dt="2025-10-29T04:16:12.145" v="1065" actId="12789"/>
          <ac:spMkLst>
            <pc:docMk/>
            <pc:sldMk cId="1449988545" sldId="2147483385"/>
            <ac:spMk id="41" creationId="{45616B6F-71D7-FDAF-CE8E-450E68A6C43B}"/>
          </ac:spMkLst>
        </pc:spChg>
        <pc:spChg chg="mod topLvl">
          <ac:chgData name="Daichi Kawaguchi" userId="39803997058_tp_box_2" providerId="OAuth2" clId="{0EA2D1D5-1A4A-4DDE-98D0-B129D135DBAE}" dt="2025-10-29T04:16:16.095" v="1066" actId="12789"/>
          <ac:spMkLst>
            <pc:docMk/>
            <pc:sldMk cId="1449988545" sldId="2147483385"/>
            <ac:spMk id="42" creationId="{16311588-8E9D-F180-AC71-F597BEF608AE}"/>
          </ac:spMkLst>
        </pc:spChg>
        <pc:spChg chg="mod topLvl">
          <ac:chgData name="Daichi Kawaguchi" userId="39803997058_tp_box_2" providerId="OAuth2" clId="{0EA2D1D5-1A4A-4DDE-98D0-B129D135DBAE}" dt="2025-10-29T04:16:16.095" v="1066" actId="12789"/>
          <ac:spMkLst>
            <pc:docMk/>
            <pc:sldMk cId="1449988545" sldId="2147483385"/>
            <ac:spMk id="43" creationId="{498F28A3-CF66-0F24-7F66-9EBC2EE229BB}"/>
          </ac:spMkLst>
        </pc:spChg>
        <pc:spChg chg="mod topLvl">
          <ac:chgData name="Daichi Kawaguchi" userId="39803997058_tp_box_2" providerId="OAuth2" clId="{0EA2D1D5-1A4A-4DDE-98D0-B129D135DBAE}" dt="2025-10-29T04:16:20.540" v="1067" actId="12789"/>
          <ac:spMkLst>
            <pc:docMk/>
            <pc:sldMk cId="1449988545" sldId="2147483385"/>
            <ac:spMk id="44" creationId="{DE31D57B-7912-0CF1-F71C-01EFB9EB1588}"/>
          </ac:spMkLst>
        </pc:spChg>
        <pc:spChg chg="mod topLvl">
          <ac:chgData name="Daichi Kawaguchi" userId="39803997058_tp_box_2" providerId="OAuth2" clId="{0EA2D1D5-1A4A-4DDE-98D0-B129D135DBAE}" dt="2025-10-29T04:16:20.540" v="1067" actId="12789"/>
          <ac:spMkLst>
            <pc:docMk/>
            <pc:sldMk cId="1449988545" sldId="2147483385"/>
            <ac:spMk id="45" creationId="{C0E4E31A-536B-FDEC-F0DB-5B76856D93D9}"/>
          </ac:spMkLst>
        </pc:spChg>
        <pc:spChg chg="mod">
          <ac:chgData name="Daichi Kawaguchi" userId="39803997058_tp_box_2" providerId="OAuth2" clId="{0EA2D1D5-1A4A-4DDE-98D0-B129D135DBAE}" dt="2025-10-29T04:16:23.840" v="1068" actId="12789"/>
          <ac:spMkLst>
            <pc:docMk/>
            <pc:sldMk cId="1449988545" sldId="2147483385"/>
            <ac:spMk id="46" creationId="{4C94442B-BF57-14CF-DC12-2E7A40152FDD}"/>
          </ac:spMkLst>
        </pc:spChg>
        <pc:spChg chg="mod topLvl">
          <ac:chgData name="Daichi Kawaguchi" userId="39803997058_tp_box_2" providerId="OAuth2" clId="{0EA2D1D5-1A4A-4DDE-98D0-B129D135DBAE}" dt="2025-10-29T04:16:23.840" v="1068" actId="12789"/>
          <ac:spMkLst>
            <pc:docMk/>
            <pc:sldMk cId="1449988545" sldId="2147483385"/>
            <ac:spMk id="47" creationId="{F01C1D3E-2D5B-7A5C-EFD0-C9478438ADDB}"/>
          </ac:spMkLst>
        </pc:spChg>
        <pc:spChg chg="mod topLvl">
          <ac:chgData name="Daichi Kawaguchi" userId="39803997058_tp_box_2" providerId="OAuth2" clId="{0EA2D1D5-1A4A-4DDE-98D0-B129D135DBAE}" dt="2025-10-29T04:15:32.996" v="981" actId="12789"/>
          <ac:spMkLst>
            <pc:docMk/>
            <pc:sldMk cId="1449988545" sldId="2147483385"/>
            <ac:spMk id="48" creationId="{BD15C1C9-6D16-2D11-8CFF-A7B473B04FCA}"/>
          </ac:spMkLst>
        </pc:spChg>
        <pc:spChg chg="mod topLvl">
          <ac:chgData name="Daichi Kawaguchi" userId="39803997058_tp_box_2" providerId="OAuth2" clId="{0EA2D1D5-1A4A-4DDE-98D0-B129D135DBAE}" dt="2025-10-29T04:15:32.996" v="981" actId="12789"/>
          <ac:spMkLst>
            <pc:docMk/>
            <pc:sldMk cId="1449988545" sldId="2147483385"/>
            <ac:spMk id="49" creationId="{8DED2E01-DA0E-8657-562B-797A6CCA48DE}"/>
          </ac:spMkLst>
        </pc:spChg>
        <pc:spChg chg="mod">
          <ac:chgData name="Daichi Kawaguchi" userId="39803997058_tp_box_2" providerId="OAuth2" clId="{0EA2D1D5-1A4A-4DDE-98D0-B129D135DBAE}" dt="2025-10-29T04:15:29.043" v="980" actId="12789"/>
          <ac:spMkLst>
            <pc:docMk/>
            <pc:sldMk cId="1449988545" sldId="2147483385"/>
            <ac:spMk id="50" creationId="{6864565B-AAA5-825D-E0A4-9657BCA50DA6}"/>
          </ac:spMkLst>
        </pc:spChg>
        <pc:spChg chg="mod">
          <ac:chgData name="Daichi Kawaguchi" userId="39803997058_tp_box_2" providerId="OAuth2" clId="{0EA2D1D5-1A4A-4DDE-98D0-B129D135DBAE}" dt="2025-10-29T04:15:29.043" v="980" actId="12789"/>
          <ac:spMkLst>
            <pc:docMk/>
            <pc:sldMk cId="1449988545" sldId="2147483385"/>
            <ac:spMk id="51" creationId="{29E16A38-53F4-E71D-5B61-54C0FB26BB14}"/>
          </ac:spMkLst>
        </pc:spChg>
        <pc:spChg chg="mod">
          <ac:chgData name="Daichi Kawaguchi" userId="39803997058_tp_box_2" providerId="OAuth2" clId="{0EA2D1D5-1A4A-4DDE-98D0-B129D135DBAE}" dt="2025-10-29T04:15:02.974" v="947" actId="12789"/>
          <ac:spMkLst>
            <pc:docMk/>
            <pc:sldMk cId="1449988545" sldId="2147483385"/>
            <ac:spMk id="52" creationId="{4F43B5F0-A483-87EC-5D7F-E40FBEA1E680}"/>
          </ac:spMkLst>
        </pc:spChg>
        <pc:spChg chg="mod topLvl">
          <ac:chgData name="Daichi Kawaguchi" userId="39803997058_tp_box_2" providerId="OAuth2" clId="{0EA2D1D5-1A4A-4DDE-98D0-B129D135DBAE}" dt="2025-10-29T04:15:23.665" v="979" actId="553"/>
          <ac:spMkLst>
            <pc:docMk/>
            <pc:sldMk cId="1449988545" sldId="2147483385"/>
            <ac:spMk id="53" creationId="{22D8DF70-AF97-C932-ADFE-52CA571AD12D}"/>
          </ac:spMkLst>
        </pc:spChg>
        <pc:spChg chg="mod topLvl">
          <ac:chgData name="Daichi Kawaguchi" userId="39803997058_tp_box_2" providerId="OAuth2" clId="{0EA2D1D5-1A4A-4DDE-98D0-B129D135DBAE}" dt="2025-10-29T04:13:13.202" v="930" actId="164"/>
          <ac:spMkLst>
            <pc:docMk/>
            <pc:sldMk cId="1449988545" sldId="2147483385"/>
            <ac:spMk id="54" creationId="{36D0CD72-5EEF-EA3F-F4AB-50C7F1B276C0}"/>
          </ac:spMkLst>
        </pc:spChg>
        <pc:spChg chg="mod topLvl">
          <ac:chgData name="Daichi Kawaguchi" userId="39803997058_tp_box_2" providerId="OAuth2" clId="{0EA2D1D5-1A4A-4DDE-98D0-B129D135DBAE}" dt="2025-10-29T04:13:01.362" v="929" actId="164"/>
          <ac:spMkLst>
            <pc:docMk/>
            <pc:sldMk cId="1449988545" sldId="2147483385"/>
            <ac:spMk id="56" creationId="{606B9A34-8D32-FC84-8F5B-59934140120E}"/>
          </ac:spMkLst>
        </pc:spChg>
        <pc:grpChg chg="del">
          <ac:chgData name="Daichi Kawaguchi" userId="39803997058_tp_box_2" providerId="OAuth2" clId="{0EA2D1D5-1A4A-4DDE-98D0-B129D135DBAE}" dt="2025-10-29T04:10:08.993" v="895" actId="165"/>
          <ac:grpSpMkLst>
            <pc:docMk/>
            <pc:sldMk cId="1449988545" sldId="2147483385"/>
            <ac:grpSpMk id="11" creationId="{88757283-0598-C368-A02D-22C138902628}"/>
          </ac:grpSpMkLst>
        </pc:grpChg>
        <pc:grpChg chg="del mod">
          <ac:chgData name="Daichi Kawaguchi" userId="39803997058_tp_box_2" providerId="OAuth2" clId="{0EA2D1D5-1A4A-4DDE-98D0-B129D135DBAE}" dt="2025-10-29T04:11:18.662" v="909" actId="165"/>
          <ac:grpSpMkLst>
            <pc:docMk/>
            <pc:sldMk cId="1449988545" sldId="2147483385"/>
            <ac:grpSpMk id="12" creationId="{4B03C8AA-756D-5BA5-E7C4-4D6B9D3DB696}"/>
          </ac:grpSpMkLst>
        </pc:grpChg>
        <pc:grpChg chg="add del mod">
          <ac:chgData name="Daichi Kawaguchi" userId="39803997058_tp_box_2" providerId="OAuth2" clId="{0EA2D1D5-1A4A-4DDE-98D0-B129D135DBAE}" dt="2025-10-29T04:12:38.916" v="927" actId="165"/>
          <ac:grpSpMkLst>
            <pc:docMk/>
            <pc:sldMk cId="1449988545" sldId="2147483385"/>
            <ac:grpSpMk id="58" creationId="{129B4397-ED19-362F-59C7-AEC58C41C641}"/>
          </ac:grpSpMkLst>
        </pc:grpChg>
        <pc:grpChg chg="add mod">
          <ac:chgData name="Daichi Kawaguchi" userId="39803997058_tp_box_2" providerId="OAuth2" clId="{0EA2D1D5-1A4A-4DDE-98D0-B129D135DBAE}" dt="2025-10-29T04:13:01.362" v="929" actId="164"/>
          <ac:grpSpMkLst>
            <pc:docMk/>
            <pc:sldMk cId="1449988545" sldId="2147483385"/>
            <ac:grpSpMk id="59" creationId="{3346F3F3-FDEC-98C4-7815-34E38CF705D0}"/>
          </ac:grpSpMkLst>
        </pc:grpChg>
        <pc:grpChg chg="add mod">
          <ac:chgData name="Daichi Kawaguchi" userId="39803997058_tp_box_2" providerId="OAuth2" clId="{0EA2D1D5-1A4A-4DDE-98D0-B129D135DBAE}" dt="2025-10-29T04:13:13.202" v="930" actId="164"/>
          <ac:grpSpMkLst>
            <pc:docMk/>
            <pc:sldMk cId="1449988545" sldId="2147483385"/>
            <ac:grpSpMk id="60" creationId="{57C558FB-99A6-1B51-6ACA-9B88B6C05405}"/>
          </ac:grpSpMkLst>
        </pc:grpChg>
        <pc:cxnChg chg="mod">
          <ac:chgData name="Daichi Kawaguchi" userId="39803997058_tp_box_2" providerId="OAuth2" clId="{0EA2D1D5-1A4A-4DDE-98D0-B129D135DBAE}" dt="2025-10-29T04:43:18.753" v="1264" actId="553"/>
          <ac:cxnSpMkLst>
            <pc:docMk/>
            <pc:sldMk cId="1449988545" sldId="2147483385"/>
            <ac:cxnSpMk id="27" creationId="{F1C1F9E3-4EE4-674D-8513-94D8285631E4}"/>
          </ac:cxnSpMkLst>
        </pc:cxnChg>
        <pc:cxnChg chg="mod">
          <ac:chgData name="Daichi Kawaguchi" userId="39803997058_tp_box_2" providerId="OAuth2" clId="{0EA2D1D5-1A4A-4DDE-98D0-B129D135DBAE}" dt="2025-10-29T04:43:18.753" v="1264" actId="553"/>
          <ac:cxnSpMkLst>
            <pc:docMk/>
            <pc:sldMk cId="1449988545" sldId="2147483385"/>
            <ac:cxnSpMk id="28" creationId="{27EC4A2C-540F-A0EB-7E0C-4055A5ED833E}"/>
          </ac:cxnSpMkLst>
        </pc:cxnChg>
        <pc:cxnChg chg="mod">
          <ac:chgData name="Daichi Kawaguchi" userId="39803997058_tp_box_2" providerId="OAuth2" clId="{0EA2D1D5-1A4A-4DDE-98D0-B129D135DBAE}" dt="2025-10-29T04:43:18.753" v="1264" actId="553"/>
          <ac:cxnSpMkLst>
            <pc:docMk/>
            <pc:sldMk cId="1449988545" sldId="2147483385"/>
            <ac:cxnSpMk id="29" creationId="{C5601089-BE7C-20F8-769B-22D0ACC4BAA8}"/>
          </ac:cxnSpMkLst>
        </pc:cxnChg>
        <pc:cxnChg chg="mod">
          <ac:chgData name="Daichi Kawaguchi" userId="39803997058_tp_box_2" providerId="OAuth2" clId="{0EA2D1D5-1A4A-4DDE-98D0-B129D135DBAE}" dt="2025-10-29T04:43:18.753" v="1264" actId="553"/>
          <ac:cxnSpMkLst>
            <pc:docMk/>
            <pc:sldMk cId="1449988545" sldId="2147483385"/>
            <ac:cxnSpMk id="30" creationId="{A56F5239-E1C1-2962-C2E0-65819036E6B4}"/>
          </ac:cxnSpMkLst>
        </pc:cxnChg>
        <pc:cxnChg chg="mod">
          <ac:chgData name="Daichi Kawaguchi" userId="39803997058_tp_box_2" providerId="OAuth2" clId="{0EA2D1D5-1A4A-4DDE-98D0-B129D135DBAE}" dt="2025-10-29T04:43:18.753" v="1264" actId="553"/>
          <ac:cxnSpMkLst>
            <pc:docMk/>
            <pc:sldMk cId="1449988545" sldId="2147483385"/>
            <ac:cxnSpMk id="31" creationId="{3DFFDDD1-28D8-147F-013B-B07A53B3E6B6}"/>
          </ac:cxnSpMkLst>
        </pc:cxnChg>
        <pc:cxnChg chg="mod">
          <ac:chgData name="Daichi Kawaguchi" userId="39803997058_tp_box_2" providerId="OAuth2" clId="{0EA2D1D5-1A4A-4DDE-98D0-B129D135DBAE}" dt="2025-10-29T04:43:18.753" v="1264" actId="553"/>
          <ac:cxnSpMkLst>
            <pc:docMk/>
            <pc:sldMk cId="1449988545" sldId="2147483385"/>
            <ac:cxnSpMk id="32" creationId="{7F560629-3B60-A7D2-170D-19750305F3F6}"/>
          </ac:cxnSpMkLst>
        </pc:cxnChg>
        <pc:cxnChg chg="del mod">
          <ac:chgData name="Daichi Kawaguchi" userId="39803997058_tp_box_2" providerId="OAuth2" clId="{0EA2D1D5-1A4A-4DDE-98D0-B129D135DBAE}" dt="2025-10-29T04:43:22.771" v="1265" actId="478"/>
          <ac:cxnSpMkLst>
            <pc:docMk/>
            <pc:sldMk cId="1449988545" sldId="2147483385"/>
            <ac:cxnSpMk id="33" creationId="{03859086-A5A1-138B-9ED5-FB253DCBE511}"/>
          </ac:cxnSpMkLst>
        </pc:cxnChg>
        <pc:cxnChg chg="mod topLvl">
          <ac:chgData name="Daichi Kawaguchi" userId="39803997058_tp_box_2" providerId="OAuth2" clId="{0EA2D1D5-1A4A-4DDE-98D0-B129D135DBAE}" dt="2025-10-29T04:13:13.202" v="930" actId="164"/>
          <ac:cxnSpMkLst>
            <pc:docMk/>
            <pc:sldMk cId="1449988545" sldId="2147483385"/>
            <ac:cxnSpMk id="55" creationId="{E1B43738-C44C-7402-A6F4-7E57A6B86C15}"/>
          </ac:cxnSpMkLst>
        </pc:cxnChg>
        <pc:cxnChg chg="mod topLvl">
          <ac:chgData name="Daichi Kawaguchi" userId="39803997058_tp_box_2" providerId="OAuth2" clId="{0EA2D1D5-1A4A-4DDE-98D0-B129D135DBAE}" dt="2025-10-29T04:13:01.362" v="929" actId="164"/>
          <ac:cxnSpMkLst>
            <pc:docMk/>
            <pc:sldMk cId="1449988545" sldId="2147483385"/>
            <ac:cxnSpMk id="57" creationId="{D2C86840-4100-E899-E3B5-A7048520B507}"/>
          </ac:cxnSpMkLst>
        </pc:cxnChg>
      </pc:sldChg>
      <pc:sldChg chg="add">
        <pc:chgData name="Daichi Kawaguchi" userId="39803997058_tp_box_2" providerId="OAuth2" clId="{0EA2D1D5-1A4A-4DDE-98D0-B129D135DBAE}" dt="2025-10-29T14:05:47.420" v="3495"/>
        <pc:sldMkLst>
          <pc:docMk/>
          <pc:sldMk cId="149779530" sldId="2147483386"/>
        </pc:sldMkLst>
      </pc:sldChg>
      <pc:sldChg chg="addSp delSp modSp add del mod">
        <pc:chgData name="Daichi Kawaguchi" userId="39803997058_tp_box_2" providerId="OAuth2" clId="{0EA2D1D5-1A4A-4DDE-98D0-B129D135DBAE}" dt="2025-10-29T14:05:40.456" v="3494" actId="2696"/>
        <pc:sldMkLst>
          <pc:docMk/>
          <pc:sldMk cId="502578177" sldId="2147483386"/>
        </pc:sldMkLst>
        <pc:spChg chg="mod">
          <ac:chgData name="Daichi Kawaguchi" userId="39803997058_tp_box_2" providerId="OAuth2" clId="{0EA2D1D5-1A4A-4DDE-98D0-B129D135DBAE}" dt="2025-10-29T04:53:38.696" v="1272"/>
          <ac:spMkLst>
            <pc:docMk/>
            <pc:sldMk cId="502578177" sldId="2147483386"/>
            <ac:spMk id="2" creationId="{DBB14554-7880-E523-EA4D-66275876D660}"/>
          </ac:spMkLst>
        </pc:spChg>
        <pc:spChg chg="mod">
          <ac:chgData name="Daichi Kawaguchi" userId="39803997058_tp_box_2" providerId="OAuth2" clId="{0EA2D1D5-1A4A-4DDE-98D0-B129D135DBAE}" dt="2025-10-29T04:53:53.282" v="1276" actId="20577"/>
          <ac:spMkLst>
            <pc:docMk/>
            <pc:sldMk cId="502578177" sldId="2147483386"/>
            <ac:spMk id="4" creationId="{7D8C92BE-2420-7641-3A60-FE52054A19DA}"/>
          </ac:spMkLst>
        </pc:spChg>
        <pc:spChg chg="add mod">
          <ac:chgData name="Daichi Kawaguchi" userId="39803997058_tp_box_2" providerId="OAuth2" clId="{0EA2D1D5-1A4A-4DDE-98D0-B129D135DBAE}" dt="2025-10-29T04:55:01.187" v="1283"/>
          <ac:spMkLst>
            <pc:docMk/>
            <pc:sldMk cId="502578177" sldId="2147483386"/>
            <ac:spMk id="12" creationId="{AEF4665C-0A0B-36A7-6547-5B0387E8B672}"/>
          </ac:spMkLst>
        </pc:spChg>
        <pc:spChg chg="add mod">
          <ac:chgData name="Daichi Kawaguchi" userId="39803997058_tp_box_2" providerId="OAuth2" clId="{0EA2D1D5-1A4A-4DDE-98D0-B129D135DBAE}" dt="2025-10-29T04:55:01.187" v="1283"/>
          <ac:spMkLst>
            <pc:docMk/>
            <pc:sldMk cId="502578177" sldId="2147483386"/>
            <ac:spMk id="14" creationId="{D2C7B2A3-D87C-C9B5-C30A-27FD13510C89}"/>
          </ac:spMkLst>
        </pc:spChg>
        <pc:spChg chg="add mod">
          <ac:chgData name="Daichi Kawaguchi" userId="39803997058_tp_box_2" providerId="OAuth2" clId="{0EA2D1D5-1A4A-4DDE-98D0-B129D135DBAE}" dt="2025-10-29T04:55:01.187" v="1283"/>
          <ac:spMkLst>
            <pc:docMk/>
            <pc:sldMk cId="502578177" sldId="2147483386"/>
            <ac:spMk id="16" creationId="{339C9AF4-58C3-07D9-3C53-578A07654E49}"/>
          </ac:spMkLst>
        </pc:spChg>
        <pc:spChg chg="del">
          <ac:chgData name="Daichi Kawaguchi" userId="39803997058_tp_box_2" providerId="OAuth2" clId="{0EA2D1D5-1A4A-4DDE-98D0-B129D135DBAE}" dt="2025-10-29T04:55:00.592" v="1282" actId="478"/>
          <ac:spMkLst>
            <pc:docMk/>
            <pc:sldMk cId="502578177" sldId="2147483386"/>
            <ac:spMk id="25" creationId="{D5836FAE-9277-8A98-13DE-F975A91C94BC}"/>
          </ac:spMkLst>
        </pc:spChg>
        <pc:spChg chg="del">
          <ac:chgData name="Daichi Kawaguchi" userId="39803997058_tp_box_2" providerId="OAuth2" clId="{0EA2D1D5-1A4A-4DDE-98D0-B129D135DBAE}" dt="2025-10-29T04:55:00.592" v="1282" actId="478"/>
          <ac:spMkLst>
            <pc:docMk/>
            <pc:sldMk cId="502578177" sldId="2147483386"/>
            <ac:spMk id="37" creationId="{94886125-87CE-AB95-620E-32291D2411F7}"/>
          </ac:spMkLst>
        </pc:spChg>
        <pc:spChg chg="del">
          <ac:chgData name="Daichi Kawaguchi" userId="39803997058_tp_box_2" providerId="OAuth2" clId="{0EA2D1D5-1A4A-4DDE-98D0-B129D135DBAE}" dt="2025-10-29T04:55:00.592" v="1282" actId="478"/>
          <ac:spMkLst>
            <pc:docMk/>
            <pc:sldMk cId="502578177" sldId="2147483386"/>
            <ac:spMk id="39" creationId="{4B34857E-CA19-6293-1F71-C71030217F88}"/>
          </ac:spMkLst>
        </pc:spChg>
        <pc:spChg chg="del">
          <ac:chgData name="Daichi Kawaguchi" userId="39803997058_tp_box_2" providerId="OAuth2" clId="{0EA2D1D5-1A4A-4DDE-98D0-B129D135DBAE}" dt="2025-10-29T04:55:00.592" v="1282" actId="478"/>
          <ac:spMkLst>
            <pc:docMk/>
            <pc:sldMk cId="502578177" sldId="2147483386"/>
            <ac:spMk id="42" creationId="{F99BC574-4126-BE95-646D-3F76DE621664}"/>
          </ac:spMkLst>
        </pc:spChg>
        <pc:spChg chg="del">
          <ac:chgData name="Daichi Kawaguchi" userId="39803997058_tp_box_2" providerId="OAuth2" clId="{0EA2D1D5-1A4A-4DDE-98D0-B129D135DBAE}" dt="2025-10-29T04:55:00.592" v="1282" actId="478"/>
          <ac:spMkLst>
            <pc:docMk/>
            <pc:sldMk cId="502578177" sldId="2147483386"/>
            <ac:spMk id="43" creationId="{3BD181B7-5450-DBA8-0017-48913B7B51C8}"/>
          </ac:spMkLst>
        </pc:spChg>
        <pc:spChg chg="del">
          <ac:chgData name="Daichi Kawaguchi" userId="39803997058_tp_box_2" providerId="OAuth2" clId="{0EA2D1D5-1A4A-4DDE-98D0-B129D135DBAE}" dt="2025-10-29T04:55:00.592" v="1282" actId="478"/>
          <ac:spMkLst>
            <pc:docMk/>
            <pc:sldMk cId="502578177" sldId="2147483386"/>
            <ac:spMk id="45" creationId="{B356B6E9-5AD2-41D6-13AB-A46AD585BF03}"/>
          </ac:spMkLst>
        </pc:spChg>
        <pc:spChg chg="del">
          <ac:chgData name="Daichi Kawaguchi" userId="39803997058_tp_box_2" providerId="OAuth2" clId="{0EA2D1D5-1A4A-4DDE-98D0-B129D135DBAE}" dt="2025-10-29T04:55:00.592" v="1282" actId="478"/>
          <ac:spMkLst>
            <pc:docMk/>
            <pc:sldMk cId="502578177" sldId="2147483386"/>
            <ac:spMk id="47" creationId="{7620DFEA-3A89-2D7D-6F6E-3D6A6B9521E5}"/>
          </ac:spMkLst>
        </pc:spChg>
        <pc:spChg chg="del">
          <ac:chgData name="Daichi Kawaguchi" userId="39803997058_tp_box_2" providerId="OAuth2" clId="{0EA2D1D5-1A4A-4DDE-98D0-B129D135DBAE}" dt="2025-10-29T04:55:00.592" v="1282" actId="478"/>
          <ac:spMkLst>
            <pc:docMk/>
            <pc:sldMk cId="502578177" sldId="2147483386"/>
            <ac:spMk id="48" creationId="{1DB7E828-0D96-8471-3DE0-B04069C844C1}"/>
          </ac:spMkLst>
        </pc:spChg>
        <pc:spChg chg="del">
          <ac:chgData name="Daichi Kawaguchi" userId="39803997058_tp_box_2" providerId="OAuth2" clId="{0EA2D1D5-1A4A-4DDE-98D0-B129D135DBAE}" dt="2025-10-29T04:55:00.592" v="1282" actId="478"/>
          <ac:spMkLst>
            <pc:docMk/>
            <pc:sldMk cId="502578177" sldId="2147483386"/>
            <ac:spMk id="49" creationId="{C02E4686-ABF3-659E-5159-546D9FBD694E}"/>
          </ac:spMkLst>
        </pc:spChg>
        <pc:spChg chg="del">
          <ac:chgData name="Daichi Kawaguchi" userId="39803997058_tp_box_2" providerId="OAuth2" clId="{0EA2D1D5-1A4A-4DDE-98D0-B129D135DBAE}" dt="2025-10-29T04:55:00.592" v="1282" actId="478"/>
          <ac:spMkLst>
            <pc:docMk/>
            <pc:sldMk cId="502578177" sldId="2147483386"/>
            <ac:spMk id="53" creationId="{34DD8C33-6721-54F2-E505-40E479A72D21}"/>
          </ac:spMkLst>
        </pc:spChg>
        <pc:spChg chg="add mod">
          <ac:chgData name="Daichi Kawaguchi" userId="39803997058_tp_box_2" providerId="OAuth2" clId="{0EA2D1D5-1A4A-4DDE-98D0-B129D135DBAE}" dt="2025-10-29T04:55:01.187" v="1283"/>
          <ac:spMkLst>
            <pc:docMk/>
            <pc:sldMk cId="502578177" sldId="2147483386"/>
            <ac:spMk id="61" creationId="{4721BF43-9163-C434-DB9E-28C2881F8171}"/>
          </ac:spMkLst>
        </pc:spChg>
        <pc:spChg chg="add mod">
          <ac:chgData name="Daichi Kawaguchi" userId="39803997058_tp_box_2" providerId="OAuth2" clId="{0EA2D1D5-1A4A-4DDE-98D0-B129D135DBAE}" dt="2025-10-29T04:55:01.187" v="1283"/>
          <ac:spMkLst>
            <pc:docMk/>
            <pc:sldMk cId="502578177" sldId="2147483386"/>
            <ac:spMk id="68" creationId="{4299F053-EC4A-DBB3-A37D-B6AC9867CC82}"/>
          </ac:spMkLst>
        </pc:spChg>
        <pc:spChg chg="add mod">
          <ac:chgData name="Daichi Kawaguchi" userId="39803997058_tp_box_2" providerId="OAuth2" clId="{0EA2D1D5-1A4A-4DDE-98D0-B129D135DBAE}" dt="2025-10-29T04:55:01.187" v="1283"/>
          <ac:spMkLst>
            <pc:docMk/>
            <pc:sldMk cId="502578177" sldId="2147483386"/>
            <ac:spMk id="85" creationId="{F091D10D-226D-A70C-11BB-1C35BDCB7139}"/>
          </ac:spMkLst>
        </pc:spChg>
        <pc:spChg chg="add mod">
          <ac:chgData name="Daichi Kawaguchi" userId="39803997058_tp_box_2" providerId="OAuth2" clId="{0EA2D1D5-1A4A-4DDE-98D0-B129D135DBAE}" dt="2025-10-29T04:55:01.187" v="1283"/>
          <ac:spMkLst>
            <pc:docMk/>
            <pc:sldMk cId="502578177" sldId="2147483386"/>
            <ac:spMk id="107" creationId="{5A2178E6-8A01-15D8-9315-5F464A04AB22}"/>
          </ac:spMkLst>
        </pc:spChg>
        <pc:spChg chg="add mod">
          <ac:chgData name="Daichi Kawaguchi" userId="39803997058_tp_box_2" providerId="OAuth2" clId="{0EA2D1D5-1A4A-4DDE-98D0-B129D135DBAE}" dt="2025-10-29T04:55:01.187" v="1283"/>
          <ac:spMkLst>
            <pc:docMk/>
            <pc:sldMk cId="502578177" sldId="2147483386"/>
            <ac:spMk id="120" creationId="{50E76D12-DB9D-11E3-B842-C4B18862AB68}"/>
          </ac:spMkLst>
        </pc:spChg>
        <pc:spChg chg="add mod">
          <ac:chgData name="Daichi Kawaguchi" userId="39803997058_tp_box_2" providerId="OAuth2" clId="{0EA2D1D5-1A4A-4DDE-98D0-B129D135DBAE}" dt="2025-10-29T04:55:01.187" v="1283"/>
          <ac:spMkLst>
            <pc:docMk/>
            <pc:sldMk cId="502578177" sldId="2147483386"/>
            <ac:spMk id="130" creationId="{5A3F827E-D41C-881E-FF0B-DDF3AFECC1BC}"/>
          </ac:spMkLst>
        </pc:spChg>
        <pc:spChg chg="mod">
          <ac:chgData name="Daichi Kawaguchi" userId="39803997058_tp_box_2" providerId="OAuth2" clId="{0EA2D1D5-1A4A-4DDE-98D0-B129D135DBAE}" dt="2025-10-29T04:55:01.187" v="1283"/>
          <ac:spMkLst>
            <pc:docMk/>
            <pc:sldMk cId="502578177" sldId="2147483386"/>
            <ac:spMk id="135" creationId="{95E57D1B-A43B-5B9A-594F-B2FC17EF9590}"/>
          </ac:spMkLst>
        </pc:spChg>
      </pc:sldChg>
      <pc:sldChg chg="add del">
        <pc:chgData name="Daichi Kawaguchi" userId="39803997058_tp_box_2" providerId="OAuth2" clId="{0EA2D1D5-1A4A-4DDE-98D0-B129D135DBAE}" dt="2025-10-29T04:55:07.707" v="1285" actId="47"/>
        <pc:sldMkLst>
          <pc:docMk/>
          <pc:sldMk cId="2177041319" sldId="2147483387"/>
        </pc:sldMkLst>
      </pc:sldChg>
      <pc:sldChg chg="addSp delSp modSp add mod">
        <pc:chgData name="Daichi Kawaguchi" userId="39803997058_tp_box_2" providerId="OAuth2" clId="{0EA2D1D5-1A4A-4DDE-98D0-B129D135DBAE}" dt="2025-10-29T05:05:18.419" v="1563" actId="555"/>
        <pc:sldMkLst>
          <pc:docMk/>
          <pc:sldMk cId="2356554366" sldId="2147483387"/>
        </pc:sldMkLst>
        <pc:spChg chg="mod">
          <ac:chgData name="Daichi Kawaguchi" userId="39803997058_tp_box_2" providerId="OAuth2" clId="{0EA2D1D5-1A4A-4DDE-98D0-B129D135DBAE}" dt="2025-10-29T04:55:17.717" v="1287"/>
          <ac:spMkLst>
            <pc:docMk/>
            <pc:sldMk cId="2356554366" sldId="2147483387"/>
            <ac:spMk id="2" creationId="{15E632C2-1128-3E83-1B03-13298F4C8EE8}"/>
          </ac:spMkLst>
        </pc:spChg>
        <pc:spChg chg="del">
          <ac:chgData name="Daichi Kawaguchi" userId="39803997058_tp_box_2" providerId="OAuth2" clId="{0EA2D1D5-1A4A-4DDE-98D0-B129D135DBAE}" dt="2025-10-29T05:04:29.656" v="1542" actId="478"/>
          <ac:spMkLst>
            <pc:docMk/>
            <pc:sldMk cId="2356554366" sldId="2147483387"/>
            <ac:spMk id="3" creationId="{100ADB53-E654-79C8-7732-27B788813F4B}"/>
          </ac:spMkLst>
        </pc:spChg>
        <pc:spChg chg="mod">
          <ac:chgData name="Daichi Kawaguchi" userId="39803997058_tp_box_2" providerId="OAuth2" clId="{0EA2D1D5-1A4A-4DDE-98D0-B129D135DBAE}" dt="2025-10-29T04:55:27.551" v="1289" actId="20577"/>
          <ac:spMkLst>
            <pc:docMk/>
            <pc:sldMk cId="2356554366" sldId="2147483387"/>
            <ac:spMk id="4" creationId="{DFDB91A5-5B89-7489-F70E-A32CD7379E1C}"/>
          </ac:spMkLst>
        </pc:spChg>
        <pc:spChg chg="del">
          <ac:chgData name="Daichi Kawaguchi" userId="39803997058_tp_box_2" providerId="OAuth2" clId="{0EA2D1D5-1A4A-4DDE-98D0-B129D135DBAE}" dt="2025-10-29T04:55:39.762" v="1290" actId="478"/>
          <ac:spMkLst>
            <pc:docMk/>
            <pc:sldMk cId="2356554366" sldId="2147483387"/>
            <ac:spMk id="10" creationId="{E272FB30-2163-3087-4A64-BF1CB7CDB932}"/>
          </ac:spMkLst>
        </pc:spChg>
        <pc:spChg chg="del">
          <ac:chgData name="Daichi Kawaguchi" userId="39803997058_tp_box_2" providerId="OAuth2" clId="{0EA2D1D5-1A4A-4DDE-98D0-B129D135DBAE}" dt="2025-10-29T04:55:39.762" v="1290" actId="478"/>
          <ac:spMkLst>
            <pc:docMk/>
            <pc:sldMk cId="2356554366" sldId="2147483387"/>
            <ac:spMk id="12" creationId="{C8166ADF-6F75-48FB-5769-0FB0C0C5989D}"/>
          </ac:spMkLst>
        </pc:spChg>
        <pc:spChg chg="mod">
          <ac:chgData name="Daichi Kawaguchi" userId="39803997058_tp_box_2" providerId="OAuth2" clId="{0EA2D1D5-1A4A-4DDE-98D0-B129D135DBAE}" dt="2025-10-29T05:03:05.692" v="1450" actId="164"/>
          <ac:spMkLst>
            <pc:docMk/>
            <pc:sldMk cId="2356554366" sldId="2147483387"/>
            <ac:spMk id="21" creationId="{2F023E5F-28A8-F929-BBAC-06F0DFC57B7B}"/>
          </ac:spMkLst>
        </pc:spChg>
        <pc:spChg chg="mod">
          <ac:chgData name="Daichi Kawaguchi" userId="39803997058_tp_box_2" providerId="OAuth2" clId="{0EA2D1D5-1A4A-4DDE-98D0-B129D135DBAE}" dt="2025-10-29T05:03:05.692" v="1450" actId="164"/>
          <ac:spMkLst>
            <pc:docMk/>
            <pc:sldMk cId="2356554366" sldId="2147483387"/>
            <ac:spMk id="22" creationId="{87C4E8A8-867E-F1E7-26F9-E72AF8BC3A57}"/>
          </ac:spMkLst>
        </pc:spChg>
        <pc:spChg chg="mod">
          <ac:chgData name="Daichi Kawaguchi" userId="39803997058_tp_box_2" providerId="OAuth2" clId="{0EA2D1D5-1A4A-4DDE-98D0-B129D135DBAE}" dt="2025-10-29T05:03:05.692" v="1450" actId="164"/>
          <ac:spMkLst>
            <pc:docMk/>
            <pc:sldMk cId="2356554366" sldId="2147483387"/>
            <ac:spMk id="23" creationId="{5E5B437B-D281-6327-2888-0473D666DE31}"/>
          </ac:spMkLst>
        </pc:spChg>
        <pc:spChg chg="mod">
          <ac:chgData name="Daichi Kawaguchi" userId="39803997058_tp_box_2" providerId="OAuth2" clId="{0EA2D1D5-1A4A-4DDE-98D0-B129D135DBAE}" dt="2025-10-29T05:03:05.692" v="1450" actId="164"/>
          <ac:spMkLst>
            <pc:docMk/>
            <pc:sldMk cId="2356554366" sldId="2147483387"/>
            <ac:spMk id="24" creationId="{8880321A-F6BF-7996-2F90-30AE38919061}"/>
          </ac:spMkLst>
        </pc:spChg>
        <pc:spChg chg="mod">
          <ac:chgData name="Daichi Kawaguchi" userId="39803997058_tp_box_2" providerId="OAuth2" clId="{0EA2D1D5-1A4A-4DDE-98D0-B129D135DBAE}" dt="2025-10-29T05:03:05.692" v="1450" actId="164"/>
          <ac:spMkLst>
            <pc:docMk/>
            <pc:sldMk cId="2356554366" sldId="2147483387"/>
            <ac:spMk id="25" creationId="{D600CFE7-0645-BEAC-A031-658092EFA112}"/>
          </ac:spMkLst>
        </pc:spChg>
        <pc:spChg chg="mod topLvl">
          <ac:chgData name="Daichi Kawaguchi" userId="39803997058_tp_box_2" providerId="OAuth2" clId="{0EA2D1D5-1A4A-4DDE-98D0-B129D135DBAE}" dt="2025-10-29T05:03:05.692" v="1450" actId="164"/>
          <ac:spMkLst>
            <pc:docMk/>
            <pc:sldMk cId="2356554366" sldId="2147483387"/>
            <ac:spMk id="26" creationId="{8470A749-C31A-554B-B887-C5F644458847}"/>
          </ac:spMkLst>
        </pc:spChg>
        <pc:spChg chg="mod">
          <ac:chgData name="Daichi Kawaguchi" userId="39803997058_tp_box_2" providerId="OAuth2" clId="{0EA2D1D5-1A4A-4DDE-98D0-B129D135DBAE}" dt="2025-10-29T05:03:05.692" v="1450" actId="164"/>
          <ac:spMkLst>
            <pc:docMk/>
            <pc:sldMk cId="2356554366" sldId="2147483387"/>
            <ac:spMk id="27" creationId="{7B84E3FF-62A9-D86C-3119-0C4213FC8C94}"/>
          </ac:spMkLst>
        </pc:spChg>
        <pc:spChg chg="mod">
          <ac:chgData name="Daichi Kawaguchi" userId="39803997058_tp_box_2" providerId="OAuth2" clId="{0EA2D1D5-1A4A-4DDE-98D0-B129D135DBAE}" dt="2025-10-29T04:59:59.181" v="1436" actId="552"/>
          <ac:spMkLst>
            <pc:docMk/>
            <pc:sldMk cId="2356554366" sldId="2147483387"/>
            <ac:spMk id="28" creationId="{4A208007-EEAC-0FCD-5999-A8F2E42B9038}"/>
          </ac:spMkLst>
        </pc:spChg>
        <pc:spChg chg="mod topLvl">
          <ac:chgData name="Daichi Kawaguchi" userId="39803997058_tp_box_2" providerId="OAuth2" clId="{0EA2D1D5-1A4A-4DDE-98D0-B129D135DBAE}" dt="2025-10-29T05:03:05.692" v="1450" actId="164"/>
          <ac:spMkLst>
            <pc:docMk/>
            <pc:sldMk cId="2356554366" sldId="2147483387"/>
            <ac:spMk id="29" creationId="{B7F02273-68FA-5085-4EF7-F47E2BA4466E}"/>
          </ac:spMkLst>
        </pc:spChg>
        <pc:spChg chg="mod">
          <ac:chgData name="Daichi Kawaguchi" userId="39803997058_tp_box_2" providerId="OAuth2" clId="{0EA2D1D5-1A4A-4DDE-98D0-B129D135DBAE}" dt="2025-10-29T04:59:52.116" v="1435" actId="552"/>
          <ac:spMkLst>
            <pc:docMk/>
            <pc:sldMk cId="2356554366" sldId="2147483387"/>
            <ac:spMk id="30" creationId="{DFE109FC-6AD7-097B-6ED1-CE7448D3C09A}"/>
          </ac:spMkLst>
        </pc:spChg>
        <pc:spChg chg="mod topLvl">
          <ac:chgData name="Daichi Kawaguchi" userId="39803997058_tp_box_2" providerId="OAuth2" clId="{0EA2D1D5-1A4A-4DDE-98D0-B129D135DBAE}" dt="2025-10-29T05:03:05.692" v="1450" actId="164"/>
          <ac:spMkLst>
            <pc:docMk/>
            <pc:sldMk cId="2356554366" sldId="2147483387"/>
            <ac:spMk id="31" creationId="{D3DC16A1-D507-B79E-3EC2-1D96B70F4DD7}"/>
          </ac:spMkLst>
        </pc:spChg>
        <pc:spChg chg="mod">
          <ac:chgData name="Daichi Kawaguchi" userId="39803997058_tp_box_2" providerId="OAuth2" clId="{0EA2D1D5-1A4A-4DDE-98D0-B129D135DBAE}" dt="2025-10-29T05:03:05.692" v="1450" actId="164"/>
          <ac:spMkLst>
            <pc:docMk/>
            <pc:sldMk cId="2356554366" sldId="2147483387"/>
            <ac:spMk id="32" creationId="{6E599A5D-3A76-6284-C58E-D93C0105AA1B}"/>
          </ac:spMkLst>
        </pc:spChg>
        <pc:spChg chg="mod">
          <ac:chgData name="Daichi Kawaguchi" userId="39803997058_tp_box_2" providerId="OAuth2" clId="{0EA2D1D5-1A4A-4DDE-98D0-B129D135DBAE}" dt="2025-10-29T05:00:57.467" v="1442" actId="553"/>
          <ac:spMkLst>
            <pc:docMk/>
            <pc:sldMk cId="2356554366" sldId="2147483387"/>
            <ac:spMk id="35" creationId="{FD93CD4A-AC99-3191-94BA-44C79E889383}"/>
          </ac:spMkLst>
        </pc:spChg>
        <pc:spChg chg="mod">
          <ac:chgData name="Daichi Kawaguchi" userId="39803997058_tp_box_2" providerId="OAuth2" clId="{0EA2D1D5-1A4A-4DDE-98D0-B129D135DBAE}" dt="2025-10-29T05:03:15.042" v="1451" actId="164"/>
          <ac:spMkLst>
            <pc:docMk/>
            <pc:sldMk cId="2356554366" sldId="2147483387"/>
            <ac:spMk id="36" creationId="{365519E2-54B6-B18A-98A1-1E2F1BD74904}"/>
          </ac:spMkLst>
        </pc:spChg>
        <pc:spChg chg="mod">
          <ac:chgData name="Daichi Kawaguchi" userId="39803997058_tp_box_2" providerId="OAuth2" clId="{0EA2D1D5-1A4A-4DDE-98D0-B129D135DBAE}" dt="2025-10-29T05:03:15.042" v="1451" actId="164"/>
          <ac:spMkLst>
            <pc:docMk/>
            <pc:sldMk cId="2356554366" sldId="2147483387"/>
            <ac:spMk id="37" creationId="{4327C0B3-0063-7B3B-7452-4C77A2CF17A9}"/>
          </ac:spMkLst>
        </pc:spChg>
        <pc:spChg chg="mod">
          <ac:chgData name="Daichi Kawaguchi" userId="39803997058_tp_box_2" providerId="OAuth2" clId="{0EA2D1D5-1A4A-4DDE-98D0-B129D135DBAE}" dt="2025-10-29T05:03:15.042" v="1451" actId="164"/>
          <ac:spMkLst>
            <pc:docMk/>
            <pc:sldMk cId="2356554366" sldId="2147483387"/>
            <ac:spMk id="38" creationId="{A09C5807-28DF-DC61-9715-5E08F7568185}"/>
          </ac:spMkLst>
        </pc:spChg>
        <pc:spChg chg="mod">
          <ac:chgData name="Daichi Kawaguchi" userId="39803997058_tp_box_2" providerId="OAuth2" clId="{0EA2D1D5-1A4A-4DDE-98D0-B129D135DBAE}" dt="2025-10-29T05:03:15.042" v="1451" actId="164"/>
          <ac:spMkLst>
            <pc:docMk/>
            <pc:sldMk cId="2356554366" sldId="2147483387"/>
            <ac:spMk id="39" creationId="{D4CB7EA0-364C-61C5-1CCB-525A0C2DEE66}"/>
          </ac:spMkLst>
        </pc:spChg>
        <pc:spChg chg="mod">
          <ac:chgData name="Daichi Kawaguchi" userId="39803997058_tp_box_2" providerId="OAuth2" clId="{0EA2D1D5-1A4A-4DDE-98D0-B129D135DBAE}" dt="2025-10-29T05:03:15.042" v="1451" actId="164"/>
          <ac:spMkLst>
            <pc:docMk/>
            <pc:sldMk cId="2356554366" sldId="2147483387"/>
            <ac:spMk id="40" creationId="{DD899A69-1DE3-E8AA-50ED-2F911DBD2D0C}"/>
          </ac:spMkLst>
        </pc:spChg>
        <pc:spChg chg="mod">
          <ac:chgData name="Daichi Kawaguchi" userId="39803997058_tp_box_2" providerId="OAuth2" clId="{0EA2D1D5-1A4A-4DDE-98D0-B129D135DBAE}" dt="2025-10-29T05:03:15.042" v="1451" actId="164"/>
          <ac:spMkLst>
            <pc:docMk/>
            <pc:sldMk cId="2356554366" sldId="2147483387"/>
            <ac:spMk id="41" creationId="{1E203DAE-B64E-B23C-7683-903C35DA428C}"/>
          </ac:spMkLst>
        </pc:spChg>
        <pc:spChg chg="mod">
          <ac:chgData name="Daichi Kawaguchi" userId="39803997058_tp_box_2" providerId="OAuth2" clId="{0EA2D1D5-1A4A-4DDE-98D0-B129D135DBAE}" dt="2025-10-29T04:59:59.181" v="1436" actId="552"/>
          <ac:spMkLst>
            <pc:docMk/>
            <pc:sldMk cId="2356554366" sldId="2147483387"/>
            <ac:spMk id="42" creationId="{ECFDFC96-2608-0DFE-9E4D-05B22706D8D8}"/>
          </ac:spMkLst>
        </pc:spChg>
        <pc:spChg chg="mod topLvl">
          <ac:chgData name="Daichi Kawaguchi" userId="39803997058_tp_box_2" providerId="OAuth2" clId="{0EA2D1D5-1A4A-4DDE-98D0-B129D135DBAE}" dt="2025-10-29T05:03:15.042" v="1451" actId="164"/>
          <ac:spMkLst>
            <pc:docMk/>
            <pc:sldMk cId="2356554366" sldId="2147483387"/>
            <ac:spMk id="43" creationId="{D4F5B30E-722B-19B2-167A-79C4CFDF5B00}"/>
          </ac:spMkLst>
        </pc:spChg>
        <pc:spChg chg="mod">
          <ac:chgData name="Daichi Kawaguchi" userId="39803997058_tp_box_2" providerId="OAuth2" clId="{0EA2D1D5-1A4A-4DDE-98D0-B129D135DBAE}" dt="2025-10-29T05:03:15.042" v="1451" actId="164"/>
          <ac:spMkLst>
            <pc:docMk/>
            <pc:sldMk cId="2356554366" sldId="2147483387"/>
            <ac:spMk id="44" creationId="{0E1F014F-383D-EE33-336C-9FDC9A16A9D4}"/>
          </ac:spMkLst>
        </pc:spChg>
        <pc:spChg chg="mod">
          <ac:chgData name="Daichi Kawaguchi" userId="39803997058_tp_box_2" providerId="OAuth2" clId="{0EA2D1D5-1A4A-4DDE-98D0-B129D135DBAE}" dt="2025-10-29T05:03:15.042" v="1451" actId="164"/>
          <ac:spMkLst>
            <pc:docMk/>
            <pc:sldMk cId="2356554366" sldId="2147483387"/>
            <ac:spMk id="45" creationId="{8DC61147-7D68-DB69-DB72-0ED5071D060E}"/>
          </ac:spMkLst>
        </pc:spChg>
        <pc:spChg chg="mod">
          <ac:chgData name="Daichi Kawaguchi" userId="39803997058_tp_box_2" providerId="OAuth2" clId="{0EA2D1D5-1A4A-4DDE-98D0-B129D135DBAE}" dt="2025-10-29T05:03:15.042" v="1451" actId="164"/>
          <ac:spMkLst>
            <pc:docMk/>
            <pc:sldMk cId="2356554366" sldId="2147483387"/>
            <ac:spMk id="46" creationId="{30CDCCCB-1AD4-1482-21BE-F573CD971CAA}"/>
          </ac:spMkLst>
        </pc:spChg>
        <pc:spChg chg="mod">
          <ac:chgData name="Daichi Kawaguchi" userId="39803997058_tp_box_2" providerId="OAuth2" clId="{0EA2D1D5-1A4A-4DDE-98D0-B129D135DBAE}" dt="2025-10-29T05:03:18.358" v="1452" actId="164"/>
          <ac:spMkLst>
            <pc:docMk/>
            <pc:sldMk cId="2356554366" sldId="2147483387"/>
            <ac:spMk id="48" creationId="{72BCDB88-40FE-D318-8CAA-2CF364D4FA00}"/>
          </ac:spMkLst>
        </pc:spChg>
        <pc:spChg chg="mod">
          <ac:chgData name="Daichi Kawaguchi" userId="39803997058_tp_box_2" providerId="OAuth2" clId="{0EA2D1D5-1A4A-4DDE-98D0-B129D135DBAE}" dt="2025-10-29T05:03:18.358" v="1452" actId="164"/>
          <ac:spMkLst>
            <pc:docMk/>
            <pc:sldMk cId="2356554366" sldId="2147483387"/>
            <ac:spMk id="49" creationId="{5210E626-3354-5BC6-000E-152E41E06F83}"/>
          </ac:spMkLst>
        </pc:spChg>
        <pc:spChg chg="mod">
          <ac:chgData name="Daichi Kawaguchi" userId="39803997058_tp_box_2" providerId="OAuth2" clId="{0EA2D1D5-1A4A-4DDE-98D0-B129D135DBAE}" dt="2025-10-29T05:03:18.358" v="1452" actId="164"/>
          <ac:spMkLst>
            <pc:docMk/>
            <pc:sldMk cId="2356554366" sldId="2147483387"/>
            <ac:spMk id="50" creationId="{BA5D69A9-1175-319C-55DC-6802F6C99F11}"/>
          </ac:spMkLst>
        </pc:spChg>
        <pc:spChg chg="mod">
          <ac:chgData name="Daichi Kawaguchi" userId="39803997058_tp_box_2" providerId="OAuth2" clId="{0EA2D1D5-1A4A-4DDE-98D0-B129D135DBAE}" dt="2025-10-29T05:03:18.358" v="1452" actId="164"/>
          <ac:spMkLst>
            <pc:docMk/>
            <pc:sldMk cId="2356554366" sldId="2147483387"/>
            <ac:spMk id="51" creationId="{8C9AA656-0421-E19C-9DD7-9D6840F9E281}"/>
          </ac:spMkLst>
        </pc:spChg>
        <pc:spChg chg="mod">
          <ac:chgData name="Daichi Kawaguchi" userId="39803997058_tp_box_2" providerId="OAuth2" clId="{0EA2D1D5-1A4A-4DDE-98D0-B129D135DBAE}" dt="2025-10-29T05:03:18.358" v="1452" actId="164"/>
          <ac:spMkLst>
            <pc:docMk/>
            <pc:sldMk cId="2356554366" sldId="2147483387"/>
            <ac:spMk id="52" creationId="{3A00F0F9-B39D-F7B9-A126-3F548A61B61F}"/>
          </ac:spMkLst>
        </pc:spChg>
        <pc:spChg chg="mod">
          <ac:chgData name="Daichi Kawaguchi" userId="39803997058_tp_box_2" providerId="OAuth2" clId="{0EA2D1D5-1A4A-4DDE-98D0-B129D135DBAE}" dt="2025-10-29T05:03:18.358" v="1452" actId="164"/>
          <ac:spMkLst>
            <pc:docMk/>
            <pc:sldMk cId="2356554366" sldId="2147483387"/>
            <ac:spMk id="53" creationId="{7308EB0D-2F45-9749-7B2A-82E21600C0F5}"/>
          </ac:spMkLst>
        </pc:spChg>
        <pc:spChg chg="mod">
          <ac:chgData name="Daichi Kawaguchi" userId="39803997058_tp_box_2" providerId="OAuth2" clId="{0EA2D1D5-1A4A-4DDE-98D0-B129D135DBAE}" dt="2025-10-29T05:03:18.358" v="1452" actId="164"/>
          <ac:spMkLst>
            <pc:docMk/>
            <pc:sldMk cId="2356554366" sldId="2147483387"/>
            <ac:spMk id="54" creationId="{ED4BC0E0-6F81-5C22-8D17-A1DE2C36D260}"/>
          </ac:spMkLst>
        </pc:spChg>
        <pc:spChg chg="mod">
          <ac:chgData name="Daichi Kawaguchi" userId="39803997058_tp_box_2" providerId="OAuth2" clId="{0EA2D1D5-1A4A-4DDE-98D0-B129D135DBAE}" dt="2025-10-29T04:59:59.181" v="1436" actId="552"/>
          <ac:spMkLst>
            <pc:docMk/>
            <pc:sldMk cId="2356554366" sldId="2147483387"/>
            <ac:spMk id="55" creationId="{C8CF8682-7127-0B08-8B52-A772EBAB1EEE}"/>
          </ac:spMkLst>
        </pc:spChg>
        <pc:spChg chg="mod">
          <ac:chgData name="Daichi Kawaguchi" userId="39803997058_tp_box_2" providerId="OAuth2" clId="{0EA2D1D5-1A4A-4DDE-98D0-B129D135DBAE}" dt="2025-10-29T05:03:18.358" v="1452" actId="164"/>
          <ac:spMkLst>
            <pc:docMk/>
            <pc:sldMk cId="2356554366" sldId="2147483387"/>
            <ac:spMk id="56" creationId="{6E49A5E3-BF0D-39BE-AED1-12B5F568F507}"/>
          </ac:spMkLst>
        </pc:spChg>
        <pc:spChg chg="mod topLvl">
          <ac:chgData name="Daichi Kawaguchi" userId="39803997058_tp_box_2" providerId="OAuth2" clId="{0EA2D1D5-1A4A-4DDE-98D0-B129D135DBAE}" dt="2025-10-29T05:03:18.358" v="1452" actId="164"/>
          <ac:spMkLst>
            <pc:docMk/>
            <pc:sldMk cId="2356554366" sldId="2147483387"/>
            <ac:spMk id="57" creationId="{C5ED3D71-5E05-C3B9-1F51-F856DB05AFDB}"/>
          </ac:spMkLst>
        </pc:spChg>
        <pc:spChg chg="mod topLvl">
          <ac:chgData name="Daichi Kawaguchi" userId="39803997058_tp_box_2" providerId="OAuth2" clId="{0EA2D1D5-1A4A-4DDE-98D0-B129D135DBAE}" dt="2025-10-29T05:03:18.358" v="1452" actId="164"/>
          <ac:spMkLst>
            <pc:docMk/>
            <pc:sldMk cId="2356554366" sldId="2147483387"/>
            <ac:spMk id="59" creationId="{DD08A60F-E10A-853E-96F6-E4AC26C28CD3}"/>
          </ac:spMkLst>
        </pc:spChg>
        <pc:spChg chg="mod topLvl">
          <ac:chgData name="Daichi Kawaguchi" userId="39803997058_tp_box_2" providerId="OAuth2" clId="{0EA2D1D5-1A4A-4DDE-98D0-B129D135DBAE}" dt="2025-10-29T05:02:57.112" v="1449" actId="552"/>
          <ac:spMkLst>
            <pc:docMk/>
            <pc:sldMk cId="2356554366" sldId="2147483387"/>
            <ac:spMk id="60" creationId="{E4F90956-15E8-B15A-DAEF-2DC6D6EB74C1}"/>
          </ac:spMkLst>
        </pc:spChg>
        <pc:spChg chg="del">
          <ac:chgData name="Daichi Kawaguchi" userId="39803997058_tp_box_2" providerId="OAuth2" clId="{0EA2D1D5-1A4A-4DDE-98D0-B129D135DBAE}" dt="2025-10-29T04:55:39.762" v="1290" actId="478"/>
          <ac:spMkLst>
            <pc:docMk/>
            <pc:sldMk cId="2356554366" sldId="2147483387"/>
            <ac:spMk id="63" creationId="{59A8522F-7B2A-9FD1-394F-7D9175E0B37F}"/>
          </ac:spMkLst>
        </pc:spChg>
        <pc:spChg chg="del">
          <ac:chgData name="Daichi Kawaguchi" userId="39803997058_tp_box_2" providerId="OAuth2" clId="{0EA2D1D5-1A4A-4DDE-98D0-B129D135DBAE}" dt="2025-10-29T04:55:39.762" v="1290" actId="478"/>
          <ac:spMkLst>
            <pc:docMk/>
            <pc:sldMk cId="2356554366" sldId="2147483387"/>
            <ac:spMk id="82" creationId="{A8D28380-2668-98C7-BA17-31FA696107A7}"/>
          </ac:spMkLst>
        </pc:spChg>
        <pc:spChg chg="del">
          <ac:chgData name="Daichi Kawaguchi" userId="39803997058_tp_box_2" providerId="OAuth2" clId="{0EA2D1D5-1A4A-4DDE-98D0-B129D135DBAE}" dt="2025-10-29T04:55:39.762" v="1290" actId="478"/>
          <ac:spMkLst>
            <pc:docMk/>
            <pc:sldMk cId="2356554366" sldId="2147483387"/>
            <ac:spMk id="84" creationId="{D4FD5AB0-035B-96D2-D2EB-6C972158B461}"/>
          </ac:spMkLst>
        </pc:spChg>
        <pc:spChg chg="del">
          <ac:chgData name="Daichi Kawaguchi" userId="39803997058_tp_box_2" providerId="OAuth2" clId="{0EA2D1D5-1A4A-4DDE-98D0-B129D135DBAE}" dt="2025-10-29T04:55:39.762" v="1290" actId="478"/>
          <ac:spMkLst>
            <pc:docMk/>
            <pc:sldMk cId="2356554366" sldId="2147483387"/>
            <ac:spMk id="86" creationId="{D8AD4CC1-2A8B-32D9-5908-F5A5841D27F8}"/>
          </ac:spMkLst>
        </pc:spChg>
        <pc:spChg chg="del">
          <ac:chgData name="Daichi Kawaguchi" userId="39803997058_tp_box_2" providerId="OAuth2" clId="{0EA2D1D5-1A4A-4DDE-98D0-B129D135DBAE}" dt="2025-10-29T04:55:39.762" v="1290" actId="478"/>
          <ac:spMkLst>
            <pc:docMk/>
            <pc:sldMk cId="2356554366" sldId="2147483387"/>
            <ac:spMk id="107" creationId="{7BFDC6DC-7BA3-6039-A7B5-713953B067E6}"/>
          </ac:spMkLst>
        </pc:spChg>
        <pc:spChg chg="del">
          <ac:chgData name="Daichi Kawaguchi" userId="39803997058_tp_box_2" providerId="OAuth2" clId="{0EA2D1D5-1A4A-4DDE-98D0-B129D135DBAE}" dt="2025-10-29T04:55:39.762" v="1290" actId="478"/>
          <ac:spMkLst>
            <pc:docMk/>
            <pc:sldMk cId="2356554366" sldId="2147483387"/>
            <ac:spMk id="110" creationId="{ECF94A76-28F4-F7DC-CA89-0DF739D1343C}"/>
          </ac:spMkLst>
        </pc:spChg>
        <pc:spChg chg="del">
          <ac:chgData name="Daichi Kawaguchi" userId="39803997058_tp_box_2" providerId="OAuth2" clId="{0EA2D1D5-1A4A-4DDE-98D0-B129D135DBAE}" dt="2025-10-29T04:55:39.762" v="1290" actId="478"/>
          <ac:spMkLst>
            <pc:docMk/>
            <pc:sldMk cId="2356554366" sldId="2147483387"/>
            <ac:spMk id="122" creationId="{83F08527-8DC1-915F-281D-D73F033D0908}"/>
          </ac:spMkLst>
        </pc:spChg>
        <pc:spChg chg="del">
          <ac:chgData name="Daichi Kawaguchi" userId="39803997058_tp_box_2" providerId="OAuth2" clId="{0EA2D1D5-1A4A-4DDE-98D0-B129D135DBAE}" dt="2025-10-29T04:55:39.762" v="1290" actId="478"/>
          <ac:spMkLst>
            <pc:docMk/>
            <pc:sldMk cId="2356554366" sldId="2147483387"/>
            <ac:spMk id="129" creationId="{C90CC7F6-CD41-5D0C-958A-4682903E58F1}"/>
          </ac:spMkLst>
        </pc:spChg>
        <pc:spChg chg="mod">
          <ac:chgData name="Daichi Kawaguchi" userId="39803997058_tp_box_2" providerId="OAuth2" clId="{0EA2D1D5-1A4A-4DDE-98D0-B129D135DBAE}" dt="2025-10-29T05:03:21.750" v="1453" actId="164"/>
          <ac:spMkLst>
            <pc:docMk/>
            <pc:sldMk cId="2356554366" sldId="2147483387"/>
            <ac:spMk id="144" creationId="{B5E29EB9-9425-DE4A-AB47-90E0CE318885}"/>
          </ac:spMkLst>
        </pc:spChg>
        <pc:spChg chg="mod">
          <ac:chgData name="Daichi Kawaguchi" userId="39803997058_tp_box_2" providerId="OAuth2" clId="{0EA2D1D5-1A4A-4DDE-98D0-B129D135DBAE}" dt="2025-10-29T05:03:21.750" v="1453" actId="164"/>
          <ac:spMkLst>
            <pc:docMk/>
            <pc:sldMk cId="2356554366" sldId="2147483387"/>
            <ac:spMk id="145" creationId="{BC9CA1AC-4790-D17D-199D-D6A8B94AAC23}"/>
          </ac:spMkLst>
        </pc:spChg>
        <pc:spChg chg="mod">
          <ac:chgData name="Daichi Kawaguchi" userId="39803997058_tp_box_2" providerId="OAuth2" clId="{0EA2D1D5-1A4A-4DDE-98D0-B129D135DBAE}" dt="2025-10-29T05:03:21.750" v="1453" actId="164"/>
          <ac:spMkLst>
            <pc:docMk/>
            <pc:sldMk cId="2356554366" sldId="2147483387"/>
            <ac:spMk id="146" creationId="{E9DD8221-9BD0-B6FA-4870-493D7EBC0720}"/>
          </ac:spMkLst>
        </pc:spChg>
        <pc:spChg chg="mod">
          <ac:chgData name="Daichi Kawaguchi" userId="39803997058_tp_box_2" providerId="OAuth2" clId="{0EA2D1D5-1A4A-4DDE-98D0-B129D135DBAE}" dt="2025-10-29T05:03:21.750" v="1453" actId="164"/>
          <ac:spMkLst>
            <pc:docMk/>
            <pc:sldMk cId="2356554366" sldId="2147483387"/>
            <ac:spMk id="147" creationId="{ECDC2036-1FC8-2165-54EF-BD673ABA511C}"/>
          </ac:spMkLst>
        </pc:spChg>
        <pc:spChg chg="mod topLvl">
          <ac:chgData name="Daichi Kawaguchi" userId="39803997058_tp_box_2" providerId="OAuth2" clId="{0EA2D1D5-1A4A-4DDE-98D0-B129D135DBAE}" dt="2025-10-29T05:01:25.363" v="1444" actId="553"/>
          <ac:spMkLst>
            <pc:docMk/>
            <pc:sldMk cId="2356554366" sldId="2147483387"/>
            <ac:spMk id="148" creationId="{6DD139FE-B041-7E86-04B3-A133291BD68C}"/>
          </ac:spMkLst>
        </pc:spChg>
        <pc:spChg chg="mod">
          <ac:chgData name="Daichi Kawaguchi" userId="39803997058_tp_box_2" providerId="OAuth2" clId="{0EA2D1D5-1A4A-4DDE-98D0-B129D135DBAE}" dt="2025-10-29T05:03:21.750" v="1453" actId="164"/>
          <ac:spMkLst>
            <pc:docMk/>
            <pc:sldMk cId="2356554366" sldId="2147483387"/>
            <ac:spMk id="149" creationId="{CCA893E6-4855-2233-4563-15E69F4CED8D}"/>
          </ac:spMkLst>
        </pc:spChg>
        <pc:spChg chg="mod topLvl">
          <ac:chgData name="Daichi Kawaguchi" userId="39803997058_tp_box_2" providerId="OAuth2" clId="{0EA2D1D5-1A4A-4DDE-98D0-B129D135DBAE}" dt="2025-10-29T05:03:21.750" v="1453" actId="164"/>
          <ac:spMkLst>
            <pc:docMk/>
            <pc:sldMk cId="2356554366" sldId="2147483387"/>
            <ac:spMk id="150" creationId="{0BE2AA3E-1132-2FDA-D6F9-2866E0F29E5C}"/>
          </ac:spMkLst>
        </pc:spChg>
        <pc:spChg chg="mod">
          <ac:chgData name="Daichi Kawaguchi" userId="39803997058_tp_box_2" providerId="OAuth2" clId="{0EA2D1D5-1A4A-4DDE-98D0-B129D135DBAE}" dt="2025-10-29T05:03:21.750" v="1453" actId="164"/>
          <ac:spMkLst>
            <pc:docMk/>
            <pc:sldMk cId="2356554366" sldId="2147483387"/>
            <ac:spMk id="151" creationId="{EBBCBF0F-DC1B-3B50-4E00-7A8940E7F79F}"/>
          </ac:spMkLst>
        </pc:spChg>
        <pc:spChg chg="mod">
          <ac:chgData name="Daichi Kawaguchi" userId="39803997058_tp_box_2" providerId="OAuth2" clId="{0EA2D1D5-1A4A-4DDE-98D0-B129D135DBAE}" dt="2025-10-29T05:03:21.750" v="1453" actId="164"/>
          <ac:spMkLst>
            <pc:docMk/>
            <pc:sldMk cId="2356554366" sldId="2147483387"/>
            <ac:spMk id="152" creationId="{4FEEC506-F6EB-9A8D-2F46-46C16C603EB7}"/>
          </ac:spMkLst>
        </pc:spChg>
        <pc:spChg chg="mod topLvl">
          <ac:chgData name="Daichi Kawaguchi" userId="39803997058_tp_box_2" providerId="OAuth2" clId="{0EA2D1D5-1A4A-4DDE-98D0-B129D135DBAE}" dt="2025-10-29T05:03:21.750" v="1453" actId="164"/>
          <ac:spMkLst>
            <pc:docMk/>
            <pc:sldMk cId="2356554366" sldId="2147483387"/>
            <ac:spMk id="153" creationId="{5FFF8534-C043-5202-C87B-817334F7C921}"/>
          </ac:spMkLst>
        </pc:spChg>
        <pc:spChg chg="mod">
          <ac:chgData name="Daichi Kawaguchi" userId="39803997058_tp_box_2" providerId="OAuth2" clId="{0EA2D1D5-1A4A-4DDE-98D0-B129D135DBAE}" dt="2025-10-29T05:02:47.660" v="1447" actId="552"/>
          <ac:spMkLst>
            <pc:docMk/>
            <pc:sldMk cId="2356554366" sldId="2147483387"/>
            <ac:spMk id="154" creationId="{E2973A95-E5E0-D982-1984-1A1AB6E7432D}"/>
          </ac:spMkLst>
        </pc:spChg>
        <pc:spChg chg="mod">
          <ac:chgData name="Daichi Kawaguchi" userId="39803997058_tp_box_2" providerId="OAuth2" clId="{0EA2D1D5-1A4A-4DDE-98D0-B129D135DBAE}" dt="2025-10-29T05:03:21.750" v="1453" actId="164"/>
          <ac:spMkLst>
            <pc:docMk/>
            <pc:sldMk cId="2356554366" sldId="2147483387"/>
            <ac:spMk id="155" creationId="{D37ADA31-D827-C6A3-DAE4-8AF3BE52544D}"/>
          </ac:spMkLst>
        </pc:spChg>
        <pc:spChg chg="mod">
          <ac:chgData name="Daichi Kawaguchi" userId="39803997058_tp_box_2" providerId="OAuth2" clId="{0EA2D1D5-1A4A-4DDE-98D0-B129D135DBAE}" dt="2025-10-29T05:05:16.315" v="1562"/>
          <ac:spMkLst>
            <pc:docMk/>
            <pc:sldMk cId="2356554366" sldId="2147483387"/>
            <ac:spMk id="157" creationId="{87B96733-746E-CDEC-9BC7-55101786732C}"/>
          </ac:spMkLst>
        </pc:spChg>
        <pc:spChg chg="mod">
          <ac:chgData name="Daichi Kawaguchi" userId="39803997058_tp_box_2" providerId="OAuth2" clId="{0EA2D1D5-1A4A-4DDE-98D0-B129D135DBAE}" dt="2025-10-29T05:05:16.315" v="1562"/>
          <ac:spMkLst>
            <pc:docMk/>
            <pc:sldMk cId="2356554366" sldId="2147483387"/>
            <ac:spMk id="158" creationId="{AFA0B189-54A5-DC2F-D9F0-17C10279DEFB}"/>
          </ac:spMkLst>
        </pc:spChg>
        <pc:spChg chg="mod">
          <ac:chgData name="Daichi Kawaguchi" userId="39803997058_tp_box_2" providerId="OAuth2" clId="{0EA2D1D5-1A4A-4DDE-98D0-B129D135DBAE}" dt="2025-10-29T05:05:16.315" v="1562"/>
          <ac:spMkLst>
            <pc:docMk/>
            <pc:sldMk cId="2356554366" sldId="2147483387"/>
            <ac:spMk id="159" creationId="{55D0FC9F-0316-4898-F74E-23220464259F}"/>
          </ac:spMkLst>
        </pc:spChg>
        <pc:spChg chg="mod">
          <ac:chgData name="Daichi Kawaguchi" userId="39803997058_tp_box_2" providerId="OAuth2" clId="{0EA2D1D5-1A4A-4DDE-98D0-B129D135DBAE}" dt="2025-10-29T05:05:16.315" v="1562"/>
          <ac:spMkLst>
            <pc:docMk/>
            <pc:sldMk cId="2356554366" sldId="2147483387"/>
            <ac:spMk id="160" creationId="{023FE4AE-607B-398A-0A5F-818F62D7D136}"/>
          </ac:spMkLst>
        </pc:spChg>
        <pc:spChg chg="mod">
          <ac:chgData name="Daichi Kawaguchi" userId="39803997058_tp_box_2" providerId="OAuth2" clId="{0EA2D1D5-1A4A-4DDE-98D0-B129D135DBAE}" dt="2025-10-29T04:55:52.820" v="1292" actId="947"/>
          <ac:spMkLst>
            <pc:docMk/>
            <pc:sldMk cId="2356554366" sldId="2147483387"/>
            <ac:spMk id="161" creationId="{F28A95B9-FF6D-42A2-B70A-60FF192CB7DD}"/>
          </ac:spMkLst>
        </pc:spChg>
        <pc:spChg chg="mod">
          <ac:chgData name="Daichi Kawaguchi" userId="39803997058_tp_box_2" providerId="OAuth2" clId="{0EA2D1D5-1A4A-4DDE-98D0-B129D135DBAE}" dt="2025-10-29T05:05:16.315" v="1562"/>
          <ac:spMkLst>
            <pc:docMk/>
            <pc:sldMk cId="2356554366" sldId="2147483387"/>
            <ac:spMk id="162" creationId="{FB4836B3-069F-ACDB-127A-62FB05EA66C7}"/>
          </ac:spMkLst>
        </pc:spChg>
        <pc:spChg chg="mod">
          <ac:chgData name="Daichi Kawaguchi" userId="39803997058_tp_box_2" providerId="OAuth2" clId="{0EA2D1D5-1A4A-4DDE-98D0-B129D135DBAE}" dt="2025-10-29T04:55:52.820" v="1292" actId="947"/>
          <ac:spMkLst>
            <pc:docMk/>
            <pc:sldMk cId="2356554366" sldId="2147483387"/>
            <ac:spMk id="164" creationId="{A3F1875C-B23E-EC70-3171-EB70D0E77B62}"/>
          </ac:spMkLst>
        </pc:spChg>
        <pc:spChg chg="mod">
          <ac:chgData name="Daichi Kawaguchi" userId="39803997058_tp_box_2" providerId="OAuth2" clId="{0EA2D1D5-1A4A-4DDE-98D0-B129D135DBAE}" dt="2025-10-29T05:05:16.315" v="1562"/>
          <ac:spMkLst>
            <pc:docMk/>
            <pc:sldMk cId="2356554366" sldId="2147483387"/>
            <ac:spMk id="165" creationId="{5568A344-E385-6C1B-B9B9-F5AFAD63D455}"/>
          </ac:spMkLst>
        </pc:spChg>
        <pc:spChg chg="mod">
          <ac:chgData name="Daichi Kawaguchi" userId="39803997058_tp_box_2" providerId="OAuth2" clId="{0EA2D1D5-1A4A-4DDE-98D0-B129D135DBAE}" dt="2025-10-29T05:05:16.315" v="1562"/>
          <ac:spMkLst>
            <pc:docMk/>
            <pc:sldMk cId="2356554366" sldId="2147483387"/>
            <ac:spMk id="166" creationId="{BA88E30B-8F38-F712-4E39-A4110624AE3F}"/>
          </ac:spMkLst>
        </pc:spChg>
        <pc:spChg chg="mod">
          <ac:chgData name="Daichi Kawaguchi" userId="39803997058_tp_box_2" providerId="OAuth2" clId="{0EA2D1D5-1A4A-4DDE-98D0-B129D135DBAE}" dt="2025-10-29T05:05:16.315" v="1562"/>
          <ac:spMkLst>
            <pc:docMk/>
            <pc:sldMk cId="2356554366" sldId="2147483387"/>
            <ac:spMk id="167" creationId="{1FBC6C75-3786-2659-3F07-E8A290726921}"/>
          </ac:spMkLst>
        </pc:spChg>
        <pc:spChg chg="mod">
          <ac:chgData name="Daichi Kawaguchi" userId="39803997058_tp_box_2" providerId="OAuth2" clId="{0EA2D1D5-1A4A-4DDE-98D0-B129D135DBAE}" dt="2025-10-29T05:05:16.315" v="1562"/>
          <ac:spMkLst>
            <pc:docMk/>
            <pc:sldMk cId="2356554366" sldId="2147483387"/>
            <ac:spMk id="168" creationId="{5BF16EEB-B013-43A9-0D42-0504813E6371}"/>
          </ac:spMkLst>
        </pc:spChg>
        <pc:spChg chg="mod">
          <ac:chgData name="Daichi Kawaguchi" userId="39803997058_tp_box_2" providerId="OAuth2" clId="{0EA2D1D5-1A4A-4DDE-98D0-B129D135DBAE}" dt="2025-10-29T05:05:16.315" v="1562"/>
          <ac:spMkLst>
            <pc:docMk/>
            <pc:sldMk cId="2356554366" sldId="2147483387"/>
            <ac:spMk id="169" creationId="{9A0355C9-75FA-0F25-C2A2-132193554B4E}"/>
          </ac:spMkLst>
        </pc:spChg>
        <pc:spChg chg="add mod">
          <ac:chgData name="Daichi Kawaguchi" userId="39803997058_tp_box_2" providerId="OAuth2" clId="{0EA2D1D5-1A4A-4DDE-98D0-B129D135DBAE}" dt="2025-10-29T05:03:48.583" v="1509" actId="552"/>
          <ac:spMkLst>
            <pc:docMk/>
            <pc:sldMk cId="2356554366" sldId="2147483387"/>
            <ac:spMk id="171" creationId="{2640893E-51AE-E92B-2ED3-726586504EBB}"/>
          </ac:spMkLst>
        </pc:spChg>
        <pc:grpChg chg="mod">
          <ac:chgData name="Daichi Kawaguchi" userId="39803997058_tp_box_2" providerId="OAuth2" clId="{0EA2D1D5-1A4A-4DDE-98D0-B129D135DBAE}" dt="2025-10-29T05:05:18.419" v="1563" actId="555"/>
          <ac:grpSpMkLst>
            <pc:docMk/>
            <pc:sldMk cId="2356554366" sldId="2147483387"/>
            <ac:grpSpMk id="156" creationId="{797AFAEB-08AF-2AE3-3684-98FD29C1A102}"/>
          </ac:grpSpMkLst>
        </pc:grpChg>
        <pc:grpChg chg="mod">
          <ac:chgData name="Daichi Kawaguchi" userId="39803997058_tp_box_2" providerId="OAuth2" clId="{0EA2D1D5-1A4A-4DDE-98D0-B129D135DBAE}" dt="2025-10-29T05:05:18.419" v="1563" actId="555"/>
          <ac:grpSpMkLst>
            <pc:docMk/>
            <pc:sldMk cId="2356554366" sldId="2147483387"/>
            <ac:grpSpMk id="163" creationId="{A22040D1-5358-DFA4-9B0B-80FCA4FB7B8B}"/>
          </ac:grpSpMkLst>
        </pc:grpChg>
        <pc:grpChg chg="mod">
          <ac:chgData name="Daichi Kawaguchi" userId="39803997058_tp_box_2" providerId="OAuth2" clId="{0EA2D1D5-1A4A-4DDE-98D0-B129D135DBAE}" dt="2025-10-29T05:04:50.194" v="1560" actId="465"/>
          <ac:grpSpMkLst>
            <pc:docMk/>
            <pc:sldMk cId="2356554366" sldId="2147483387"/>
            <ac:grpSpMk id="172" creationId="{3D259160-5F97-7824-4628-8CBE6BE955A1}"/>
          </ac:grpSpMkLst>
        </pc:grpChg>
        <pc:grpChg chg="mod">
          <ac:chgData name="Daichi Kawaguchi" userId="39803997058_tp_box_2" providerId="OAuth2" clId="{0EA2D1D5-1A4A-4DDE-98D0-B129D135DBAE}" dt="2025-10-29T05:04:50.194" v="1560" actId="465"/>
          <ac:grpSpMkLst>
            <pc:docMk/>
            <pc:sldMk cId="2356554366" sldId="2147483387"/>
            <ac:grpSpMk id="173" creationId="{15397718-2676-61C0-8D12-414851742172}"/>
          </ac:grpSpMkLst>
        </pc:grpChg>
        <pc:grpChg chg="mod">
          <ac:chgData name="Daichi Kawaguchi" userId="39803997058_tp_box_2" providerId="OAuth2" clId="{0EA2D1D5-1A4A-4DDE-98D0-B129D135DBAE}" dt="2025-10-29T05:04:50.194" v="1560" actId="465"/>
          <ac:grpSpMkLst>
            <pc:docMk/>
            <pc:sldMk cId="2356554366" sldId="2147483387"/>
            <ac:grpSpMk id="174" creationId="{2BD9E658-9BBB-FE89-DA02-7458CC824C21}"/>
          </ac:grpSpMkLst>
        </pc:grpChg>
        <pc:grpChg chg="mod">
          <ac:chgData name="Daichi Kawaguchi" userId="39803997058_tp_box_2" providerId="OAuth2" clId="{0EA2D1D5-1A4A-4DDE-98D0-B129D135DBAE}" dt="2025-10-29T05:04:50.194" v="1560" actId="465"/>
          <ac:grpSpMkLst>
            <pc:docMk/>
            <pc:sldMk cId="2356554366" sldId="2147483387"/>
            <ac:grpSpMk id="175" creationId="{D8316CA6-D6A9-A5A4-B338-DE30EED012AF}"/>
          </ac:grpSpMkLst>
        </pc:grpChg>
        <pc:cxnChg chg="mod">
          <ac:chgData name="Daichi Kawaguchi" userId="39803997058_tp_box_2" providerId="OAuth2" clId="{0EA2D1D5-1A4A-4DDE-98D0-B129D135DBAE}" dt="2025-10-29T05:04:50.194" v="1560" actId="465"/>
          <ac:cxnSpMkLst>
            <pc:docMk/>
            <pc:sldMk cId="2356554366" sldId="2147483387"/>
            <ac:cxnSpMk id="170" creationId="{D94DCBA0-72F0-B1A9-D8E1-09D31145A7E5}"/>
          </ac:cxnSpMkLst>
        </pc:cxnChg>
      </pc:sldChg>
      <pc:sldChg chg="addSp delSp modSp add mod">
        <pc:chgData name="Daichi Kawaguchi" userId="39803997058_tp_box_2" providerId="OAuth2" clId="{0EA2D1D5-1A4A-4DDE-98D0-B129D135DBAE}" dt="2025-10-29T05:20:17.118" v="1766" actId="947"/>
        <pc:sldMkLst>
          <pc:docMk/>
          <pc:sldMk cId="3900792164" sldId="2147483388"/>
        </pc:sldMkLst>
        <pc:spChg chg="mod">
          <ac:chgData name="Daichi Kawaguchi" userId="39803997058_tp_box_2" providerId="OAuth2" clId="{0EA2D1D5-1A4A-4DDE-98D0-B129D135DBAE}" dt="2025-10-29T05:17:21.278" v="1567"/>
          <ac:spMkLst>
            <pc:docMk/>
            <pc:sldMk cId="3900792164" sldId="2147483388"/>
            <ac:spMk id="2" creationId="{C8731273-BDF6-059E-5951-C012F0523201}"/>
          </ac:spMkLst>
        </pc:spChg>
        <pc:spChg chg="add mod">
          <ac:chgData name="Daichi Kawaguchi" userId="39803997058_tp_box_2" providerId="OAuth2" clId="{0EA2D1D5-1A4A-4DDE-98D0-B129D135DBAE}" dt="2025-10-29T05:20:17.118" v="1766" actId="947"/>
          <ac:spMkLst>
            <pc:docMk/>
            <pc:sldMk cId="3900792164" sldId="2147483388"/>
            <ac:spMk id="3" creationId="{5B60959B-4C04-731E-B367-38B0F30C27F8}"/>
          </ac:spMkLst>
        </pc:spChg>
        <pc:spChg chg="mod">
          <ac:chgData name="Daichi Kawaguchi" userId="39803997058_tp_box_2" providerId="OAuth2" clId="{0EA2D1D5-1A4A-4DDE-98D0-B129D135DBAE}" dt="2025-10-29T05:17:36.327" v="1570" actId="20577"/>
          <ac:spMkLst>
            <pc:docMk/>
            <pc:sldMk cId="3900792164" sldId="2147483388"/>
            <ac:spMk id="4" creationId="{5D602C88-1711-7012-0557-77907F029CA2}"/>
          </ac:spMkLst>
        </pc:spChg>
        <pc:spChg chg="add mod">
          <ac:chgData name="Daichi Kawaguchi" userId="39803997058_tp_box_2" providerId="OAuth2" clId="{0EA2D1D5-1A4A-4DDE-98D0-B129D135DBAE}" dt="2025-10-29T05:20:17.118" v="1766" actId="947"/>
          <ac:spMkLst>
            <pc:docMk/>
            <pc:sldMk cId="3900792164" sldId="2147483388"/>
            <ac:spMk id="5" creationId="{6D07CC9A-B780-FE79-8804-6A3D73E6DB6D}"/>
          </ac:spMkLst>
        </pc:spChg>
        <pc:spChg chg="mod">
          <ac:chgData name="Daichi Kawaguchi" userId="39803997058_tp_box_2" providerId="OAuth2" clId="{0EA2D1D5-1A4A-4DDE-98D0-B129D135DBAE}" dt="2025-10-29T05:19:14.609" v="1692" actId="555"/>
          <ac:spMkLst>
            <pc:docMk/>
            <pc:sldMk cId="3900792164" sldId="2147483388"/>
            <ac:spMk id="6" creationId="{61B1A9DC-9D25-05C4-45AE-0B517F93231A}"/>
          </ac:spMkLst>
        </pc:spChg>
        <pc:spChg chg="mod">
          <ac:chgData name="Daichi Kawaguchi" userId="39803997058_tp_box_2" providerId="OAuth2" clId="{0EA2D1D5-1A4A-4DDE-98D0-B129D135DBAE}" dt="2025-10-29T05:19:18.217" v="1693" actId="555"/>
          <ac:spMkLst>
            <pc:docMk/>
            <pc:sldMk cId="3900792164" sldId="2147483388"/>
            <ac:spMk id="7" creationId="{E91CF1D6-A482-8344-0F32-2B1AFEA1D987}"/>
          </ac:spMkLst>
        </pc:spChg>
        <pc:spChg chg="mod">
          <ac:chgData name="Daichi Kawaguchi" userId="39803997058_tp_box_2" providerId="OAuth2" clId="{0EA2D1D5-1A4A-4DDE-98D0-B129D135DBAE}" dt="2025-10-29T05:18:37.197" v="1621" actId="554"/>
          <ac:spMkLst>
            <pc:docMk/>
            <pc:sldMk cId="3900792164" sldId="2147483388"/>
            <ac:spMk id="8" creationId="{7B3DAFE4-2A66-265C-EB75-BEEADC83EDFE}"/>
          </ac:spMkLst>
        </pc:spChg>
        <pc:spChg chg="add mod">
          <ac:chgData name="Daichi Kawaguchi" userId="39803997058_tp_box_2" providerId="OAuth2" clId="{0EA2D1D5-1A4A-4DDE-98D0-B129D135DBAE}" dt="2025-10-29T05:20:17.118" v="1766" actId="947"/>
          <ac:spMkLst>
            <pc:docMk/>
            <pc:sldMk cId="3900792164" sldId="2147483388"/>
            <ac:spMk id="9" creationId="{433AA619-C9D0-43B3-E05C-18C3C94727BE}"/>
          </ac:spMkLst>
        </pc:spChg>
        <pc:spChg chg="add mod">
          <ac:chgData name="Daichi Kawaguchi" userId="39803997058_tp_box_2" providerId="OAuth2" clId="{0EA2D1D5-1A4A-4DDE-98D0-B129D135DBAE}" dt="2025-10-29T05:20:17.118" v="1766" actId="947"/>
          <ac:spMkLst>
            <pc:docMk/>
            <pc:sldMk cId="3900792164" sldId="2147483388"/>
            <ac:spMk id="10" creationId="{96FA66C3-D537-6BBF-69B3-00A2DA3012EC}"/>
          </ac:spMkLst>
        </pc:spChg>
        <pc:spChg chg="add mod">
          <ac:chgData name="Daichi Kawaguchi" userId="39803997058_tp_box_2" providerId="OAuth2" clId="{0EA2D1D5-1A4A-4DDE-98D0-B129D135DBAE}" dt="2025-10-29T05:20:17.118" v="1766" actId="947"/>
          <ac:spMkLst>
            <pc:docMk/>
            <pc:sldMk cId="3900792164" sldId="2147483388"/>
            <ac:spMk id="11" creationId="{DFE1A6D0-152C-C91A-4456-F1A8427C31C5}"/>
          </ac:spMkLst>
        </pc:spChg>
        <pc:spChg chg="mod">
          <ac:chgData name="Daichi Kawaguchi" userId="39803997058_tp_box_2" providerId="OAuth2" clId="{0EA2D1D5-1A4A-4DDE-98D0-B129D135DBAE}" dt="2025-10-29T05:18:37.197" v="1621" actId="554"/>
          <ac:spMkLst>
            <pc:docMk/>
            <pc:sldMk cId="3900792164" sldId="2147483388"/>
            <ac:spMk id="12" creationId="{69E4891A-3DCF-03AF-4517-BA22F94B8614}"/>
          </ac:spMkLst>
        </pc:spChg>
        <pc:spChg chg="add mod">
          <ac:chgData name="Daichi Kawaguchi" userId="39803997058_tp_box_2" providerId="OAuth2" clId="{0EA2D1D5-1A4A-4DDE-98D0-B129D135DBAE}" dt="2025-10-29T05:20:17.118" v="1766" actId="947"/>
          <ac:spMkLst>
            <pc:docMk/>
            <pc:sldMk cId="3900792164" sldId="2147483388"/>
            <ac:spMk id="13" creationId="{09364734-851B-E0FF-2F0A-3456E74D88DA}"/>
          </ac:spMkLst>
        </pc:spChg>
        <pc:spChg chg="add mod">
          <ac:chgData name="Daichi Kawaguchi" userId="39803997058_tp_box_2" providerId="OAuth2" clId="{0EA2D1D5-1A4A-4DDE-98D0-B129D135DBAE}" dt="2025-10-29T05:20:17.118" v="1766" actId="947"/>
          <ac:spMkLst>
            <pc:docMk/>
            <pc:sldMk cId="3900792164" sldId="2147483388"/>
            <ac:spMk id="14" creationId="{6F7E4551-94A1-F196-C151-E1ADFE0875EE}"/>
          </ac:spMkLst>
        </pc:spChg>
        <pc:spChg chg="mod">
          <ac:chgData name="Daichi Kawaguchi" userId="39803997058_tp_box_2" providerId="OAuth2" clId="{0EA2D1D5-1A4A-4DDE-98D0-B129D135DBAE}" dt="2025-10-29T05:18:45.522" v="1623" actId="554"/>
          <ac:spMkLst>
            <pc:docMk/>
            <pc:sldMk cId="3900792164" sldId="2147483388"/>
            <ac:spMk id="33" creationId="{F07DA02F-3A86-8557-EAAF-EE8372FDD9EA}"/>
          </ac:spMkLst>
        </pc:spChg>
        <pc:spChg chg="mod">
          <ac:chgData name="Daichi Kawaguchi" userId="39803997058_tp_box_2" providerId="OAuth2" clId="{0EA2D1D5-1A4A-4DDE-98D0-B129D135DBAE}" dt="2025-10-29T05:20:17.118" v="1766" actId="947"/>
          <ac:spMkLst>
            <pc:docMk/>
            <pc:sldMk cId="3900792164" sldId="2147483388"/>
            <ac:spMk id="129" creationId="{75EC2C67-8DB2-33D3-3DDC-D1F8B252D6F6}"/>
          </ac:spMkLst>
        </pc:spChg>
        <pc:spChg chg="mod">
          <ac:chgData name="Daichi Kawaguchi" userId="39803997058_tp_box_2" providerId="OAuth2" clId="{0EA2D1D5-1A4A-4DDE-98D0-B129D135DBAE}" dt="2025-10-29T05:20:17.118" v="1766" actId="947"/>
          <ac:spMkLst>
            <pc:docMk/>
            <pc:sldMk cId="3900792164" sldId="2147483388"/>
            <ac:spMk id="141" creationId="{E77A5771-1714-0DA1-4913-91BE06D34D4C}"/>
          </ac:spMkLst>
        </pc:spChg>
        <pc:spChg chg="del">
          <ac:chgData name="Daichi Kawaguchi" userId="39803997058_tp_box_2" providerId="OAuth2" clId="{0EA2D1D5-1A4A-4DDE-98D0-B129D135DBAE}" dt="2025-10-29T05:17:46.885" v="1571" actId="478"/>
          <ac:spMkLst>
            <pc:docMk/>
            <pc:sldMk cId="3900792164" sldId="2147483388"/>
            <ac:spMk id="171" creationId="{7EB9C7FF-C7F9-2D87-3986-BB8528695AE2}"/>
          </ac:spMkLst>
        </pc:spChg>
        <pc:spChg chg="mod">
          <ac:chgData name="Daichi Kawaguchi" userId="39803997058_tp_box_2" providerId="OAuth2" clId="{0EA2D1D5-1A4A-4DDE-98D0-B129D135DBAE}" dt="2025-10-29T05:20:17.118" v="1766" actId="947"/>
          <ac:spMkLst>
            <pc:docMk/>
            <pc:sldMk cId="3900792164" sldId="2147483388"/>
            <ac:spMk id="177" creationId="{95E98546-2DB4-4230-794C-26C51F2CF76B}"/>
          </ac:spMkLst>
        </pc:spChg>
        <pc:grpChg chg="mod">
          <ac:chgData name="Daichi Kawaguchi" userId="39803997058_tp_box_2" providerId="OAuth2" clId="{0EA2D1D5-1A4A-4DDE-98D0-B129D135DBAE}" dt="2025-10-29T05:19:28.020" v="1695" actId="555"/>
          <ac:grpSpMkLst>
            <pc:docMk/>
            <pc:sldMk cId="3900792164" sldId="2147483388"/>
            <ac:grpSpMk id="18" creationId="{DB0989FB-1990-C276-A3A3-18DDC1408FD4}"/>
          </ac:grpSpMkLst>
        </pc:grpChg>
        <pc:grpChg chg="mod">
          <ac:chgData name="Daichi Kawaguchi" userId="39803997058_tp_box_2" providerId="OAuth2" clId="{0EA2D1D5-1A4A-4DDE-98D0-B129D135DBAE}" dt="2025-10-29T05:18:32.160" v="1620" actId="554"/>
          <ac:grpSpMkLst>
            <pc:docMk/>
            <pc:sldMk cId="3900792164" sldId="2147483388"/>
            <ac:grpSpMk id="61" creationId="{5456F5DF-2958-5E32-3642-CD01B249FA51}"/>
          </ac:grpSpMkLst>
        </pc:grpChg>
        <pc:grpChg chg="mod">
          <ac:chgData name="Daichi Kawaguchi" userId="39803997058_tp_box_2" providerId="OAuth2" clId="{0EA2D1D5-1A4A-4DDE-98D0-B129D135DBAE}" dt="2025-10-29T05:18:32.160" v="1620" actId="554"/>
          <ac:grpSpMkLst>
            <pc:docMk/>
            <pc:sldMk cId="3900792164" sldId="2147483388"/>
            <ac:grpSpMk id="128" creationId="{662936E5-09D9-707B-6E7D-2AACF04D3878}"/>
          </ac:grpSpMkLst>
        </pc:grpChg>
        <pc:grpChg chg="mod">
          <ac:chgData name="Daichi Kawaguchi" userId="39803997058_tp_box_2" providerId="OAuth2" clId="{0EA2D1D5-1A4A-4DDE-98D0-B129D135DBAE}" dt="2025-10-29T05:18:32.160" v="1620" actId="554"/>
          <ac:grpSpMkLst>
            <pc:docMk/>
            <pc:sldMk cId="3900792164" sldId="2147483388"/>
            <ac:grpSpMk id="131" creationId="{27C7BA76-DDD1-F94D-F222-F311CEFBE93A}"/>
          </ac:grpSpMkLst>
        </pc:grpChg>
        <pc:grpChg chg="mod">
          <ac:chgData name="Daichi Kawaguchi" userId="39803997058_tp_box_2" providerId="OAuth2" clId="{0EA2D1D5-1A4A-4DDE-98D0-B129D135DBAE}" dt="2025-10-29T05:19:14.609" v="1692" actId="555"/>
          <ac:grpSpMkLst>
            <pc:docMk/>
            <pc:sldMk cId="3900792164" sldId="2147483388"/>
            <ac:grpSpMk id="134" creationId="{CD5A2A75-D76D-E2FE-CADC-151836DC68B8}"/>
          </ac:grpSpMkLst>
        </pc:grpChg>
        <pc:grpChg chg="mod">
          <ac:chgData name="Daichi Kawaguchi" userId="39803997058_tp_box_2" providerId="OAuth2" clId="{0EA2D1D5-1A4A-4DDE-98D0-B129D135DBAE}" dt="2025-10-29T05:19:18.217" v="1693" actId="555"/>
          <ac:grpSpMkLst>
            <pc:docMk/>
            <pc:sldMk cId="3900792164" sldId="2147483388"/>
            <ac:grpSpMk id="137" creationId="{9E6B635B-2838-9D9A-17D4-C94948DFE7B0}"/>
          </ac:grpSpMkLst>
        </pc:grpChg>
        <pc:grpChg chg="mod">
          <ac:chgData name="Daichi Kawaguchi" userId="39803997058_tp_box_2" providerId="OAuth2" clId="{0EA2D1D5-1A4A-4DDE-98D0-B129D135DBAE}" dt="2025-10-29T05:19:22.593" v="1694" actId="555"/>
          <ac:grpSpMkLst>
            <pc:docMk/>
            <pc:sldMk cId="3900792164" sldId="2147483388"/>
            <ac:grpSpMk id="140" creationId="{63A2C6AB-D035-ED53-2432-4BBC06995428}"/>
          </ac:grpSpMkLst>
        </pc:grpChg>
        <pc:grpChg chg="mod">
          <ac:chgData name="Daichi Kawaguchi" userId="39803997058_tp_box_2" providerId="OAuth2" clId="{0EA2D1D5-1A4A-4DDE-98D0-B129D135DBAE}" dt="2025-10-29T05:19:57.542" v="1765" actId="408"/>
          <ac:grpSpMkLst>
            <pc:docMk/>
            <pc:sldMk cId="3900792164" sldId="2147483388"/>
            <ac:grpSpMk id="143" creationId="{F3369262-CBAA-1FC9-945B-9989584EFAEF}"/>
          </ac:grpSpMkLst>
        </pc:grpChg>
        <pc:grpChg chg="del">
          <ac:chgData name="Daichi Kawaguchi" userId="39803997058_tp_box_2" providerId="OAuth2" clId="{0EA2D1D5-1A4A-4DDE-98D0-B129D135DBAE}" dt="2025-10-29T05:17:46.885" v="1571" actId="478"/>
          <ac:grpSpMkLst>
            <pc:docMk/>
            <pc:sldMk cId="3900792164" sldId="2147483388"/>
            <ac:grpSpMk id="156" creationId="{F38281F3-52EF-3FA4-AD12-57FD57C6A0A7}"/>
          </ac:grpSpMkLst>
        </pc:grpChg>
        <pc:grpChg chg="del">
          <ac:chgData name="Daichi Kawaguchi" userId="39803997058_tp_box_2" providerId="OAuth2" clId="{0EA2D1D5-1A4A-4DDE-98D0-B129D135DBAE}" dt="2025-10-29T05:17:46.885" v="1571" actId="478"/>
          <ac:grpSpMkLst>
            <pc:docMk/>
            <pc:sldMk cId="3900792164" sldId="2147483388"/>
            <ac:grpSpMk id="163" creationId="{E6FAB10E-9FAA-5D06-D423-E4C0714EA5A4}"/>
          </ac:grpSpMkLst>
        </pc:grpChg>
        <pc:grpChg chg="del">
          <ac:chgData name="Daichi Kawaguchi" userId="39803997058_tp_box_2" providerId="OAuth2" clId="{0EA2D1D5-1A4A-4DDE-98D0-B129D135DBAE}" dt="2025-10-29T05:17:46.885" v="1571" actId="478"/>
          <ac:grpSpMkLst>
            <pc:docMk/>
            <pc:sldMk cId="3900792164" sldId="2147483388"/>
            <ac:grpSpMk id="172" creationId="{38D87C71-B2C0-6A86-2F67-F092F90B797F}"/>
          </ac:grpSpMkLst>
        </pc:grpChg>
        <pc:grpChg chg="del">
          <ac:chgData name="Daichi Kawaguchi" userId="39803997058_tp_box_2" providerId="OAuth2" clId="{0EA2D1D5-1A4A-4DDE-98D0-B129D135DBAE}" dt="2025-10-29T05:17:46.885" v="1571" actId="478"/>
          <ac:grpSpMkLst>
            <pc:docMk/>
            <pc:sldMk cId="3900792164" sldId="2147483388"/>
            <ac:grpSpMk id="173" creationId="{63708098-C1F3-B211-4061-02726199051E}"/>
          </ac:grpSpMkLst>
        </pc:grpChg>
        <pc:grpChg chg="del">
          <ac:chgData name="Daichi Kawaguchi" userId="39803997058_tp_box_2" providerId="OAuth2" clId="{0EA2D1D5-1A4A-4DDE-98D0-B129D135DBAE}" dt="2025-10-29T05:17:46.885" v="1571" actId="478"/>
          <ac:grpSpMkLst>
            <pc:docMk/>
            <pc:sldMk cId="3900792164" sldId="2147483388"/>
            <ac:grpSpMk id="174" creationId="{B73AD5DD-0EB9-EC3B-F28D-164292C5EF42}"/>
          </ac:grpSpMkLst>
        </pc:grpChg>
        <pc:grpChg chg="del">
          <ac:chgData name="Daichi Kawaguchi" userId="39803997058_tp_box_2" providerId="OAuth2" clId="{0EA2D1D5-1A4A-4DDE-98D0-B129D135DBAE}" dt="2025-10-29T05:17:46.885" v="1571" actId="478"/>
          <ac:grpSpMkLst>
            <pc:docMk/>
            <pc:sldMk cId="3900792164" sldId="2147483388"/>
            <ac:grpSpMk id="175" creationId="{D7F54EEF-54EE-2E00-1094-2056B8E4FDF5}"/>
          </ac:grpSpMkLst>
        </pc:grpChg>
        <pc:cxnChg chg="mod">
          <ac:chgData name="Daichi Kawaguchi" userId="39803997058_tp_box_2" providerId="OAuth2" clId="{0EA2D1D5-1A4A-4DDE-98D0-B129D135DBAE}" dt="2025-10-29T05:18:49.666" v="1624" actId="554"/>
          <ac:cxnSpMkLst>
            <pc:docMk/>
            <pc:sldMk cId="3900792164" sldId="2147483388"/>
            <ac:cxnSpMk id="15" creationId="{D5BFE30D-16BA-630D-EDA5-7A30ADDD1FFF}"/>
          </ac:cxnSpMkLst>
        </pc:cxnChg>
        <pc:cxnChg chg="mod">
          <ac:chgData name="Daichi Kawaguchi" userId="39803997058_tp_box_2" providerId="OAuth2" clId="{0EA2D1D5-1A4A-4DDE-98D0-B129D135DBAE}" dt="2025-10-29T05:18:45.522" v="1623" actId="554"/>
          <ac:cxnSpMkLst>
            <pc:docMk/>
            <pc:sldMk cId="3900792164" sldId="2147483388"/>
            <ac:cxnSpMk id="16" creationId="{B4506F28-C56D-0657-1CE5-536254A2506E}"/>
          </ac:cxnSpMkLst>
        </pc:cxnChg>
        <pc:cxnChg chg="mod">
          <ac:chgData name="Daichi Kawaguchi" userId="39803997058_tp_box_2" providerId="OAuth2" clId="{0EA2D1D5-1A4A-4DDE-98D0-B129D135DBAE}" dt="2025-10-29T05:18:37.197" v="1621" actId="554"/>
          <ac:cxnSpMkLst>
            <pc:docMk/>
            <pc:sldMk cId="3900792164" sldId="2147483388"/>
            <ac:cxnSpMk id="17" creationId="{96D672E2-96EF-3EB6-97AB-75E53CAEE4E6}"/>
          </ac:cxnSpMkLst>
        </pc:cxnChg>
        <pc:cxnChg chg="mod">
          <ac:chgData name="Daichi Kawaguchi" userId="39803997058_tp_box_2" providerId="OAuth2" clId="{0EA2D1D5-1A4A-4DDE-98D0-B129D135DBAE}" dt="2025-10-29T05:18:49.666" v="1624" actId="554"/>
          <ac:cxnSpMkLst>
            <pc:docMk/>
            <pc:sldMk cId="3900792164" sldId="2147483388"/>
            <ac:cxnSpMk id="34" creationId="{C5D7C3B3-313B-02A3-F4CA-B38A0B5C01FB}"/>
          </ac:cxnSpMkLst>
        </pc:cxnChg>
        <pc:cxnChg chg="mod">
          <ac:chgData name="Daichi Kawaguchi" userId="39803997058_tp_box_2" providerId="OAuth2" clId="{0EA2D1D5-1A4A-4DDE-98D0-B129D135DBAE}" dt="2025-10-29T05:18:45.522" v="1623" actId="554"/>
          <ac:cxnSpMkLst>
            <pc:docMk/>
            <pc:sldMk cId="3900792164" sldId="2147483388"/>
            <ac:cxnSpMk id="47" creationId="{08F7055D-BD9F-C9E3-7306-F62BB7452D9B}"/>
          </ac:cxnSpMkLst>
        </pc:cxnChg>
        <pc:cxnChg chg="mod">
          <ac:chgData name="Daichi Kawaguchi" userId="39803997058_tp_box_2" providerId="OAuth2" clId="{0EA2D1D5-1A4A-4DDE-98D0-B129D135DBAE}" dt="2025-10-29T05:18:45.522" v="1623" actId="554"/>
          <ac:cxnSpMkLst>
            <pc:docMk/>
            <pc:sldMk cId="3900792164" sldId="2147483388"/>
            <ac:cxnSpMk id="58" creationId="{62930DD5-BA0A-D2E1-ADB5-9AB7A35F86E3}"/>
          </ac:cxnSpMkLst>
        </pc:cxnChg>
        <pc:cxnChg chg="del">
          <ac:chgData name="Daichi Kawaguchi" userId="39803997058_tp_box_2" providerId="OAuth2" clId="{0EA2D1D5-1A4A-4DDE-98D0-B129D135DBAE}" dt="2025-10-29T05:17:46.885" v="1571" actId="478"/>
          <ac:cxnSpMkLst>
            <pc:docMk/>
            <pc:sldMk cId="3900792164" sldId="2147483388"/>
            <ac:cxnSpMk id="170" creationId="{BCA93C78-A4D7-47C6-EAAE-519A6B0FBC05}"/>
          </ac:cxnSpMkLst>
        </pc:cxnChg>
      </pc:sldChg>
      <pc:sldChg chg="addSp delSp modSp add mod">
        <pc:chgData name="Daichi Kawaguchi" userId="39803997058_tp_box_2" providerId="OAuth2" clId="{0EA2D1D5-1A4A-4DDE-98D0-B129D135DBAE}" dt="2025-10-29T14:49:54.426" v="4841" actId="13926"/>
        <pc:sldMkLst>
          <pc:docMk/>
          <pc:sldMk cId="1056670807" sldId="2147483389"/>
        </pc:sldMkLst>
        <pc:spChg chg="mod topLvl">
          <ac:chgData name="Daichi Kawaguchi" userId="39803997058_tp_box_2" providerId="OAuth2" clId="{0EA2D1D5-1A4A-4DDE-98D0-B129D135DBAE}" dt="2025-10-29T14:49:31.626" v="4839" actId="164"/>
          <ac:spMkLst>
            <pc:docMk/>
            <pc:sldMk cId="1056670807" sldId="2147483389"/>
            <ac:spMk id="3" creationId="{5F57DFF0-6FB8-5B24-DAF6-A0671941379E}"/>
          </ac:spMkLst>
        </pc:spChg>
        <pc:spChg chg="mod">
          <ac:chgData name="Daichi Kawaguchi" userId="39803997058_tp_box_2" providerId="OAuth2" clId="{0EA2D1D5-1A4A-4DDE-98D0-B129D135DBAE}" dt="2025-10-29T14:49:54.426" v="4841" actId="13926"/>
          <ac:spMkLst>
            <pc:docMk/>
            <pc:sldMk cId="1056670807" sldId="2147483389"/>
            <ac:spMk id="4" creationId="{EC218E2D-BD7F-7509-F9C1-C2E75408375C}"/>
          </ac:spMkLst>
        </pc:spChg>
        <pc:spChg chg="mod topLvl">
          <ac:chgData name="Daichi Kawaguchi" userId="39803997058_tp_box_2" providerId="OAuth2" clId="{0EA2D1D5-1A4A-4DDE-98D0-B129D135DBAE}" dt="2025-10-29T14:49:43.505" v="4840" actId="13926"/>
          <ac:spMkLst>
            <pc:docMk/>
            <pc:sldMk cId="1056670807" sldId="2147483389"/>
            <ac:spMk id="15" creationId="{F1191229-3A35-2FB6-6DEF-07B6D0A4C028}"/>
          </ac:spMkLst>
        </pc:spChg>
        <pc:spChg chg="del">
          <ac:chgData name="Daichi Kawaguchi" userId="39803997058_tp_box_2" providerId="OAuth2" clId="{0EA2D1D5-1A4A-4DDE-98D0-B129D135DBAE}" dt="2025-10-29T14:46:28.106" v="4765" actId="478"/>
          <ac:spMkLst>
            <pc:docMk/>
            <pc:sldMk cId="1056670807" sldId="2147483389"/>
            <ac:spMk id="19" creationId="{5C91E42C-4254-7408-26C7-AD9339AEE58B}"/>
          </ac:spMkLst>
        </pc:spChg>
        <pc:spChg chg="del">
          <ac:chgData name="Daichi Kawaguchi" userId="39803997058_tp_box_2" providerId="OAuth2" clId="{0EA2D1D5-1A4A-4DDE-98D0-B129D135DBAE}" dt="2025-10-29T14:48:01.095" v="4830" actId="478"/>
          <ac:spMkLst>
            <pc:docMk/>
            <pc:sldMk cId="1056670807" sldId="2147483389"/>
            <ac:spMk id="20" creationId="{4CF05B19-4485-4153-9A2F-D9C2B9B61CE5}"/>
          </ac:spMkLst>
        </pc:spChg>
        <pc:grpChg chg="mod">
          <ac:chgData name="Daichi Kawaguchi" userId="39803997058_tp_box_2" providerId="OAuth2" clId="{0EA2D1D5-1A4A-4DDE-98D0-B129D135DBAE}" dt="2025-10-29T14:47:56.044" v="4829" actId="465"/>
          <ac:grpSpMkLst>
            <pc:docMk/>
            <pc:sldMk cId="1056670807" sldId="2147483389"/>
            <ac:grpSpMk id="12" creationId="{4C144614-6D73-4D93-028A-D18766B388FD}"/>
          </ac:grpSpMkLst>
        </pc:grpChg>
        <pc:grpChg chg="mod">
          <ac:chgData name="Daichi Kawaguchi" userId="39803997058_tp_box_2" providerId="OAuth2" clId="{0EA2D1D5-1A4A-4DDE-98D0-B129D135DBAE}" dt="2025-10-29T14:47:56.044" v="4829" actId="465"/>
          <ac:grpSpMkLst>
            <pc:docMk/>
            <pc:sldMk cId="1056670807" sldId="2147483389"/>
            <ac:grpSpMk id="14" creationId="{AE10A86E-5618-AFB3-8D39-7CD0BFDD510A}"/>
          </ac:grpSpMkLst>
        </pc:grpChg>
        <pc:grpChg chg="del mod">
          <ac:chgData name="Daichi Kawaguchi" userId="39803997058_tp_box_2" providerId="OAuth2" clId="{0EA2D1D5-1A4A-4DDE-98D0-B129D135DBAE}" dt="2025-10-29T14:47:27.407" v="4820" actId="165"/>
          <ac:grpSpMkLst>
            <pc:docMk/>
            <pc:sldMk cId="1056670807" sldId="2147483389"/>
            <ac:grpSpMk id="17" creationId="{CF50BD39-F831-AB6E-4881-1EC077A7778D}"/>
          </ac:grpSpMkLst>
        </pc:grpChg>
        <pc:grpChg chg="add del mod">
          <ac:chgData name="Daichi Kawaguchi" userId="39803997058_tp_box_2" providerId="OAuth2" clId="{0EA2D1D5-1A4A-4DDE-98D0-B129D135DBAE}" dt="2025-10-29T14:49:17.605" v="4835" actId="165"/>
          <ac:grpSpMkLst>
            <pc:docMk/>
            <pc:sldMk cId="1056670807" sldId="2147483389"/>
            <ac:grpSpMk id="21" creationId="{80051C94-8312-3CB3-C369-6C16C0E4D6B4}"/>
          </ac:grpSpMkLst>
        </pc:grpChg>
        <pc:grpChg chg="add mod">
          <ac:chgData name="Daichi Kawaguchi" userId="39803997058_tp_box_2" providerId="OAuth2" clId="{0EA2D1D5-1A4A-4DDE-98D0-B129D135DBAE}" dt="2025-10-29T14:49:31.626" v="4839" actId="164"/>
          <ac:grpSpMkLst>
            <pc:docMk/>
            <pc:sldMk cId="1056670807" sldId="2147483389"/>
            <ac:grpSpMk id="22" creationId="{82D3784D-270A-4E57-1B19-6C7ADE7C87CA}"/>
          </ac:grpSpMkLst>
        </pc:grpChg>
      </pc:sldChg>
      <pc:sldChg chg="addSp modSp add del mod">
        <pc:chgData name="Daichi Kawaguchi" userId="39803997058_tp_box_2" providerId="OAuth2" clId="{0EA2D1D5-1A4A-4DDE-98D0-B129D135DBAE}" dt="2025-10-29T14:04:59.764" v="3488" actId="2696"/>
        <pc:sldMkLst>
          <pc:docMk/>
          <pc:sldMk cId="4181911881" sldId="2147483389"/>
        </pc:sldMkLst>
        <pc:spChg chg="mod">
          <ac:chgData name="Daichi Kawaguchi" userId="39803997058_tp_box_2" providerId="OAuth2" clId="{0EA2D1D5-1A4A-4DDE-98D0-B129D135DBAE}" dt="2025-10-29T14:04:55.352" v="3487" actId="20577"/>
          <ac:spMkLst>
            <pc:docMk/>
            <pc:sldMk cId="4181911881" sldId="2147483389"/>
            <ac:spMk id="2" creationId="{660504C9-D779-1C37-B47C-B59107698A5B}"/>
          </ac:spMkLst>
        </pc:spChg>
        <pc:spChg chg="add mod">
          <ac:chgData name="Daichi Kawaguchi" userId="39803997058_tp_box_2" providerId="OAuth2" clId="{0EA2D1D5-1A4A-4DDE-98D0-B129D135DBAE}" dt="2025-10-29T05:24:33.817" v="1974" actId="164"/>
          <ac:spMkLst>
            <pc:docMk/>
            <pc:sldMk cId="4181911881" sldId="2147483389"/>
            <ac:spMk id="3" creationId="{5F57DFF0-6FB8-5B24-DAF6-A0671941379E}"/>
          </ac:spMkLst>
        </pc:spChg>
        <pc:spChg chg="mod">
          <ac:chgData name="Daichi Kawaguchi" userId="39803997058_tp_box_2" providerId="OAuth2" clId="{0EA2D1D5-1A4A-4DDE-98D0-B129D135DBAE}" dt="2025-10-29T05:25:34.089" v="2068"/>
          <ac:spMkLst>
            <pc:docMk/>
            <pc:sldMk cId="4181911881" sldId="2147483389"/>
            <ac:spMk id="5" creationId="{8E063EDC-0FE9-9C97-792F-F3A44FEDE580}"/>
          </ac:spMkLst>
        </pc:spChg>
        <pc:spChg chg="mod">
          <ac:chgData name="Daichi Kawaguchi" userId="39803997058_tp_box_2" providerId="OAuth2" clId="{0EA2D1D5-1A4A-4DDE-98D0-B129D135DBAE}" dt="2025-10-29T05:25:34.089" v="2068"/>
          <ac:spMkLst>
            <pc:docMk/>
            <pc:sldMk cId="4181911881" sldId="2147483389"/>
            <ac:spMk id="6" creationId="{2F8FC33E-DA7F-51F2-D658-AF9E256DB128}"/>
          </ac:spMkLst>
        </pc:spChg>
        <pc:spChg chg="mod">
          <ac:chgData name="Daichi Kawaguchi" userId="39803997058_tp_box_2" providerId="OAuth2" clId="{0EA2D1D5-1A4A-4DDE-98D0-B129D135DBAE}" dt="2025-10-29T05:25:34.089" v="2068"/>
          <ac:spMkLst>
            <pc:docMk/>
            <pc:sldMk cId="4181911881" sldId="2147483389"/>
            <ac:spMk id="7" creationId="{93ABF167-9F02-A842-7B81-FCC6F2E86A44}"/>
          </ac:spMkLst>
        </pc:spChg>
        <pc:spChg chg="mod">
          <ac:chgData name="Daichi Kawaguchi" userId="39803997058_tp_box_2" providerId="OAuth2" clId="{0EA2D1D5-1A4A-4DDE-98D0-B129D135DBAE}" dt="2025-10-29T05:25:34.089" v="2068"/>
          <ac:spMkLst>
            <pc:docMk/>
            <pc:sldMk cId="4181911881" sldId="2147483389"/>
            <ac:spMk id="8" creationId="{239B2A52-75BC-8765-C2E7-D51B390D796C}"/>
          </ac:spMkLst>
        </pc:spChg>
        <pc:spChg chg="mod">
          <ac:chgData name="Daichi Kawaguchi" userId="39803997058_tp_box_2" providerId="OAuth2" clId="{0EA2D1D5-1A4A-4DDE-98D0-B129D135DBAE}" dt="2025-10-29T05:26:39.887" v="2074" actId="553"/>
          <ac:spMkLst>
            <pc:docMk/>
            <pc:sldMk cId="4181911881" sldId="2147483389"/>
            <ac:spMk id="9" creationId="{20A92376-0FCE-1E3E-B91F-9345C68F3EF3}"/>
          </ac:spMkLst>
        </pc:spChg>
        <pc:spChg chg="mod">
          <ac:chgData name="Daichi Kawaguchi" userId="39803997058_tp_box_2" providerId="OAuth2" clId="{0EA2D1D5-1A4A-4DDE-98D0-B129D135DBAE}" dt="2025-10-29T05:26:39.887" v="2074" actId="553"/>
          <ac:spMkLst>
            <pc:docMk/>
            <pc:sldMk cId="4181911881" sldId="2147483389"/>
            <ac:spMk id="10" creationId="{87C67E99-AD43-20FE-90C9-5D137C2772F3}"/>
          </ac:spMkLst>
        </pc:spChg>
        <pc:spChg chg="add mod">
          <ac:chgData name="Daichi Kawaguchi" userId="39803997058_tp_box_2" providerId="OAuth2" clId="{0EA2D1D5-1A4A-4DDE-98D0-B129D135DBAE}" dt="2025-10-29T05:24:39.971" v="1978" actId="164"/>
          <ac:spMkLst>
            <pc:docMk/>
            <pc:sldMk cId="4181911881" sldId="2147483389"/>
            <ac:spMk id="11" creationId="{209502CA-49E8-98CA-B53D-7D4AF964559F}"/>
          </ac:spMkLst>
        </pc:spChg>
        <pc:spChg chg="add mod">
          <ac:chgData name="Daichi Kawaguchi" userId="39803997058_tp_box_2" providerId="OAuth2" clId="{0EA2D1D5-1A4A-4DDE-98D0-B129D135DBAE}" dt="2025-10-29T05:24:33.817" v="1974" actId="164"/>
          <ac:spMkLst>
            <pc:docMk/>
            <pc:sldMk cId="4181911881" sldId="2147483389"/>
            <ac:spMk id="15" creationId="{F1191229-3A35-2FB6-6DEF-07B6D0A4C028}"/>
          </ac:spMkLst>
        </pc:spChg>
        <pc:spChg chg="add mod">
          <ac:chgData name="Daichi Kawaguchi" userId="39803997058_tp_box_2" providerId="OAuth2" clId="{0EA2D1D5-1A4A-4DDE-98D0-B129D135DBAE}" dt="2025-10-29T05:24:39.971" v="1978" actId="164"/>
          <ac:spMkLst>
            <pc:docMk/>
            <pc:sldMk cId="4181911881" sldId="2147483389"/>
            <ac:spMk id="16" creationId="{2B0A1F03-FA3C-DE0B-ED52-26DACD6A0069}"/>
          </ac:spMkLst>
        </pc:spChg>
        <pc:spChg chg="add mod">
          <ac:chgData name="Daichi Kawaguchi" userId="39803997058_tp_box_2" providerId="OAuth2" clId="{0EA2D1D5-1A4A-4DDE-98D0-B129D135DBAE}" dt="2025-10-29T05:26:39.887" v="2074" actId="553"/>
          <ac:spMkLst>
            <pc:docMk/>
            <pc:sldMk cId="4181911881" sldId="2147483389"/>
            <ac:spMk id="19" creationId="{5C91E42C-4254-7408-26C7-AD9339AEE58B}"/>
          </ac:spMkLst>
        </pc:spChg>
        <pc:spChg chg="add mod">
          <ac:chgData name="Daichi Kawaguchi" userId="39803997058_tp_box_2" providerId="OAuth2" clId="{0EA2D1D5-1A4A-4DDE-98D0-B129D135DBAE}" dt="2025-10-29T05:26:39.887" v="2074" actId="553"/>
          <ac:spMkLst>
            <pc:docMk/>
            <pc:sldMk cId="4181911881" sldId="2147483389"/>
            <ac:spMk id="20" creationId="{4CF05B19-4485-4153-9A2F-D9C2B9B61CE5}"/>
          </ac:spMkLst>
        </pc:spChg>
        <pc:grpChg chg="add mod">
          <ac:chgData name="Daichi Kawaguchi" userId="39803997058_tp_box_2" providerId="OAuth2" clId="{0EA2D1D5-1A4A-4DDE-98D0-B129D135DBAE}" dt="2025-10-29T05:25:41.373" v="2069" actId="465"/>
          <ac:grpSpMkLst>
            <pc:docMk/>
            <pc:sldMk cId="4181911881" sldId="2147483389"/>
            <ac:grpSpMk id="12" creationId="{4C144614-6D73-4D93-028A-D18766B388FD}"/>
          </ac:grpSpMkLst>
        </pc:grpChg>
        <pc:grpChg chg="add mod">
          <ac:chgData name="Daichi Kawaguchi" userId="39803997058_tp_box_2" providerId="OAuth2" clId="{0EA2D1D5-1A4A-4DDE-98D0-B129D135DBAE}" dt="2025-10-29T05:25:34.089" v="2068"/>
          <ac:grpSpMkLst>
            <pc:docMk/>
            <pc:sldMk cId="4181911881" sldId="2147483389"/>
            <ac:grpSpMk id="13" creationId="{2D2E84F9-3B61-42C3-7610-CE5E5FA0C0A0}"/>
          </ac:grpSpMkLst>
        </pc:grpChg>
        <pc:grpChg chg="add mod">
          <ac:chgData name="Daichi Kawaguchi" userId="39803997058_tp_box_2" providerId="OAuth2" clId="{0EA2D1D5-1A4A-4DDE-98D0-B129D135DBAE}" dt="2025-10-29T05:26:39.887" v="2074" actId="553"/>
          <ac:grpSpMkLst>
            <pc:docMk/>
            <pc:sldMk cId="4181911881" sldId="2147483389"/>
            <ac:grpSpMk id="14" creationId="{AE10A86E-5618-AFB3-8D39-7CD0BFDD510A}"/>
          </ac:grpSpMkLst>
        </pc:grpChg>
        <pc:grpChg chg="add mod">
          <ac:chgData name="Daichi Kawaguchi" userId="39803997058_tp_box_2" providerId="OAuth2" clId="{0EA2D1D5-1A4A-4DDE-98D0-B129D135DBAE}" dt="2025-10-29T05:25:41.373" v="2069" actId="465"/>
          <ac:grpSpMkLst>
            <pc:docMk/>
            <pc:sldMk cId="4181911881" sldId="2147483389"/>
            <ac:grpSpMk id="17" creationId="{CF50BD39-F831-AB6E-4881-1EC077A7778D}"/>
          </ac:grpSpMkLst>
        </pc:grpChg>
        <pc:grpChg chg="add mod">
          <ac:chgData name="Daichi Kawaguchi" userId="39803997058_tp_box_2" providerId="OAuth2" clId="{0EA2D1D5-1A4A-4DDE-98D0-B129D135DBAE}" dt="2025-10-29T05:25:00.590" v="2064" actId="1036"/>
          <ac:grpSpMkLst>
            <pc:docMk/>
            <pc:sldMk cId="4181911881" sldId="2147483389"/>
            <ac:grpSpMk id="18" creationId="{399A95D9-2926-891E-6F6E-ECC9CBC5B0EA}"/>
          </ac:grpSpMkLst>
        </pc:grpChg>
      </pc:sldChg>
      <pc:sldChg chg="addSp delSp modSp add mod">
        <pc:chgData name="Daichi Kawaguchi" userId="39803997058_tp_box_2" providerId="OAuth2" clId="{0EA2D1D5-1A4A-4DDE-98D0-B129D135DBAE}" dt="2025-10-29T06:28:30.453" v="2991"/>
        <pc:sldMkLst>
          <pc:docMk/>
          <pc:sldMk cId="3614467979" sldId="2147483390"/>
        </pc:sldMkLst>
        <pc:spChg chg="mod">
          <ac:chgData name="Daichi Kawaguchi" userId="39803997058_tp_box_2" providerId="OAuth2" clId="{0EA2D1D5-1A4A-4DDE-98D0-B129D135DBAE}" dt="2025-10-29T05:36:42.704" v="2316" actId="20577"/>
          <ac:spMkLst>
            <pc:docMk/>
            <pc:sldMk cId="3614467979" sldId="2147483390"/>
            <ac:spMk id="2" creationId="{31C40BE4-7CFE-9246-30D9-22B603EAC321}"/>
          </ac:spMkLst>
        </pc:spChg>
        <pc:spChg chg="mod">
          <ac:chgData name="Daichi Kawaguchi" userId="39803997058_tp_box_2" providerId="OAuth2" clId="{0EA2D1D5-1A4A-4DDE-98D0-B129D135DBAE}" dt="2025-10-29T06:28:30.453" v="2991"/>
          <ac:spMkLst>
            <pc:docMk/>
            <pc:sldMk cId="3614467979" sldId="2147483390"/>
            <ac:spMk id="4" creationId="{4F21377B-271C-F641-4912-B3B6C0226E65}"/>
          </ac:spMkLst>
        </pc:spChg>
        <pc:spChg chg="del">
          <ac:chgData name="Daichi Kawaguchi" userId="39803997058_tp_box_2" providerId="OAuth2" clId="{0EA2D1D5-1A4A-4DDE-98D0-B129D135DBAE}" dt="2025-10-29T05:34:17.641" v="2253" actId="478"/>
          <ac:spMkLst>
            <pc:docMk/>
            <pc:sldMk cId="3614467979" sldId="2147483390"/>
            <ac:spMk id="19" creationId="{D1219A0C-7D44-CCF1-4B3E-AE7C4154F311}"/>
          </ac:spMkLst>
        </pc:spChg>
        <pc:spChg chg="del">
          <ac:chgData name="Daichi Kawaguchi" userId="39803997058_tp_box_2" providerId="OAuth2" clId="{0EA2D1D5-1A4A-4DDE-98D0-B129D135DBAE}" dt="2025-10-29T05:34:17.641" v="2253" actId="478"/>
          <ac:spMkLst>
            <pc:docMk/>
            <pc:sldMk cId="3614467979" sldId="2147483390"/>
            <ac:spMk id="20" creationId="{73C0A069-C004-6925-0E74-EF7767CD636A}"/>
          </ac:spMkLst>
        </pc:spChg>
        <pc:spChg chg="add mod">
          <ac:chgData name="Daichi Kawaguchi" userId="39803997058_tp_box_2" providerId="OAuth2" clId="{0EA2D1D5-1A4A-4DDE-98D0-B129D135DBAE}" dt="2025-10-29T05:35:37.783" v="2293" actId="554"/>
          <ac:spMkLst>
            <pc:docMk/>
            <pc:sldMk cId="3614467979" sldId="2147483390"/>
            <ac:spMk id="21" creationId="{726837B8-3E52-3146-F4EC-2BA27602B939}"/>
          </ac:spMkLst>
        </pc:spChg>
        <pc:spChg chg="mod topLvl">
          <ac:chgData name="Daichi Kawaguchi" userId="39803997058_tp_box_2" providerId="OAuth2" clId="{0EA2D1D5-1A4A-4DDE-98D0-B129D135DBAE}" dt="2025-10-29T05:34:51.907" v="2274" actId="164"/>
          <ac:spMkLst>
            <pc:docMk/>
            <pc:sldMk cId="3614467979" sldId="2147483390"/>
            <ac:spMk id="23" creationId="{01EC5DE5-8011-692A-EE8C-0C49EBECD01B}"/>
          </ac:spMkLst>
        </pc:spChg>
        <pc:spChg chg="add mod">
          <ac:chgData name="Daichi Kawaguchi" userId="39803997058_tp_box_2" providerId="OAuth2" clId="{0EA2D1D5-1A4A-4DDE-98D0-B129D135DBAE}" dt="2025-10-29T05:34:18.168" v="2254"/>
          <ac:spMkLst>
            <pc:docMk/>
            <pc:sldMk cId="3614467979" sldId="2147483390"/>
            <ac:spMk id="25" creationId="{9CF39D60-B569-FE58-D296-328CE84711F2}"/>
          </ac:spMkLst>
        </pc:spChg>
        <pc:spChg chg="mod">
          <ac:chgData name="Daichi Kawaguchi" userId="39803997058_tp_box_2" providerId="OAuth2" clId="{0EA2D1D5-1A4A-4DDE-98D0-B129D135DBAE}" dt="2025-10-29T05:34:18.168" v="2254"/>
          <ac:spMkLst>
            <pc:docMk/>
            <pc:sldMk cId="3614467979" sldId="2147483390"/>
            <ac:spMk id="27" creationId="{50A0FDF5-2E1A-D939-6DF4-08FC6729FD58}"/>
          </ac:spMkLst>
        </pc:spChg>
        <pc:spChg chg="mod">
          <ac:chgData name="Daichi Kawaguchi" userId="39803997058_tp_box_2" providerId="OAuth2" clId="{0EA2D1D5-1A4A-4DDE-98D0-B129D135DBAE}" dt="2025-10-29T05:34:18.168" v="2254"/>
          <ac:spMkLst>
            <pc:docMk/>
            <pc:sldMk cId="3614467979" sldId="2147483390"/>
            <ac:spMk id="30" creationId="{AB110C4F-29C4-0403-0B7D-59F754CA4A24}"/>
          </ac:spMkLst>
        </pc:spChg>
        <pc:spChg chg="add mod">
          <ac:chgData name="Daichi Kawaguchi" userId="39803997058_tp_box_2" providerId="OAuth2" clId="{0EA2D1D5-1A4A-4DDE-98D0-B129D135DBAE}" dt="2025-10-29T05:35:37.783" v="2293" actId="554"/>
          <ac:spMkLst>
            <pc:docMk/>
            <pc:sldMk cId="3614467979" sldId="2147483390"/>
            <ac:spMk id="32" creationId="{752CB227-DAA6-25EA-DDD3-965253772B75}"/>
          </ac:spMkLst>
        </pc:spChg>
        <pc:spChg chg="add mod">
          <ac:chgData name="Daichi Kawaguchi" userId="39803997058_tp_box_2" providerId="OAuth2" clId="{0EA2D1D5-1A4A-4DDE-98D0-B129D135DBAE}" dt="2025-10-29T05:35:37.783" v="2293" actId="554"/>
          <ac:spMkLst>
            <pc:docMk/>
            <pc:sldMk cId="3614467979" sldId="2147483390"/>
            <ac:spMk id="33" creationId="{FAEC8F1E-A8EA-B698-F15B-D46308063913}"/>
          </ac:spMkLst>
        </pc:spChg>
        <pc:spChg chg="add mod">
          <ac:chgData name="Daichi Kawaguchi" userId="39803997058_tp_box_2" providerId="OAuth2" clId="{0EA2D1D5-1A4A-4DDE-98D0-B129D135DBAE}" dt="2025-10-29T05:35:37.783" v="2293" actId="554"/>
          <ac:spMkLst>
            <pc:docMk/>
            <pc:sldMk cId="3614467979" sldId="2147483390"/>
            <ac:spMk id="34" creationId="{608713F7-5761-6E1A-BF9A-CB4A28A5FFE4}"/>
          </ac:spMkLst>
        </pc:spChg>
        <pc:grpChg chg="del">
          <ac:chgData name="Daichi Kawaguchi" userId="39803997058_tp_box_2" providerId="OAuth2" clId="{0EA2D1D5-1A4A-4DDE-98D0-B129D135DBAE}" dt="2025-10-29T05:34:17.641" v="2253" actId="478"/>
          <ac:grpSpMkLst>
            <pc:docMk/>
            <pc:sldMk cId="3614467979" sldId="2147483390"/>
            <ac:grpSpMk id="12" creationId="{C3C3A72B-85BB-3381-3A8A-1B327ADADB4C}"/>
          </ac:grpSpMkLst>
        </pc:grpChg>
        <pc:grpChg chg="del">
          <ac:chgData name="Daichi Kawaguchi" userId="39803997058_tp_box_2" providerId="OAuth2" clId="{0EA2D1D5-1A4A-4DDE-98D0-B129D135DBAE}" dt="2025-10-29T05:34:17.641" v="2253" actId="478"/>
          <ac:grpSpMkLst>
            <pc:docMk/>
            <pc:sldMk cId="3614467979" sldId="2147483390"/>
            <ac:grpSpMk id="13" creationId="{0D398C1A-2F58-90D3-8A18-1A5CF4AE6AF3}"/>
          </ac:grpSpMkLst>
        </pc:grpChg>
        <pc:grpChg chg="del">
          <ac:chgData name="Daichi Kawaguchi" userId="39803997058_tp_box_2" providerId="OAuth2" clId="{0EA2D1D5-1A4A-4DDE-98D0-B129D135DBAE}" dt="2025-10-29T05:34:17.641" v="2253" actId="478"/>
          <ac:grpSpMkLst>
            <pc:docMk/>
            <pc:sldMk cId="3614467979" sldId="2147483390"/>
            <ac:grpSpMk id="14" creationId="{628C7F50-82B3-F994-261D-6F946C3CF983}"/>
          </ac:grpSpMkLst>
        </pc:grpChg>
        <pc:grpChg chg="del">
          <ac:chgData name="Daichi Kawaguchi" userId="39803997058_tp_box_2" providerId="OAuth2" clId="{0EA2D1D5-1A4A-4DDE-98D0-B129D135DBAE}" dt="2025-10-29T05:34:17.641" v="2253" actId="478"/>
          <ac:grpSpMkLst>
            <pc:docMk/>
            <pc:sldMk cId="3614467979" sldId="2147483390"/>
            <ac:grpSpMk id="17" creationId="{85E63910-0DBF-BE86-FDD8-B5EF49AE5466}"/>
          </ac:grpSpMkLst>
        </pc:grpChg>
        <pc:grpChg chg="del">
          <ac:chgData name="Daichi Kawaguchi" userId="39803997058_tp_box_2" providerId="OAuth2" clId="{0EA2D1D5-1A4A-4DDE-98D0-B129D135DBAE}" dt="2025-10-29T05:34:17.641" v="2253" actId="478"/>
          <ac:grpSpMkLst>
            <pc:docMk/>
            <pc:sldMk cId="3614467979" sldId="2147483390"/>
            <ac:grpSpMk id="18" creationId="{2429C3C5-3925-A2A4-E5D6-5BBF09E79745}"/>
          </ac:grpSpMkLst>
        </pc:grpChg>
        <pc:grpChg chg="del">
          <ac:chgData name="Daichi Kawaguchi" userId="39803997058_tp_box_2" providerId="OAuth2" clId="{0EA2D1D5-1A4A-4DDE-98D0-B129D135DBAE}" dt="2025-10-29T05:34:42.626" v="2255" actId="165"/>
          <ac:grpSpMkLst>
            <pc:docMk/>
            <pc:sldMk cId="3614467979" sldId="2147483390"/>
            <ac:grpSpMk id="22" creationId="{0F8FCA5D-A7AD-EDE4-CF62-8183F7690213}"/>
          </ac:grpSpMkLst>
        </pc:grpChg>
        <pc:grpChg chg="mod">
          <ac:chgData name="Daichi Kawaguchi" userId="39803997058_tp_box_2" providerId="OAuth2" clId="{0EA2D1D5-1A4A-4DDE-98D0-B129D135DBAE}" dt="2025-10-29T05:34:59.044" v="2275" actId="554"/>
          <ac:grpSpMkLst>
            <pc:docMk/>
            <pc:sldMk cId="3614467979" sldId="2147483390"/>
            <ac:grpSpMk id="26" creationId="{62DC9040-46AE-EA62-9EA0-1DA1B2180290}"/>
          </ac:grpSpMkLst>
        </pc:grpChg>
        <pc:grpChg chg="mod">
          <ac:chgData name="Daichi Kawaguchi" userId="39803997058_tp_box_2" providerId="OAuth2" clId="{0EA2D1D5-1A4A-4DDE-98D0-B129D135DBAE}" dt="2025-10-29T05:34:59.044" v="2275" actId="554"/>
          <ac:grpSpMkLst>
            <pc:docMk/>
            <pc:sldMk cId="3614467979" sldId="2147483390"/>
            <ac:grpSpMk id="29" creationId="{D654BF37-399E-7A9A-63C6-5D34B0195C32}"/>
          </ac:grpSpMkLst>
        </pc:grpChg>
        <pc:grpChg chg="add mod">
          <ac:chgData name="Daichi Kawaguchi" userId="39803997058_tp_box_2" providerId="OAuth2" clId="{0EA2D1D5-1A4A-4DDE-98D0-B129D135DBAE}" dt="2025-10-29T05:34:59.044" v="2275" actId="554"/>
          <ac:grpSpMkLst>
            <pc:docMk/>
            <pc:sldMk cId="3614467979" sldId="2147483390"/>
            <ac:grpSpMk id="42" creationId="{10FFC9EA-29F9-2942-9DEB-A66B9F78DD6A}"/>
          </ac:grpSpMkLst>
        </pc:grpChg>
        <pc:picChg chg="add mod">
          <ac:chgData name="Daichi Kawaguchi" userId="39803997058_tp_box_2" providerId="OAuth2" clId="{0EA2D1D5-1A4A-4DDE-98D0-B129D135DBAE}" dt="2025-10-29T05:34:18.168" v="2254"/>
          <ac:picMkLst>
            <pc:docMk/>
            <pc:sldMk cId="3614467979" sldId="2147483390"/>
            <ac:picMk id="35" creationId="{20E4AA53-4A18-09E7-CC9E-D8B3FC566081}"/>
          </ac:picMkLst>
        </pc:picChg>
        <pc:picChg chg="add mod">
          <ac:chgData name="Daichi Kawaguchi" userId="39803997058_tp_box_2" providerId="OAuth2" clId="{0EA2D1D5-1A4A-4DDE-98D0-B129D135DBAE}" dt="2025-10-29T05:34:18.168" v="2254"/>
          <ac:picMkLst>
            <pc:docMk/>
            <pc:sldMk cId="3614467979" sldId="2147483390"/>
            <ac:picMk id="36" creationId="{5319EB23-540E-A8C2-38A5-CBBF458A57F0}"/>
          </ac:picMkLst>
        </pc:picChg>
        <pc:cxnChg chg="mod topLvl">
          <ac:chgData name="Daichi Kawaguchi" userId="39803997058_tp_box_2" providerId="OAuth2" clId="{0EA2D1D5-1A4A-4DDE-98D0-B129D135DBAE}" dt="2025-10-29T05:34:51.907" v="2274" actId="164"/>
          <ac:cxnSpMkLst>
            <pc:docMk/>
            <pc:sldMk cId="3614467979" sldId="2147483390"/>
            <ac:cxnSpMk id="24" creationId="{24E58B3C-B3F3-0205-914D-F52B7C1E1BAC}"/>
          </ac:cxnSpMkLst>
        </pc:cxnChg>
        <pc:cxnChg chg="mod">
          <ac:chgData name="Daichi Kawaguchi" userId="39803997058_tp_box_2" providerId="OAuth2" clId="{0EA2D1D5-1A4A-4DDE-98D0-B129D135DBAE}" dt="2025-10-29T05:35:29.527" v="2292" actId="465"/>
          <ac:cxnSpMkLst>
            <pc:docMk/>
            <pc:sldMk cId="3614467979" sldId="2147483390"/>
            <ac:cxnSpMk id="38" creationId="{8F2FB9CC-4410-8319-F4C8-A30C295EB5E3}"/>
          </ac:cxnSpMkLst>
        </pc:cxnChg>
      </pc:sldChg>
      <pc:sldChg chg="addSp delSp modSp add mod">
        <pc:chgData name="Daichi Kawaguchi" userId="39803997058_tp_box_2" providerId="OAuth2" clId="{0EA2D1D5-1A4A-4DDE-98D0-B129D135DBAE}" dt="2025-10-29T06:29:17.858" v="3006" actId="553"/>
        <pc:sldMkLst>
          <pc:docMk/>
          <pc:sldMk cId="1748708321" sldId="2147483391"/>
        </pc:sldMkLst>
        <pc:spChg chg="mod">
          <ac:chgData name="Daichi Kawaguchi" userId="39803997058_tp_box_2" providerId="OAuth2" clId="{0EA2D1D5-1A4A-4DDE-98D0-B129D135DBAE}" dt="2025-10-29T05:36:53.760" v="2319" actId="20577"/>
          <ac:spMkLst>
            <pc:docMk/>
            <pc:sldMk cId="1748708321" sldId="2147483391"/>
            <ac:spMk id="2" creationId="{5D2CDA47-C7B7-CB10-DA6E-BB2B0269E1FC}"/>
          </ac:spMkLst>
        </pc:spChg>
        <pc:spChg chg="mod">
          <ac:chgData name="Daichi Kawaguchi" userId="39803997058_tp_box_2" providerId="OAuth2" clId="{0EA2D1D5-1A4A-4DDE-98D0-B129D135DBAE}" dt="2025-10-29T06:28:55.930" v="2994" actId="20577"/>
          <ac:spMkLst>
            <pc:docMk/>
            <pc:sldMk cId="1748708321" sldId="2147483391"/>
            <ac:spMk id="4" creationId="{AD89A855-FF43-568E-A084-8D1DCC3544EF}"/>
          </ac:spMkLst>
        </pc:spChg>
        <pc:spChg chg="add mod">
          <ac:chgData name="Daichi Kawaguchi" userId="39803997058_tp_box_2" providerId="OAuth2" clId="{0EA2D1D5-1A4A-4DDE-98D0-B129D135DBAE}" dt="2025-10-29T06:29:17.858" v="3006" actId="553"/>
          <ac:spMkLst>
            <pc:docMk/>
            <pc:sldMk cId="1748708321" sldId="2147483391"/>
            <ac:spMk id="12" creationId="{A671BD34-9D14-2152-618A-51DFB5527127}"/>
          </ac:spMkLst>
        </pc:spChg>
        <pc:spChg chg="mod">
          <ac:chgData name="Daichi Kawaguchi" userId="39803997058_tp_box_2" providerId="OAuth2" clId="{0EA2D1D5-1A4A-4DDE-98D0-B129D135DBAE}" dt="2025-10-29T05:37:07.840" v="2320"/>
          <ac:spMkLst>
            <pc:docMk/>
            <pc:sldMk cId="1748708321" sldId="2147483391"/>
            <ac:spMk id="23" creationId="{21AEB1AE-56D0-7B31-2711-74465EC7F9D6}"/>
          </ac:spMkLst>
        </pc:spChg>
        <pc:spChg chg="mod">
          <ac:chgData name="Daichi Kawaguchi" userId="39803997058_tp_box_2" providerId="OAuth2" clId="{0EA2D1D5-1A4A-4DDE-98D0-B129D135DBAE}" dt="2025-10-29T05:42:30.298" v="2376" actId="555"/>
          <ac:spMkLst>
            <pc:docMk/>
            <pc:sldMk cId="1748708321" sldId="2147483391"/>
            <ac:spMk id="25" creationId="{40BCA55F-C5D6-76D0-FE8A-2880EAF5D301}"/>
          </ac:spMkLst>
        </pc:spChg>
        <pc:spChg chg="mod">
          <ac:chgData name="Daichi Kawaguchi" userId="39803997058_tp_box_2" providerId="OAuth2" clId="{0EA2D1D5-1A4A-4DDE-98D0-B129D135DBAE}" dt="2025-10-29T05:37:21.972" v="2322"/>
          <ac:spMkLst>
            <pc:docMk/>
            <pc:sldMk cId="1748708321" sldId="2147483391"/>
            <ac:spMk id="27" creationId="{3F111093-D6E2-C709-80D9-58FA14427745}"/>
          </ac:spMkLst>
        </pc:spChg>
        <pc:spChg chg="mod">
          <ac:chgData name="Daichi Kawaguchi" userId="39803997058_tp_box_2" providerId="OAuth2" clId="{0EA2D1D5-1A4A-4DDE-98D0-B129D135DBAE}" dt="2025-10-29T05:37:14.735" v="2321"/>
          <ac:spMkLst>
            <pc:docMk/>
            <pc:sldMk cId="1748708321" sldId="2147483391"/>
            <ac:spMk id="30" creationId="{A35FB9DF-E683-E8D2-4006-2D11F747A53F}"/>
          </ac:spMkLst>
        </pc:spChg>
        <pc:spChg chg="mod">
          <ac:chgData name="Daichi Kawaguchi" userId="39803997058_tp_box_2" providerId="OAuth2" clId="{0EA2D1D5-1A4A-4DDE-98D0-B129D135DBAE}" dt="2025-10-29T05:40:43.693" v="2339" actId="553"/>
          <ac:spMkLst>
            <pc:docMk/>
            <pc:sldMk cId="1748708321" sldId="2147483391"/>
            <ac:spMk id="32" creationId="{9D565DC8-DDC5-BF9C-AEAA-C6B186047B96}"/>
          </ac:spMkLst>
        </pc:spChg>
        <pc:spChg chg="mod">
          <ac:chgData name="Daichi Kawaguchi" userId="39803997058_tp_box_2" providerId="OAuth2" clId="{0EA2D1D5-1A4A-4DDE-98D0-B129D135DBAE}" dt="2025-10-29T05:41:29.052" v="2355" actId="553"/>
          <ac:spMkLst>
            <pc:docMk/>
            <pc:sldMk cId="1748708321" sldId="2147483391"/>
            <ac:spMk id="33" creationId="{75D3270E-70BF-F3ED-2C98-672B0D0ED6E5}"/>
          </ac:spMkLst>
        </pc:spChg>
        <pc:spChg chg="del mod">
          <ac:chgData name="Daichi Kawaguchi" userId="39803997058_tp_box_2" providerId="OAuth2" clId="{0EA2D1D5-1A4A-4DDE-98D0-B129D135DBAE}" dt="2025-10-29T05:39:56.438" v="2330" actId="478"/>
          <ac:spMkLst>
            <pc:docMk/>
            <pc:sldMk cId="1748708321" sldId="2147483391"/>
            <ac:spMk id="34" creationId="{7FD2D745-A552-4A49-A00B-3C3E491EE768}"/>
          </ac:spMkLst>
        </pc:spChg>
        <pc:grpChg chg="mod">
          <ac:chgData name="Daichi Kawaguchi" userId="39803997058_tp_box_2" providerId="OAuth2" clId="{0EA2D1D5-1A4A-4DDE-98D0-B129D135DBAE}" dt="2025-10-29T05:42:24.559" v="2375" actId="552"/>
          <ac:grpSpMkLst>
            <pc:docMk/>
            <pc:sldMk cId="1748708321" sldId="2147483391"/>
            <ac:grpSpMk id="26" creationId="{A0D21282-3CA6-446E-C23D-AF047B13530D}"/>
          </ac:grpSpMkLst>
        </pc:grpChg>
        <pc:grpChg chg="mod">
          <ac:chgData name="Daichi Kawaguchi" userId="39803997058_tp_box_2" providerId="OAuth2" clId="{0EA2D1D5-1A4A-4DDE-98D0-B129D135DBAE}" dt="2025-10-29T05:41:18.992" v="2344" actId="555"/>
          <ac:grpSpMkLst>
            <pc:docMk/>
            <pc:sldMk cId="1748708321" sldId="2147483391"/>
            <ac:grpSpMk id="29" creationId="{50560181-FEE8-824A-EE90-39A2C6414878}"/>
          </ac:grpSpMkLst>
        </pc:grpChg>
        <pc:grpChg chg="mod">
          <ac:chgData name="Daichi Kawaguchi" userId="39803997058_tp_box_2" providerId="OAuth2" clId="{0EA2D1D5-1A4A-4DDE-98D0-B129D135DBAE}" dt="2025-10-29T05:40:29.027" v="2336" actId="552"/>
          <ac:grpSpMkLst>
            <pc:docMk/>
            <pc:sldMk cId="1748708321" sldId="2147483391"/>
            <ac:grpSpMk id="42" creationId="{5D54A3AD-FB37-16F9-68D4-E81DCCDC9C80}"/>
          </ac:grpSpMkLst>
        </pc:grpChg>
        <pc:picChg chg="add mod">
          <ac:chgData name="Daichi Kawaguchi" userId="39803997058_tp_box_2" providerId="OAuth2" clId="{0EA2D1D5-1A4A-4DDE-98D0-B129D135DBAE}" dt="2025-10-29T05:40:29.027" v="2336" actId="552"/>
          <ac:picMkLst>
            <pc:docMk/>
            <pc:sldMk cId="1748708321" sldId="2147483391"/>
            <ac:picMk id="3" creationId="{0BEBB701-B410-9486-4C39-BF073DD65275}"/>
          </ac:picMkLst>
        </pc:picChg>
        <pc:picChg chg="add mod">
          <ac:chgData name="Daichi Kawaguchi" userId="39803997058_tp_box_2" providerId="OAuth2" clId="{0EA2D1D5-1A4A-4DDE-98D0-B129D135DBAE}" dt="2025-10-29T05:40:43.693" v="2339" actId="553"/>
          <ac:picMkLst>
            <pc:docMk/>
            <pc:sldMk cId="1748708321" sldId="2147483391"/>
            <ac:picMk id="5" creationId="{318D4C3B-FA20-42D3-A819-8874D49BF29B}"/>
          </ac:picMkLst>
        </pc:picChg>
        <pc:picChg chg="add mod">
          <ac:chgData name="Daichi Kawaguchi" userId="39803997058_tp_box_2" providerId="OAuth2" clId="{0EA2D1D5-1A4A-4DDE-98D0-B129D135DBAE}" dt="2025-10-29T05:42:13.290" v="2373" actId="465"/>
          <ac:picMkLst>
            <pc:docMk/>
            <pc:sldMk cId="1748708321" sldId="2147483391"/>
            <ac:picMk id="6" creationId="{D5199E50-EAF7-8AF5-F22B-CE6AE85ADCE2}"/>
          </ac:picMkLst>
        </pc:picChg>
        <pc:picChg chg="add mod">
          <ac:chgData name="Daichi Kawaguchi" userId="39803997058_tp_box_2" providerId="OAuth2" clId="{0EA2D1D5-1A4A-4DDE-98D0-B129D135DBAE}" dt="2025-10-29T05:42:07.527" v="2371" actId="1036"/>
          <ac:picMkLst>
            <pc:docMk/>
            <pc:sldMk cId="1748708321" sldId="2147483391"/>
            <ac:picMk id="7" creationId="{3EB941BC-BDDB-3B32-9CE2-6BB8153064F9}"/>
          </ac:picMkLst>
        </pc:picChg>
        <pc:picChg chg="add mod">
          <ac:chgData name="Daichi Kawaguchi" userId="39803997058_tp_box_2" providerId="OAuth2" clId="{0EA2D1D5-1A4A-4DDE-98D0-B129D135DBAE}" dt="2025-10-29T05:41:23.030" v="2345" actId="555"/>
          <ac:picMkLst>
            <pc:docMk/>
            <pc:sldMk cId="1748708321" sldId="2147483391"/>
            <ac:picMk id="8" creationId="{AF1D85F6-7BA8-D156-3F56-77D9CA508C99}"/>
          </ac:picMkLst>
        </pc:picChg>
        <pc:picChg chg="add mod">
          <ac:chgData name="Daichi Kawaguchi" userId="39803997058_tp_box_2" providerId="OAuth2" clId="{0EA2D1D5-1A4A-4DDE-98D0-B129D135DBAE}" dt="2025-10-29T05:42:24.559" v="2375" actId="552"/>
          <ac:picMkLst>
            <pc:docMk/>
            <pc:sldMk cId="1748708321" sldId="2147483391"/>
            <ac:picMk id="9" creationId="{47CB8ADF-6F97-D209-5026-3513FD644EB1}"/>
          </ac:picMkLst>
        </pc:picChg>
        <pc:picChg chg="add mod">
          <ac:chgData name="Daichi Kawaguchi" userId="39803997058_tp_box_2" providerId="OAuth2" clId="{0EA2D1D5-1A4A-4DDE-98D0-B129D135DBAE}" dt="2025-10-29T06:29:17.858" v="3006" actId="553"/>
          <ac:picMkLst>
            <pc:docMk/>
            <pc:sldMk cId="1748708321" sldId="2147483391"/>
            <ac:picMk id="10" creationId="{370A92F1-BEBA-61A7-3B40-2AC88A329E58}"/>
          </ac:picMkLst>
        </pc:picChg>
        <pc:picChg chg="add mod">
          <ac:chgData name="Daichi Kawaguchi" userId="39803997058_tp_box_2" providerId="OAuth2" clId="{0EA2D1D5-1A4A-4DDE-98D0-B129D135DBAE}" dt="2025-10-29T05:42:30.298" v="2376" actId="555"/>
          <ac:picMkLst>
            <pc:docMk/>
            <pc:sldMk cId="1748708321" sldId="2147483391"/>
            <ac:picMk id="11" creationId="{F98B9A0F-74C8-E3CA-56A6-372B5332E509}"/>
          </ac:picMkLst>
        </pc:picChg>
        <pc:picChg chg="del">
          <ac:chgData name="Daichi Kawaguchi" userId="39803997058_tp_box_2" providerId="OAuth2" clId="{0EA2D1D5-1A4A-4DDE-98D0-B129D135DBAE}" dt="2025-10-29T05:39:56.438" v="2330" actId="478"/>
          <ac:picMkLst>
            <pc:docMk/>
            <pc:sldMk cId="1748708321" sldId="2147483391"/>
            <ac:picMk id="35" creationId="{EE333B28-7CCB-B176-379A-26EAD18F276B}"/>
          </ac:picMkLst>
        </pc:picChg>
        <pc:picChg chg="del">
          <ac:chgData name="Daichi Kawaguchi" userId="39803997058_tp_box_2" providerId="OAuth2" clId="{0EA2D1D5-1A4A-4DDE-98D0-B129D135DBAE}" dt="2025-10-29T05:39:56.438" v="2330" actId="478"/>
          <ac:picMkLst>
            <pc:docMk/>
            <pc:sldMk cId="1748708321" sldId="2147483391"/>
            <ac:picMk id="36" creationId="{528F1743-4D67-891A-63F7-5DB2E7882B55}"/>
          </ac:picMkLst>
        </pc:picChg>
        <pc:picChg chg="del">
          <ac:chgData name="Daichi Kawaguchi" userId="39803997058_tp_box_2" providerId="OAuth2" clId="{0EA2D1D5-1A4A-4DDE-98D0-B129D135DBAE}" dt="2025-10-29T05:40:00.781" v="2332" actId="478"/>
          <ac:picMkLst>
            <pc:docMk/>
            <pc:sldMk cId="1748708321" sldId="2147483391"/>
            <ac:picMk id="37" creationId="{64D081E2-309E-23C5-23AA-9C99AEACE571}"/>
          </ac:picMkLst>
        </pc:picChg>
        <pc:picChg chg="del">
          <ac:chgData name="Daichi Kawaguchi" userId="39803997058_tp_box_2" providerId="OAuth2" clId="{0EA2D1D5-1A4A-4DDE-98D0-B129D135DBAE}" dt="2025-10-29T05:39:58.798" v="2331" actId="478"/>
          <ac:picMkLst>
            <pc:docMk/>
            <pc:sldMk cId="1748708321" sldId="2147483391"/>
            <ac:picMk id="41" creationId="{491128B2-2161-E841-D422-3FEC192BF4EC}"/>
          </ac:picMkLst>
        </pc:picChg>
      </pc:sldChg>
      <pc:sldChg chg="addSp delSp modSp add mod">
        <pc:chgData name="Daichi Kawaguchi" userId="39803997058_tp_box_2" providerId="OAuth2" clId="{0EA2D1D5-1A4A-4DDE-98D0-B129D135DBAE}" dt="2025-10-29T05:52:57.792" v="2573" actId="20577"/>
        <pc:sldMkLst>
          <pc:docMk/>
          <pc:sldMk cId="3001416365" sldId="2147483392"/>
        </pc:sldMkLst>
        <pc:spChg chg="mod">
          <ac:chgData name="Daichi Kawaguchi" userId="39803997058_tp_box_2" providerId="OAuth2" clId="{0EA2D1D5-1A4A-4DDE-98D0-B129D135DBAE}" dt="2025-10-29T05:43:51.868" v="2412" actId="20577"/>
          <ac:spMkLst>
            <pc:docMk/>
            <pc:sldMk cId="3001416365" sldId="2147483392"/>
            <ac:spMk id="2" creationId="{BCFEF63B-A99A-7DF3-9F1F-892698BB060B}"/>
          </ac:spMkLst>
        </pc:spChg>
        <pc:spChg chg="mod">
          <ac:chgData name="Daichi Kawaguchi" userId="39803997058_tp_box_2" providerId="OAuth2" clId="{0EA2D1D5-1A4A-4DDE-98D0-B129D135DBAE}" dt="2025-10-29T05:52:57.792" v="2573" actId="20577"/>
          <ac:spMkLst>
            <pc:docMk/>
            <pc:sldMk cId="3001416365" sldId="2147483392"/>
            <ac:spMk id="4" creationId="{49A18A0A-D9CC-1B54-E1EB-E9E333164DEE}"/>
          </ac:spMkLst>
        </pc:spChg>
        <pc:spChg chg="del">
          <ac:chgData name="Daichi Kawaguchi" userId="39803997058_tp_box_2" providerId="OAuth2" clId="{0EA2D1D5-1A4A-4DDE-98D0-B129D135DBAE}" dt="2025-10-29T05:50:25.101" v="2546" actId="478"/>
          <ac:spMkLst>
            <pc:docMk/>
            <pc:sldMk cId="3001416365" sldId="2147483392"/>
            <ac:spMk id="12" creationId="{1975B14F-3D1F-5538-E032-C3993AEE7BA7}"/>
          </ac:spMkLst>
        </pc:spChg>
        <pc:spChg chg="mod">
          <ac:chgData name="Daichi Kawaguchi" userId="39803997058_tp_box_2" providerId="OAuth2" clId="{0EA2D1D5-1A4A-4DDE-98D0-B129D135DBAE}" dt="2025-10-29T05:51:46.200" v="2557"/>
          <ac:spMkLst>
            <pc:docMk/>
            <pc:sldMk cId="3001416365" sldId="2147483392"/>
            <ac:spMk id="14" creationId="{A11DF257-CB24-FCA1-EFCF-C513E87DA510}"/>
          </ac:spMkLst>
        </pc:spChg>
        <pc:spChg chg="mod">
          <ac:chgData name="Daichi Kawaguchi" userId="39803997058_tp_box_2" providerId="OAuth2" clId="{0EA2D1D5-1A4A-4DDE-98D0-B129D135DBAE}" dt="2025-10-29T05:51:27.023" v="2554"/>
          <ac:spMkLst>
            <pc:docMk/>
            <pc:sldMk cId="3001416365" sldId="2147483392"/>
            <ac:spMk id="23" creationId="{B80BEEFA-73A5-0E55-6DBC-FDCF119A6105}"/>
          </ac:spMkLst>
        </pc:spChg>
        <pc:spChg chg="mod">
          <ac:chgData name="Daichi Kawaguchi" userId="39803997058_tp_box_2" providerId="OAuth2" clId="{0EA2D1D5-1A4A-4DDE-98D0-B129D135DBAE}" dt="2025-10-29T05:52:30.210" v="2569" actId="12789"/>
          <ac:spMkLst>
            <pc:docMk/>
            <pc:sldMk cId="3001416365" sldId="2147483392"/>
            <ac:spMk id="25" creationId="{454D3E39-2FA4-5C49-774F-7D000DDAA4DB}"/>
          </ac:spMkLst>
        </pc:spChg>
        <pc:spChg chg="mod">
          <ac:chgData name="Daichi Kawaguchi" userId="39803997058_tp_box_2" providerId="OAuth2" clId="{0EA2D1D5-1A4A-4DDE-98D0-B129D135DBAE}" dt="2025-10-29T05:52:16.451" v="2564"/>
          <ac:spMkLst>
            <pc:docMk/>
            <pc:sldMk cId="3001416365" sldId="2147483392"/>
            <ac:spMk id="30" creationId="{248C17DC-914C-A523-78B1-D34B1AEE2D7F}"/>
          </ac:spMkLst>
        </pc:spChg>
        <pc:spChg chg="mod">
          <ac:chgData name="Daichi Kawaguchi" userId="39803997058_tp_box_2" providerId="OAuth2" clId="{0EA2D1D5-1A4A-4DDE-98D0-B129D135DBAE}" dt="2025-10-29T05:50:53.693" v="2550" actId="404"/>
          <ac:spMkLst>
            <pc:docMk/>
            <pc:sldMk cId="3001416365" sldId="2147483392"/>
            <ac:spMk id="32" creationId="{FD5F1D29-62C0-0CE5-2037-3E6AEA134B09}"/>
          </ac:spMkLst>
        </pc:spChg>
        <pc:spChg chg="mod">
          <ac:chgData name="Daichi Kawaguchi" userId="39803997058_tp_box_2" providerId="OAuth2" clId="{0EA2D1D5-1A4A-4DDE-98D0-B129D135DBAE}" dt="2025-10-29T05:51:19.105" v="2553" actId="2710"/>
          <ac:spMkLst>
            <pc:docMk/>
            <pc:sldMk cId="3001416365" sldId="2147483392"/>
            <ac:spMk id="33" creationId="{0DFE0AF5-830A-B076-A938-5F57D614E8EA}"/>
          </ac:spMkLst>
        </pc:spChg>
        <pc:grpChg chg="add del mod">
          <ac:chgData name="Daichi Kawaguchi" userId="39803997058_tp_box_2" providerId="OAuth2" clId="{0EA2D1D5-1A4A-4DDE-98D0-B129D135DBAE}" dt="2025-10-29T05:51:50.216" v="2558" actId="478"/>
          <ac:grpSpMkLst>
            <pc:docMk/>
            <pc:sldMk cId="3001416365" sldId="2147483392"/>
            <ac:grpSpMk id="13" creationId="{FA73CC20-B128-6C49-E973-A18F24D95D81}"/>
          </ac:grpSpMkLst>
        </pc:grpChg>
        <pc:grpChg chg="del">
          <ac:chgData name="Daichi Kawaguchi" userId="39803997058_tp_box_2" providerId="OAuth2" clId="{0EA2D1D5-1A4A-4DDE-98D0-B129D135DBAE}" dt="2025-10-29T05:50:25.101" v="2546" actId="478"/>
          <ac:grpSpMkLst>
            <pc:docMk/>
            <pc:sldMk cId="3001416365" sldId="2147483392"/>
            <ac:grpSpMk id="26" creationId="{769FA7E4-FC9C-8451-AE7B-E01CD06A4E59}"/>
          </ac:grpSpMkLst>
        </pc:grpChg>
        <pc:grpChg chg="mod">
          <ac:chgData name="Daichi Kawaguchi" userId="39803997058_tp_box_2" providerId="OAuth2" clId="{0EA2D1D5-1A4A-4DDE-98D0-B129D135DBAE}" dt="2025-10-29T05:52:21.159" v="2566" actId="12788"/>
          <ac:grpSpMkLst>
            <pc:docMk/>
            <pc:sldMk cId="3001416365" sldId="2147483392"/>
            <ac:grpSpMk id="29" creationId="{DE7B4C9D-7B44-3595-3411-0F6D5E56B9CD}"/>
          </ac:grpSpMkLst>
        </pc:grpChg>
        <pc:grpChg chg="mod">
          <ac:chgData name="Daichi Kawaguchi" userId="39803997058_tp_box_2" providerId="OAuth2" clId="{0EA2D1D5-1A4A-4DDE-98D0-B129D135DBAE}" dt="2025-10-29T05:52:06.753" v="2561" actId="12788"/>
          <ac:grpSpMkLst>
            <pc:docMk/>
            <pc:sldMk cId="3001416365" sldId="2147483392"/>
            <ac:grpSpMk id="42" creationId="{046BD5CB-D5E9-062C-5110-5CE164D0CA70}"/>
          </ac:grpSpMkLst>
        </pc:grpChg>
        <pc:picChg chg="del">
          <ac:chgData name="Daichi Kawaguchi" userId="39803997058_tp_box_2" providerId="OAuth2" clId="{0EA2D1D5-1A4A-4DDE-98D0-B129D135DBAE}" dt="2025-10-29T05:51:45.137" v="2556" actId="478"/>
          <ac:picMkLst>
            <pc:docMk/>
            <pc:sldMk cId="3001416365" sldId="2147483392"/>
            <ac:picMk id="3" creationId="{24527DCB-06E6-3F0E-AF48-B37A5B64ED6B}"/>
          </ac:picMkLst>
        </pc:picChg>
        <pc:picChg chg="del">
          <ac:chgData name="Daichi Kawaguchi" userId="39803997058_tp_box_2" providerId="OAuth2" clId="{0EA2D1D5-1A4A-4DDE-98D0-B129D135DBAE}" dt="2025-10-29T05:51:45.137" v="2556" actId="478"/>
          <ac:picMkLst>
            <pc:docMk/>
            <pc:sldMk cId="3001416365" sldId="2147483392"/>
            <ac:picMk id="5" creationId="{2D5DD58E-65B4-F555-56BD-401836F793A8}"/>
          </ac:picMkLst>
        </pc:picChg>
        <pc:picChg chg="del">
          <ac:chgData name="Daichi Kawaguchi" userId="39803997058_tp_box_2" providerId="OAuth2" clId="{0EA2D1D5-1A4A-4DDE-98D0-B129D135DBAE}" dt="2025-10-29T05:51:45.137" v="2556" actId="478"/>
          <ac:picMkLst>
            <pc:docMk/>
            <pc:sldMk cId="3001416365" sldId="2147483392"/>
            <ac:picMk id="6" creationId="{439DC03D-D994-E647-F3B9-2609AB220708}"/>
          </ac:picMkLst>
        </pc:picChg>
        <pc:picChg chg="del">
          <ac:chgData name="Daichi Kawaguchi" userId="39803997058_tp_box_2" providerId="OAuth2" clId="{0EA2D1D5-1A4A-4DDE-98D0-B129D135DBAE}" dt="2025-10-29T05:51:45.137" v="2556" actId="478"/>
          <ac:picMkLst>
            <pc:docMk/>
            <pc:sldMk cId="3001416365" sldId="2147483392"/>
            <ac:picMk id="7" creationId="{123921BF-68D2-CD75-A690-94E8E4F9EF8B}"/>
          </ac:picMkLst>
        </pc:picChg>
        <pc:picChg chg="del">
          <ac:chgData name="Daichi Kawaguchi" userId="39803997058_tp_box_2" providerId="OAuth2" clId="{0EA2D1D5-1A4A-4DDE-98D0-B129D135DBAE}" dt="2025-10-29T05:51:45.137" v="2556" actId="478"/>
          <ac:picMkLst>
            <pc:docMk/>
            <pc:sldMk cId="3001416365" sldId="2147483392"/>
            <ac:picMk id="8" creationId="{166BDC2F-1F77-824E-A277-D04D96C96682}"/>
          </ac:picMkLst>
        </pc:picChg>
        <pc:picChg chg="del">
          <ac:chgData name="Daichi Kawaguchi" userId="39803997058_tp_box_2" providerId="OAuth2" clId="{0EA2D1D5-1A4A-4DDE-98D0-B129D135DBAE}" dt="2025-10-29T05:50:25.101" v="2546" actId="478"/>
          <ac:picMkLst>
            <pc:docMk/>
            <pc:sldMk cId="3001416365" sldId="2147483392"/>
            <ac:picMk id="9" creationId="{7A1E139F-B10C-9329-2F6E-BDFAC40D6C0D}"/>
          </ac:picMkLst>
        </pc:picChg>
        <pc:picChg chg="del">
          <ac:chgData name="Daichi Kawaguchi" userId="39803997058_tp_box_2" providerId="OAuth2" clId="{0EA2D1D5-1A4A-4DDE-98D0-B129D135DBAE}" dt="2025-10-29T05:50:20.073" v="2545" actId="478"/>
          <ac:picMkLst>
            <pc:docMk/>
            <pc:sldMk cId="3001416365" sldId="2147483392"/>
            <ac:picMk id="10" creationId="{D2017059-A12A-81B6-827A-860A19A9BC21}"/>
          </ac:picMkLst>
        </pc:picChg>
        <pc:picChg chg="del">
          <ac:chgData name="Daichi Kawaguchi" userId="39803997058_tp_box_2" providerId="OAuth2" clId="{0EA2D1D5-1A4A-4DDE-98D0-B129D135DBAE}" dt="2025-10-29T05:50:20.073" v="2545" actId="478"/>
          <ac:picMkLst>
            <pc:docMk/>
            <pc:sldMk cId="3001416365" sldId="2147483392"/>
            <ac:picMk id="11" creationId="{90424FB4-AA4D-768B-7BFF-67CA1F992C6A}"/>
          </ac:picMkLst>
        </pc:picChg>
        <pc:picChg chg="add mod">
          <ac:chgData name="Daichi Kawaguchi" userId="39803997058_tp_box_2" providerId="OAuth2" clId="{0EA2D1D5-1A4A-4DDE-98D0-B129D135DBAE}" dt="2025-10-29T05:52:10.037" v="2562" actId="12789"/>
          <ac:picMkLst>
            <pc:docMk/>
            <pc:sldMk cId="3001416365" sldId="2147483392"/>
            <ac:picMk id="16" creationId="{B96178DD-DF7E-F8FB-F0AF-BCC65E11D919}"/>
          </ac:picMkLst>
        </pc:picChg>
        <pc:picChg chg="add mod">
          <ac:chgData name="Daichi Kawaguchi" userId="39803997058_tp_box_2" providerId="OAuth2" clId="{0EA2D1D5-1A4A-4DDE-98D0-B129D135DBAE}" dt="2025-10-29T05:52:30.210" v="2569" actId="12789"/>
          <ac:picMkLst>
            <pc:docMk/>
            <pc:sldMk cId="3001416365" sldId="2147483392"/>
            <ac:picMk id="17" creationId="{0040DAFA-C5EF-F76F-EDD8-9FD84AB3C912}"/>
          </ac:picMkLst>
        </pc:picChg>
        <pc:cxnChg chg="mod">
          <ac:chgData name="Daichi Kawaguchi" userId="39803997058_tp_box_2" providerId="OAuth2" clId="{0EA2D1D5-1A4A-4DDE-98D0-B129D135DBAE}" dt="2025-10-29T05:51:46.200" v="2557"/>
          <ac:cxnSpMkLst>
            <pc:docMk/>
            <pc:sldMk cId="3001416365" sldId="2147483392"/>
            <ac:cxnSpMk id="15" creationId="{53DD2F37-F216-6CF9-A283-0E2E9C531AED}"/>
          </ac:cxnSpMkLst>
        </pc:cxnChg>
        <pc:cxnChg chg="mod">
          <ac:chgData name="Daichi Kawaguchi" userId="39803997058_tp_box_2" providerId="OAuth2" clId="{0EA2D1D5-1A4A-4DDE-98D0-B129D135DBAE}" dt="2025-10-29T05:52:16.451" v="2564"/>
          <ac:cxnSpMkLst>
            <pc:docMk/>
            <pc:sldMk cId="3001416365" sldId="2147483392"/>
            <ac:cxnSpMk id="31" creationId="{B969B9EB-F33A-22D8-4833-0DE300576C3A}"/>
          </ac:cxnSpMkLst>
        </pc:cxnChg>
      </pc:sldChg>
      <pc:sldChg chg="addSp delSp modSp add mod ord">
        <pc:chgData name="Daichi Kawaguchi" userId="39803997058_tp_box_2" providerId="OAuth2" clId="{0EA2D1D5-1A4A-4DDE-98D0-B129D135DBAE}" dt="2025-10-29T06:29:41.747" v="3009" actId="20577"/>
        <pc:sldMkLst>
          <pc:docMk/>
          <pc:sldMk cId="1764010394" sldId="2147483393"/>
        </pc:sldMkLst>
        <pc:spChg chg="mod">
          <ac:chgData name="Daichi Kawaguchi" userId="39803997058_tp_box_2" providerId="OAuth2" clId="{0EA2D1D5-1A4A-4DDE-98D0-B129D135DBAE}" dt="2025-10-29T05:44:01.494" v="2417" actId="20577"/>
          <ac:spMkLst>
            <pc:docMk/>
            <pc:sldMk cId="1764010394" sldId="2147483393"/>
            <ac:spMk id="2" creationId="{A3167216-7190-D476-AA9E-67FA1D895A99}"/>
          </ac:spMkLst>
        </pc:spChg>
        <pc:spChg chg="mod">
          <ac:chgData name="Daichi Kawaguchi" userId="39803997058_tp_box_2" providerId="OAuth2" clId="{0EA2D1D5-1A4A-4DDE-98D0-B129D135DBAE}" dt="2025-10-29T06:29:41.747" v="3009" actId="20577"/>
          <ac:spMkLst>
            <pc:docMk/>
            <pc:sldMk cId="1764010394" sldId="2147483393"/>
            <ac:spMk id="4" creationId="{D1782432-C2BE-7C78-4A32-D0DBC1B25E6B}"/>
          </ac:spMkLst>
        </pc:spChg>
        <pc:spChg chg="add del mod">
          <ac:chgData name="Daichi Kawaguchi" userId="39803997058_tp_box_2" providerId="OAuth2" clId="{0EA2D1D5-1A4A-4DDE-98D0-B129D135DBAE}" dt="2025-10-29T05:50:04.350" v="2542" actId="478"/>
          <ac:spMkLst>
            <pc:docMk/>
            <pc:sldMk cId="1764010394" sldId="2147483393"/>
            <ac:spMk id="12" creationId="{438807D9-DFBC-0AD6-9437-B7A0A257E496}"/>
          </ac:spMkLst>
        </pc:spChg>
        <pc:spChg chg="mod">
          <ac:chgData name="Daichi Kawaguchi" userId="39803997058_tp_box_2" providerId="OAuth2" clId="{0EA2D1D5-1A4A-4DDE-98D0-B129D135DBAE}" dt="2025-10-29T05:50:03.280" v="2539"/>
          <ac:spMkLst>
            <pc:docMk/>
            <pc:sldMk cId="1764010394" sldId="2147483393"/>
            <ac:spMk id="23" creationId="{5C93CD05-6B23-956E-B4E8-21682028436A}"/>
          </ac:spMkLst>
        </pc:spChg>
        <pc:spChg chg="mod">
          <ac:chgData name="Daichi Kawaguchi" userId="39803997058_tp_box_2" providerId="OAuth2" clId="{0EA2D1D5-1A4A-4DDE-98D0-B129D135DBAE}" dt="2025-10-29T05:50:01.827" v="2536" actId="554"/>
          <ac:spMkLst>
            <pc:docMk/>
            <pc:sldMk cId="1764010394" sldId="2147483393"/>
            <ac:spMk id="25" creationId="{40BFC914-83D7-4F7D-D67A-ACD79BB21526}"/>
          </ac:spMkLst>
        </pc:spChg>
        <pc:spChg chg="mod">
          <ac:chgData name="Daichi Kawaguchi" userId="39803997058_tp_box_2" providerId="OAuth2" clId="{0EA2D1D5-1A4A-4DDE-98D0-B129D135DBAE}" dt="2025-10-29T05:50:02.792" v="2538"/>
          <ac:spMkLst>
            <pc:docMk/>
            <pc:sldMk cId="1764010394" sldId="2147483393"/>
            <ac:spMk id="30" creationId="{0A877585-4FC5-7A80-3B15-A31879D78249}"/>
          </ac:spMkLst>
        </pc:spChg>
        <pc:spChg chg="mod">
          <ac:chgData name="Daichi Kawaguchi" userId="39803997058_tp_box_2" providerId="OAuth2" clId="{0EA2D1D5-1A4A-4DDE-98D0-B129D135DBAE}" dt="2025-10-29T05:50:38.094" v="2547"/>
          <ac:spMkLst>
            <pc:docMk/>
            <pc:sldMk cId="1764010394" sldId="2147483393"/>
            <ac:spMk id="32" creationId="{B933AC5E-42AA-E344-4191-C33FB3F0EF53}"/>
          </ac:spMkLst>
        </pc:spChg>
        <pc:spChg chg="mod">
          <ac:chgData name="Daichi Kawaguchi" userId="39803997058_tp_box_2" providerId="OAuth2" clId="{0EA2D1D5-1A4A-4DDE-98D0-B129D135DBAE}" dt="2025-10-29T05:50:09.621" v="2544"/>
          <ac:spMkLst>
            <pc:docMk/>
            <pc:sldMk cId="1764010394" sldId="2147483393"/>
            <ac:spMk id="33" creationId="{42A98C12-4CA3-A8D4-AA6B-C957DBD6A247}"/>
          </ac:spMkLst>
        </pc:spChg>
        <pc:grpChg chg="add del">
          <ac:chgData name="Daichi Kawaguchi" userId="39803997058_tp_box_2" providerId="OAuth2" clId="{0EA2D1D5-1A4A-4DDE-98D0-B129D135DBAE}" dt="2025-10-29T05:50:04.350" v="2542" actId="478"/>
          <ac:grpSpMkLst>
            <pc:docMk/>
            <pc:sldMk cId="1764010394" sldId="2147483393"/>
            <ac:grpSpMk id="26" creationId="{D22F1BD6-FE0D-C8FC-C6A1-A276976EA563}"/>
          </ac:grpSpMkLst>
        </pc:grpChg>
        <pc:grpChg chg="mod">
          <ac:chgData name="Daichi Kawaguchi" userId="39803997058_tp_box_2" providerId="OAuth2" clId="{0EA2D1D5-1A4A-4DDE-98D0-B129D135DBAE}" dt="2025-10-29T05:50:00.529" v="2532"/>
          <ac:grpSpMkLst>
            <pc:docMk/>
            <pc:sldMk cId="1764010394" sldId="2147483393"/>
            <ac:grpSpMk id="29" creationId="{1E7CECAD-1137-D945-4852-361477380812}"/>
          </ac:grpSpMkLst>
        </pc:grpChg>
        <pc:grpChg chg="mod">
          <ac:chgData name="Daichi Kawaguchi" userId="39803997058_tp_box_2" providerId="OAuth2" clId="{0EA2D1D5-1A4A-4DDE-98D0-B129D135DBAE}" dt="2025-10-29T05:50:01.501" v="2535" actId="553"/>
          <ac:grpSpMkLst>
            <pc:docMk/>
            <pc:sldMk cId="1764010394" sldId="2147483393"/>
            <ac:grpSpMk id="42" creationId="{32DDDF6D-1E2A-2ECE-43A7-08788541BD93}"/>
          </ac:grpSpMkLst>
        </pc:grpChg>
        <pc:picChg chg="del">
          <ac:chgData name="Daichi Kawaguchi" userId="39803997058_tp_box_2" providerId="OAuth2" clId="{0EA2D1D5-1A4A-4DDE-98D0-B129D135DBAE}" dt="2025-10-29T05:46:00.087" v="2466" actId="478"/>
          <ac:picMkLst>
            <pc:docMk/>
            <pc:sldMk cId="1764010394" sldId="2147483393"/>
            <ac:picMk id="3" creationId="{9395D9FA-E1C1-C62A-3AA0-8DD097048D3F}"/>
          </ac:picMkLst>
        </pc:picChg>
        <pc:picChg chg="del">
          <ac:chgData name="Daichi Kawaguchi" userId="39803997058_tp_box_2" providerId="OAuth2" clId="{0EA2D1D5-1A4A-4DDE-98D0-B129D135DBAE}" dt="2025-10-29T05:46:00.087" v="2466" actId="478"/>
          <ac:picMkLst>
            <pc:docMk/>
            <pc:sldMk cId="1764010394" sldId="2147483393"/>
            <ac:picMk id="5" creationId="{C8270497-AC4F-57A8-FD7A-7A81F65478C9}"/>
          </ac:picMkLst>
        </pc:picChg>
        <pc:picChg chg="del">
          <ac:chgData name="Daichi Kawaguchi" userId="39803997058_tp_box_2" providerId="OAuth2" clId="{0EA2D1D5-1A4A-4DDE-98D0-B129D135DBAE}" dt="2025-10-29T05:46:19.054" v="2469" actId="478"/>
          <ac:picMkLst>
            <pc:docMk/>
            <pc:sldMk cId="1764010394" sldId="2147483393"/>
            <ac:picMk id="6" creationId="{70B910FB-EF4E-420D-EF73-54CAFA127082}"/>
          </ac:picMkLst>
        </pc:picChg>
        <pc:picChg chg="del">
          <ac:chgData name="Daichi Kawaguchi" userId="39803997058_tp_box_2" providerId="OAuth2" clId="{0EA2D1D5-1A4A-4DDE-98D0-B129D135DBAE}" dt="2025-10-29T05:46:19.054" v="2469" actId="478"/>
          <ac:picMkLst>
            <pc:docMk/>
            <pc:sldMk cId="1764010394" sldId="2147483393"/>
            <ac:picMk id="7" creationId="{F6835DC0-B223-5807-B863-B423DAD1C28B}"/>
          </ac:picMkLst>
        </pc:picChg>
        <pc:picChg chg="del">
          <ac:chgData name="Daichi Kawaguchi" userId="39803997058_tp_box_2" providerId="OAuth2" clId="{0EA2D1D5-1A4A-4DDE-98D0-B129D135DBAE}" dt="2025-10-29T05:46:19.054" v="2469" actId="478"/>
          <ac:picMkLst>
            <pc:docMk/>
            <pc:sldMk cId="1764010394" sldId="2147483393"/>
            <ac:picMk id="8" creationId="{C1C07BCF-33AE-D15B-5EB5-7021D6A18115}"/>
          </ac:picMkLst>
        </pc:picChg>
        <pc:picChg chg="del">
          <ac:chgData name="Daichi Kawaguchi" userId="39803997058_tp_box_2" providerId="OAuth2" clId="{0EA2D1D5-1A4A-4DDE-98D0-B129D135DBAE}" dt="2025-10-29T05:46:35.650" v="2474" actId="478"/>
          <ac:picMkLst>
            <pc:docMk/>
            <pc:sldMk cId="1764010394" sldId="2147483393"/>
            <ac:picMk id="9" creationId="{A484D597-5DEC-90A3-6CF0-4504D9F9F36A}"/>
          </ac:picMkLst>
        </pc:picChg>
        <pc:picChg chg="del">
          <ac:chgData name="Daichi Kawaguchi" userId="39803997058_tp_box_2" providerId="OAuth2" clId="{0EA2D1D5-1A4A-4DDE-98D0-B129D135DBAE}" dt="2025-10-29T05:46:35.650" v="2474" actId="478"/>
          <ac:picMkLst>
            <pc:docMk/>
            <pc:sldMk cId="1764010394" sldId="2147483393"/>
            <ac:picMk id="10" creationId="{2865CBE6-2476-A0E3-6974-ADA2EFEE74D9}"/>
          </ac:picMkLst>
        </pc:picChg>
        <pc:picChg chg="del">
          <ac:chgData name="Daichi Kawaguchi" userId="39803997058_tp_box_2" providerId="OAuth2" clId="{0EA2D1D5-1A4A-4DDE-98D0-B129D135DBAE}" dt="2025-10-29T05:46:35.650" v="2474" actId="478"/>
          <ac:picMkLst>
            <pc:docMk/>
            <pc:sldMk cId="1764010394" sldId="2147483393"/>
            <ac:picMk id="11" creationId="{E902CD73-53AF-2CA3-C2ED-C46C9E7022B5}"/>
          </ac:picMkLst>
        </pc:picChg>
        <pc:picChg chg="add del mod">
          <ac:chgData name="Daichi Kawaguchi" userId="39803997058_tp_box_2" providerId="OAuth2" clId="{0EA2D1D5-1A4A-4DDE-98D0-B129D135DBAE}" dt="2025-10-29T05:50:02.474" v="2537" actId="478"/>
          <ac:picMkLst>
            <pc:docMk/>
            <pc:sldMk cId="1764010394" sldId="2147483393"/>
            <ac:picMk id="13" creationId="{A0B3A7B9-EFD6-3C7F-5461-17EA8985069C}"/>
          </ac:picMkLst>
        </pc:picChg>
        <pc:picChg chg="add del mod">
          <ac:chgData name="Daichi Kawaguchi" userId="39803997058_tp_box_2" providerId="OAuth2" clId="{0EA2D1D5-1A4A-4DDE-98D0-B129D135DBAE}" dt="2025-10-29T05:50:02.474" v="2537" actId="478"/>
          <ac:picMkLst>
            <pc:docMk/>
            <pc:sldMk cId="1764010394" sldId="2147483393"/>
            <ac:picMk id="14" creationId="{4CA4C1EE-88E9-FDF4-4D76-269D62A01CBC}"/>
          </ac:picMkLst>
        </pc:picChg>
        <pc:picChg chg="add del mod">
          <ac:chgData name="Daichi Kawaguchi" userId="39803997058_tp_box_2" providerId="OAuth2" clId="{0EA2D1D5-1A4A-4DDE-98D0-B129D135DBAE}" dt="2025-10-29T05:50:02.474" v="2537" actId="478"/>
          <ac:picMkLst>
            <pc:docMk/>
            <pc:sldMk cId="1764010394" sldId="2147483393"/>
            <ac:picMk id="15" creationId="{10F82C7B-9376-2751-014E-7109BBF3FD50}"/>
          </ac:picMkLst>
        </pc:picChg>
        <pc:picChg chg="add del mod">
          <ac:chgData name="Daichi Kawaguchi" userId="39803997058_tp_box_2" providerId="OAuth2" clId="{0EA2D1D5-1A4A-4DDE-98D0-B129D135DBAE}" dt="2025-10-29T05:50:04.350" v="2542" actId="478"/>
          <ac:picMkLst>
            <pc:docMk/>
            <pc:sldMk cId="1764010394" sldId="2147483393"/>
            <ac:picMk id="16" creationId="{C9A3683F-84E5-6340-69EC-728D29A9FCFA}"/>
          </ac:picMkLst>
        </pc:picChg>
        <pc:picChg chg="add del mod">
          <ac:chgData name="Daichi Kawaguchi" userId="39803997058_tp_box_2" providerId="OAuth2" clId="{0EA2D1D5-1A4A-4DDE-98D0-B129D135DBAE}" dt="2025-10-29T05:50:04.350" v="2542" actId="478"/>
          <ac:picMkLst>
            <pc:docMk/>
            <pc:sldMk cId="1764010394" sldId="2147483393"/>
            <ac:picMk id="17" creationId="{219383F9-3DFD-DEE6-D15E-212AF6A94A3B}"/>
          </ac:picMkLst>
        </pc:picChg>
        <pc:picChg chg="add mod">
          <ac:chgData name="Daichi Kawaguchi" userId="39803997058_tp_box_2" providerId="OAuth2" clId="{0EA2D1D5-1A4A-4DDE-98D0-B129D135DBAE}" dt="2025-10-29T05:50:01.827" v="2536" actId="554"/>
          <ac:picMkLst>
            <pc:docMk/>
            <pc:sldMk cId="1764010394" sldId="2147483393"/>
            <ac:picMk id="18" creationId="{B831AA7C-9B94-49FE-D525-A6EB1E15C524}"/>
          </ac:picMkLst>
        </pc:picChg>
        <pc:picChg chg="add mod">
          <ac:chgData name="Daichi Kawaguchi" userId="39803997058_tp_box_2" providerId="OAuth2" clId="{0EA2D1D5-1A4A-4DDE-98D0-B129D135DBAE}" dt="2025-10-29T05:50:01.827" v="2536" actId="554"/>
          <ac:picMkLst>
            <pc:docMk/>
            <pc:sldMk cId="1764010394" sldId="2147483393"/>
            <ac:picMk id="19" creationId="{B7A25562-B86B-D68F-8DCF-98F842030369}"/>
          </ac:picMkLst>
        </pc:picChg>
        <pc:cxnChg chg="mod">
          <ac:chgData name="Daichi Kawaguchi" userId="39803997058_tp_box_2" providerId="OAuth2" clId="{0EA2D1D5-1A4A-4DDE-98D0-B129D135DBAE}" dt="2025-10-29T05:50:00.529" v="2532"/>
          <ac:cxnSpMkLst>
            <pc:docMk/>
            <pc:sldMk cId="1764010394" sldId="2147483393"/>
            <ac:cxnSpMk id="31" creationId="{F39A5709-B584-10F0-92AF-C76B6F191171}"/>
          </ac:cxnSpMkLst>
        </pc:cxnChg>
        <pc:cxnChg chg="add del">
          <ac:chgData name="Daichi Kawaguchi" userId="39803997058_tp_box_2" providerId="OAuth2" clId="{0EA2D1D5-1A4A-4DDE-98D0-B129D135DBAE}" dt="2025-10-29T05:48:18.527" v="2513" actId="478"/>
          <ac:cxnSpMkLst>
            <pc:docMk/>
            <pc:sldMk cId="1764010394" sldId="2147483393"/>
            <ac:cxnSpMk id="40" creationId="{A0480DE6-F3DA-83CF-1E93-6C0DE58045DF}"/>
          </ac:cxnSpMkLst>
        </pc:cxnChg>
      </pc:sldChg>
      <pc:sldChg chg="addSp delSp modSp add mod">
        <pc:chgData name="Daichi Kawaguchi" userId="39803997058_tp_box_2" providerId="OAuth2" clId="{0EA2D1D5-1A4A-4DDE-98D0-B129D135DBAE}" dt="2025-10-29T15:00:21.187" v="5287" actId="6549"/>
        <pc:sldMkLst>
          <pc:docMk/>
          <pc:sldMk cId="388156606" sldId="2147483394"/>
        </pc:sldMkLst>
        <pc:spChg chg="mod">
          <ac:chgData name="Daichi Kawaguchi" userId="39803997058_tp_box_2" providerId="OAuth2" clId="{0EA2D1D5-1A4A-4DDE-98D0-B129D135DBAE}" dt="2025-10-29T14:05:57.964" v="3497" actId="20577"/>
          <ac:spMkLst>
            <pc:docMk/>
            <pc:sldMk cId="388156606" sldId="2147483394"/>
            <ac:spMk id="2" creationId="{9DC83C91-DCD1-E598-25B8-55B4DCAA72FA}"/>
          </ac:spMkLst>
        </pc:spChg>
        <pc:spChg chg="del">
          <ac:chgData name="Daichi Kawaguchi" userId="39803997058_tp_box_2" providerId="OAuth2" clId="{0EA2D1D5-1A4A-4DDE-98D0-B129D135DBAE}" dt="2025-10-29T14:38:42.978" v="4327" actId="478"/>
          <ac:spMkLst>
            <pc:docMk/>
            <pc:sldMk cId="388156606" sldId="2147483394"/>
            <ac:spMk id="3" creationId="{2554FCF5-50E9-7FDA-02F4-08DB171A8D5A}"/>
          </ac:spMkLst>
        </pc:spChg>
        <pc:spChg chg="add mod">
          <ac:chgData name="Daichi Kawaguchi" userId="39803997058_tp_box_2" providerId="OAuth2" clId="{0EA2D1D5-1A4A-4DDE-98D0-B129D135DBAE}" dt="2025-10-29T14:40:21.521" v="4403" actId="13926"/>
          <ac:spMkLst>
            <pc:docMk/>
            <pc:sldMk cId="388156606" sldId="2147483394"/>
            <ac:spMk id="16" creationId="{56A1DAEE-C13E-07CA-55BF-EC7D37993D8E}"/>
          </ac:spMkLst>
        </pc:spChg>
        <pc:spChg chg="mod">
          <ac:chgData name="Daichi Kawaguchi" userId="39803997058_tp_box_2" providerId="OAuth2" clId="{0EA2D1D5-1A4A-4DDE-98D0-B129D135DBAE}" dt="2025-10-29T14:39:13.909" v="4358" actId="1035"/>
          <ac:spMkLst>
            <pc:docMk/>
            <pc:sldMk cId="388156606" sldId="2147483394"/>
            <ac:spMk id="18" creationId="{EA51489F-DA4D-9D7F-73D6-7CA48CC91355}"/>
          </ac:spMkLst>
        </pc:spChg>
        <pc:spChg chg="mod">
          <ac:chgData name="Daichi Kawaguchi" userId="39803997058_tp_box_2" providerId="OAuth2" clId="{0EA2D1D5-1A4A-4DDE-98D0-B129D135DBAE}" dt="2025-10-29T14:39:13.909" v="4358" actId="1035"/>
          <ac:spMkLst>
            <pc:docMk/>
            <pc:sldMk cId="388156606" sldId="2147483394"/>
            <ac:spMk id="26" creationId="{6B86489B-03A4-A6D7-875F-E987301C9A32}"/>
          </ac:spMkLst>
        </pc:spChg>
        <pc:spChg chg="mod">
          <ac:chgData name="Daichi Kawaguchi" userId="39803997058_tp_box_2" providerId="OAuth2" clId="{0EA2D1D5-1A4A-4DDE-98D0-B129D135DBAE}" dt="2025-10-29T14:39:13.909" v="4358" actId="1035"/>
          <ac:spMkLst>
            <pc:docMk/>
            <pc:sldMk cId="388156606" sldId="2147483394"/>
            <ac:spMk id="43" creationId="{AFE28629-528F-6258-51DE-FEE6297348ED}"/>
          </ac:spMkLst>
        </pc:spChg>
        <pc:spChg chg="mod">
          <ac:chgData name="Daichi Kawaguchi" userId="39803997058_tp_box_2" providerId="OAuth2" clId="{0EA2D1D5-1A4A-4DDE-98D0-B129D135DBAE}" dt="2025-10-29T14:39:13.909" v="4358" actId="1035"/>
          <ac:spMkLst>
            <pc:docMk/>
            <pc:sldMk cId="388156606" sldId="2147483394"/>
            <ac:spMk id="50" creationId="{A6AE7CA6-D506-C466-07B8-7AC60C6EFB45}"/>
          </ac:spMkLst>
        </pc:spChg>
        <pc:spChg chg="mod">
          <ac:chgData name="Daichi Kawaguchi" userId="39803997058_tp_box_2" providerId="OAuth2" clId="{0EA2D1D5-1A4A-4DDE-98D0-B129D135DBAE}" dt="2025-10-29T14:39:13.909" v="4358" actId="1035"/>
          <ac:spMkLst>
            <pc:docMk/>
            <pc:sldMk cId="388156606" sldId="2147483394"/>
            <ac:spMk id="77" creationId="{F960AADF-B83A-1824-E7C4-22885F2DDE0D}"/>
          </ac:spMkLst>
        </pc:spChg>
        <pc:spChg chg="mod">
          <ac:chgData name="Daichi Kawaguchi" userId="39803997058_tp_box_2" providerId="OAuth2" clId="{0EA2D1D5-1A4A-4DDE-98D0-B129D135DBAE}" dt="2025-10-29T14:39:30.776" v="4380" actId="1035"/>
          <ac:spMkLst>
            <pc:docMk/>
            <pc:sldMk cId="388156606" sldId="2147483394"/>
            <ac:spMk id="98" creationId="{34C885D0-2460-9022-49C8-3B10837A470B}"/>
          </ac:spMkLst>
        </pc:spChg>
        <pc:spChg chg="mod">
          <ac:chgData name="Daichi Kawaguchi" userId="39803997058_tp_box_2" providerId="OAuth2" clId="{0EA2D1D5-1A4A-4DDE-98D0-B129D135DBAE}" dt="2025-10-29T14:39:13.909" v="4358" actId="1035"/>
          <ac:spMkLst>
            <pc:docMk/>
            <pc:sldMk cId="388156606" sldId="2147483394"/>
            <ac:spMk id="99" creationId="{397FBD8C-5420-E21B-D2FD-F94B79D88DBB}"/>
          </ac:spMkLst>
        </pc:spChg>
        <pc:spChg chg="mod">
          <ac:chgData name="Daichi Kawaguchi" userId="39803997058_tp_box_2" providerId="OAuth2" clId="{0EA2D1D5-1A4A-4DDE-98D0-B129D135DBAE}" dt="2025-10-29T14:39:13.909" v="4358" actId="1035"/>
          <ac:spMkLst>
            <pc:docMk/>
            <pc:sldMk cId="388156606" sldId="2147483394"/>
            <ac:spMk id="115" creationId="{2E44D3C4-5DC9-98D6-E440-BEED92875B35}"/>
          </ac:spMkLst>
        </pc:spChg>
        <pc:spChg chg="mod">
          <ac:chgData name="Daichi Kawaguchi" userId="39803997058_tp_box_2" providerId="OAuth2" clId="{0EA2D1D5-1A4A-4DDE-98D0-B129D135DBAE}" dt="2025-10-29T14:39:13.909" v="4358" actId="1035"/>
          <ac:spMkLst>
            <pc:docMk/>
            <pc:sldMk cId="388156606" sldId="2147483394"/>
            <ac:spMk id="127" creationId="{9EF4D8D9-A112-F933-7037-63845A30FB89}"/>
          </ac:spMkLst>
        </pc:spChg>
        <pc:spChg chg="mod">
          <ac:chgData name="Daichi Kawaguchi" userId="39803997058_tp_box_2" providerId="OAuth2" clId="{0EA2D1D5-1A4A-4DDE-98D0-B129D135DBAE}" dt="2025-10-29T14:39:13.909" v="4358" actId="1035"/>
          <ac:spMkLst>
            <pc:docMk/>
            <pc:sldMk cId="388156606" sldId="2147483394"/>
            <ac:spMk id="133" creationId="{E69773A9-01B3-3A27-AFDF-6C2AFECEB7E5}"/>
          </ac:spMkLst>
        </pc:spChg>
        <pc:spChg chg="mod">
          <ac:chgData name="Daichi Kawaguchi" userId="39803997058_tp_box_2" providerId="OAuth2" clId="{0EA2D1D5-1A4A-4DDE-98D0-B129D135DBAE}" dt="2025-10-29T15:00:21.187" v="5287" actId="6549"/>
          <ac:spMkLst>
            <pc:docMk/>
            <pc:sldMk cId="388156606" sldId="2147483394"/>
            <ac:spMk id="139" creationId="{3C523876-E588-315E-DDDC-EF7CC0CEC834}"/>
          </ac:spMkLst>
        </pc:spChg>
        <pc:spChg chg="mod">
          <ac:chgData name="Daichi Kawaguchi" userId="39803997058_tp_box_2" providerId="OAuth2" clId="{0EA2D1D5-1A4A-4DDE-98D0-B129D135DBAE}" dt="2025-10-29T14:39:13.909" v="4358" actId="1035"/>
          <ac:spMkLst>
            <pc:docMk/>
            <pc:sldMk cId="388156606" sldId="2147483394"/>
            <ac:spMk id="146" creationId="{1A94BF45-E004-0CAD-D633-24032A3886AD}"/>
          </ac:spMkLst>
        </pc:spChg>
      </pc:sldChg>
      <pc:sldChg chg="addSp delSp modSp add del mod">
        <pc:chgData name="Daichi Kawaguchi" userId="39803997058_tp_box_2" providerId="OAuth2" clId="{0EA2D1D5-1A4A-4DDE-98D0-B129D135DBAE}" dt="2025-10-29T14:05:29.125" v="3492" actId="2696"/>
        <pc:sldMkLst>
          <pc:docMk/>
          <pc:sldMk cId="3059046038" sldId="2147483394"/>
        </pc:sldMkLst>
        <pc:spChg chg="mod">
          <ac:chgData name="Daichi Kawaguchi" userId="39803997058_tp_box_2" providerId="OAuth2" clId="{0EA2D1D5-1A4A-4DDE-98D0-B129D135DBAE}" dt="2025-10-29T06:12:12.515" v="2598" actId="20577"/>
          <ac:spMkLst>
            <pc:docMk/>
            <pc:sldMk cId="3059046038" sldId="2147483394"/>
            <ac:spMk id="2" creationId="{9DC83C91-DCD1-E598-25B8-55B4DCAA72FA}"/>
          </ac:spMkLst>
        </pc:spChg>
        <pc:spChg chg="mod">
          <ac:chgData name="Daichi Kawaguchi" userId="39803997058_tp_box_2" providerId="OAuth2" clId="{0EA2D1D5-1A4A-4DDE-98D0-B129D135DBAE}" dt="2025-10-29T06:12:22.987" v="2599"/>
          <ac:spMkLst>
            <pc:docMk/>
            <pc:sldMk cId="3059046038" sldId="2147483394"/>
            <ac:spMk id="4" creationId="{DB71E188-7F82-8189-C4B8-30C9BACF1E43}"/>
          </ac:spMkLst>
        </pc:spChg>
        <pc:spChg chg="add mod">
          <ac:chgData name="Daichi Kawaguchi" userId="39803997058_tp_box_2" providerId="OAuth2" clId="{0EA2D1D5-1A4A-4DDE-98D0-B129D135DBAE}" dt="2025-10-29T06:11:55.724" v="2582"/>
          <ac:spMkLst>
            <pc:docMk/>
            <pc:sldMk cId="3059046038" sldId="2147483394"/>
            <ac:spMk id="12" creationId="{B092A090-C620-33FD-C79B-97B7E7C1F13F}"/>
          </ac:spMkLst>
        </pc:spChg>
        <pc:spChg chg="add mod">
          <ac:chgData name="Daichi Kawaguchi" userId="39803997058_tp_box_2" providerId="OAuth2" clId="{0EA2D1D5-1A4A-4DDE-98D0-B129D135DBAE}" dt="2025-10-29T06:11:55.724" v="2582"/>
          <ac:spMkLst>
            <pc:docMk/>
            <pc:sldMk cId="3059046038" sldId="2147483394"/>
            <ac:spMk id="13" creationId="{354397BA-6E33-47D1-B010-5BD30922B230}"/>
          </ac:spMkLst>
        </pc:spChg>
        <pc:spChg chg="del">
          <ac:chgData name="Daichi Kawaguchi" userId="39803997058_tp_box_2" providerId="OAuth2" clId="{0EA2D1D5-1A4A-4DDE-98D0-B129D135DBAE}" dt="2025-10-29T06:11:54.228" v="2581" actId="478"/>
          <ac:spMkLst>
            <pc:docMk/>
            <pc:sldMk cId="3059046038" sldId="2147483394"/>
            <ac:spMk id="21" creationId="{FB06CB58-C910-8059-5C42-396372C76F63}"/>
          </ac:spMkLst>
        </pc:spChg>
        <pc:spChg chg="del">
          <ac:chgData name="Daichi Kawaguchi" userId="39803997058_tp_box_2" providerId="OAuth2" clId="{0EA2D1D5-1A4A-4DDE-98D0-B129D135DBAE}" dt="2025-10-29T06:11:54.228" v="2581" actId="478"/>
          <ac:spMkLst>
            <pc:docMk/>
            <pc:sldMk cId="3059046038" sldId="2147483394"/>
            <ac:spMk id="25" creationId="{CE77AED2-5EBF-20A0-18D0-96DDD7CDE7AD}"/>
          </ac:spMkLst>
        </pc:spChg>
        <pc:spChg chg="add mod">
          <ac:chgData name="Daichi Kawaguchi" userId="39803997058_tp_box_2" providerId="OAuth2" clId="{0EA2D1D5-1A4A-4DDE-98D0-B129D135DBAE}" dt="2025-10-29T06:11:55.724" v="2582"/>
          <ac:spMkLst>
            <pc:docMk/>
            <pc:sldMk cId="3059046038" sldId="2147483394"/>
            <ac:spMk id="28" creationId="{59AB276C-C577-8C0B-3947-8FE048A1B3B0}"/>
          </ac:spMkLst>
        </pc:spChg>
        <pc:spChg chg="del">
          <ac:chgData name="Daichi Kawaguchi" userId="39803997058_tp_box_2" providerId="OAuth2" clId="{0EA2D1D5-1A4A-4DDE-98D0-B129D135DBAE}" dt="2025-10-29T06:11:54.228" v="2581" actId="478"/>
          <ac:spMkLst>
            <pc:docMk/>
            <pc:sldMk cId="3059046038" sldId="2147483394"/>
            <ac:spMk id="32" creationId="{3001BC1B-0C17-0EC9-2923-99819B8B7F9A}"/>
          </ac:spMkLst>
        </pc:spChg>
        <pc:spChg chg="del">
          <ac:chgData name="Daichi Kawaguchi" userId="39803997058_tp_box_2" providerId="OAuth2" clId="{0EA2D1D5-1A4A-4DDE-98D0-B129D135DBAE}" dt="2025-10-29T06:11:54.228" v="2581" actId="478"/>
          <ac:spMkLst>
            <pc:docMk/>
            <pc:sldMk cId="3059046038" sldId="2147483394"/>
            <ac:spMk id="33" creationId="{FADFB2CA-F96C-9BAA-A47B-D17E6BC1917C}"/>
          </ac:spMkLst>
        </pc:spChg>
        <pc:spChg chg="add mod">
          <ac:chgData name="Daichi Kawaguchi" userId="39803997058_tp_box_2" providerId="OAuth2" clId="{0EA2D1D5-1A4A-4DDE-98D0-B129D135DBAE}" dt="2025-10-29T06:11:55.724" v="2582"/>
          <ac:spMkLst>
            <pc:docMk/>
            <pc:sldMk cId="3059046038" sldId="2147483394"/>
            <ac:spMk id="49" creationId="{5D24833C-AEDC-1498-7449-AA0E307FA4F0}"/>
          </ac:spMkLst>
        </pc:spChg>
        <pc:spChg chg="add mod">
          <ac:chgData name="Daichi Kawaguchi" userId="39803997058_tp_box_2" providerId="OAuth2" clId="{0EA2D1D5-1A4A-4DDE-98D0-B129D135DBAE}" dt="2025-10-29T06:11:55.724" v="2582"/>
          <ac:spMkLst>
            <pc:docMk/>
            <pc:sldMk cId="3059046038" sldId="2147483394"/>
            <ac:spMk id="83" creationId="{BBEDF931-193E-3125-4597-09270795B735}"/>
          </ac:spMkLst>
        </pc:spChg>
        <pc:spChg chg="add mod">
          <ac:chgData name="Daichi Kawaguchi" userId="39803997058_tp_box_2" providerId="OAuth2" clId="{0EA2D1D5-1A4A-4DDE-98D0-B129D135DBAE}" dt="2025-10-29T06:11:55.724" v="2582"/>
          <ac:spMkLst>
            <pc:docMk/>
            <pc:sldMk cId="3059046038" sldId="2147483394"/>
            <ac:spMk id="96" creationId="{9E7F020E-77BE-E07E-3936-4D388320EA12}"/>
          </ac:spMkLst>
        </pc:spChg>
        <pc:spChg chg="add mod">
          <ac:chgData name="Daichi Kawaguchi" userId="39803997058_tp_box_2" providerId="OAuth2" clId="{0EA2D1D5-1A4A-4DDE-98D0-B129D135DBAE}" dt="2025-10-29T06:11:55.724" v="2582"/>
          <ac:spMkLst>
            <pc:docMk/>
            <pc:sldMk cId="3059046038" sldId="2147483394"/>
            <ac:spMk id="98" creationId="{34C885D0-2460-9022-49C8-3B10837A470B}"/>
          </ac:spMkLst>
        </pc:spChg>
        <pc:spChg chg="add mod">
          <ac:chgData name="Daichi Kawaguchi" userId="39803997058_tp_box_2" providerId="OAuth2" clId="{0EA2D1D5-1A4A-4DDE-98D0-B129D135DBAE}" dt="2025-10-29T06:11:55.724" v="2582"/>
          <ac:spMkLst>
            <pc:docMk/>
            <pc:sldMk cId="3059046038" sldId="2147483394"/>
            <ac:spMk id="109" creationId="{6A2ACE86-9007-FF2C-5CA8-50055F45E842}"/>
          </ac:spMkLst>
        </pc:spChg>
        <pc:spChg chg="add mod">
          <ac:chgData name="Daichi Kawaguchi" userId="39803997058_tp_box_2" providerId="OAuth2" clId="{0EA2D1D5-1A4A-4DDE-98D0-B129D135DBAE}" dt="2025-10-29T06:11:55.724" v="2582"/>
          <ac:spMkLst>
            <pc:docMk/>
            <pc:sldMk cId="3059046038" sldId="2147483394"/>
            <ac:spMk id="125" creationId="{689655CB-9434-6EBA-C7CD-A4FBEB7E1E6E}"/>
          </ac:spMkLst>
        </pc:spChg>
        <pc:spChg chg="add mod">
          <ac:chgData name="Daichi Kawaguchi" userId="39803997058_tp_box_2" providerId="OAuth2" clId="{0EA2D1D5-1A4A-4DDE-98D0-B129D135DBAE}" dt="2025-10-29T06:11:55.724" v="2582"/>
          <ac:spMkLst>
            <pc:docMk/>
            <pc:sldMk cId="3059046038" sldId="2147483394"/>
            <ac:spMk id="134" creationId="{3E13638D-A076-D752-4263-54CE2F919A85}"/>
          </ac:spMkLst>
        </pc:spChg>
        <pc:grpChg chg="del">
          <ac:chgData name="Daichi Kawaguchi" userId="39803997058_tp_box_2" providerId="OAuth2" clId="{0EA2D1D5-1A4A-4DDE-98D0-B129D135DBAE}" dt="2025-10-29T06:11:54.228" v="2581" actId="478"/>
          <ac:grpSpMkLst>
            <pc:docMk/>
            <pc:sldMk cId="3059046038" sldId="2147483394"/>
            <ac:grpSpMk id="29" creationId="{2D389BB4-DFE6-83F4-B12F-2534990EB986}"/>
          </ac:grpSpMkLst>
        </pc:grpChg>
        <pc:grpChg chg="del">
          <ac:chgData name="Daichi Kawaguchi" userId="39803997058_tp_box_2" providerId="OAuth2" clId="{0EA2D1D5-1A4A-4DDE-98D0-B129D135DBAE}" dt="2025-10-29T06:11:54.228" v="2581" actId="478"/>
          <ac:grpSpMkLst>
            <pc:docMk/>
            <pc:sldMk cId="3059046038" sldId="2147483394"/>
            <ac:grpSpMk id="42" creationId="{72FD3534-0908-158C-6C8E-AA49DDC98649}"/>
          </ac:grpSpMkLst>
        </pc:grpChg>
        <pc:picChg chg="del">
          <ac:chgData name="Daichi Kawaguchi" userId="39803997058_tp_box_2" providerId="OAuth2" clId="{0EA2D1D5-1A4A-4DDE-98D0-B129D135DBAE}" dt="2025-10-29T06:11:54.228" v="2581" actId="478"/>
          <ac:picMkLst>
            <pc:docMk/>
            <pc:sldMk cId="3059046038" sldId="2147483394"/>
            <ac:picMk id="16" creationId="{40B860C4-08AE-B08A-B434-4DEED27450C3}"/>
          </ac:picMkLst>
        </pc:picChg>
        <pc:picChg chg="del">
          <ac:chgData name="Daichi Kawaguchi" userId="39803997058_tp_box_2" providerId="OAuth2" clId="{0EA2D1D5-1A4A-4DDE-98D0-B129D135DBAE}" dt="2025-10-29T06:11:54.228" v="2581" actId="478"/>
          <ac:picMkLst>
            <pc:docMk/>
            <pc:sldMk cId="3059046038" sldId="2147483394"/>
            <ac:picMk id="17" creationId="{941EB353-A828-ED0E-708E-A1F20332D2A8}"/>
          </ac:picMkLst>
        </pc:picChg>
        <pc:cxnChg chg="del">
          <ac:chgData name="Daichi Kawaguchi" userId="39803997058_tp_box_2" providerId="OAuth2" clId="{0EA2D1D5-1A4A-4DDE-98D0-B129D135DBAE}" dt="2025-10-29T06:11:54.228" v="2581" actId="478"/>
          <ac:cxnSpMkLst>
            <pc:docMk/>
            <pc:sldMk cId="3059046038" sldId="2147483394"/>
            <ac:cxnSpMk id="38" creationId="{188CEA73-874E-C752-DC44-99E6EE528CAE}"/>
          </ac:cxnSpMkLst>
        </pc:cxnChg>
      </pc:sldChg>
      <pc:sldChg chg="modSp add del mod">
        <pc:chgData name="Daichi Kawaguchi" userId="39803997058_tp_box_2" providerId="OAuth2" clId="{0EA2D1D5-1A4A-4DDE-98D0-B129D135DBAE}" dt="2025-10-29T14:38:23.075" v="4325" actId="47"/>
        <pc:sldMkLst>
          <pc:docMk/>
          <pc:sldMk cId="2531017390" sldId="2147483395"/>
        </pc:sldMkLst>
        <pc:spChg chg="mod">
          <ac:chgData name="Daichi Kawaguchi" userId="39803997058_tp_box_2" providerId="OAuth2" clId="{0EA2D1D5-1A4A-4DDE-98D0-B129D135DBAE}" dt="2025-10-29T14:06:04.756" v="3499" actId="20577"/>
          <ac:spMkLst>
            <pc:docMk/>
            <pc:sldMk cId="2531017390" sldId="2147483395"/>
            <ac:spMk id="2" creationId="{FDD56CE3-95A7-4E59-D33A-109D91494F38}"/>
          </ac:spMkLst>
        </pc:spChg>
      </pc:sldChg>
      <pc:sldChg chg="addSp delSp modSp add del mod">
        <pc:chgData name="Daichi Kawaguchi" userId="39803997058_tp_box_2" providerId="OAuth2" clId="{0EA2D1D5-1A4A-4DDE-98D0-B129D135DBAE}" dt="2025-10-29T14:05:29.125" v="3492" actId="2696"/>
        <pc:sldMkLst>
          <pc:docMk/>
          <pc:sldMk cId="2850685730" sldId="2147483395"/>
        </pc:sldMkLst>
        <pc:spChg chg="mod">
          <ac:chgData name="Daichi Kawaguchi" userId="39803997058_tp_box_2" providerId="OAuth2" clId="{0EA2D1D5-1A4A-4DDE-98D0-B129D135DBAE}" dt="2025-10-29T06:13:00.764" v="2603"/>
          <ac:spMkLst>
            <pc:docMk/>
            <pc:sldMk cId="2850685730" sldId="2147483395"/>
            <ac:spMk id="2" creationId="{FDD56CE3-95A7-4E59-D33A-109D91494F38}"/>
          </ac:spMkLst>
        </pc:spChg>
        <pc:spChg chg="mod">
          <ac:chgData name="Daichi Kawaguchi" userId="39803997058_tp_box_2" providerId="OAuth2" clId="{0EA2D1D5-1A4A-4DDE-98D0-B129D135DBAE}" dt="2025-10-29T06:13:07.697" v="2605"/>
          <ac:spMkLst>
            <pc:docMk/>
            <pc:sldMk cId="2850685730" sldId="2147483395"/>
            <ac:spMk id="4" creationId="{F4B9AB1D-0C0E-3CC7-F1BA-59755BBD743A}"/>
          </ac:spMkLst>
        </pc:spChg>
        <pc:spChg chg="del">
          <ac:chgData name="Daichi Kawaguchi" userId="39803997058_tp_box_2" providerId="OAuth2" clId="{0EA2D1D5-1A4A-4DDE-98D0-B129D135DBAE}" dt="2025-10-29T06:12:35.168" v="2601" actId="478"/>
          <ac:spMkLst>
            <pc:docMk/>
            <pc:sldMk cId="2850685730" sldId="2147483395"/>
            <ac:spMk id="8" creationId="{107D0A9C-FC23-B2E2-D39E-48065AFA5EF8}"/>
          </ac:spMkLst>
        </pc:spChg>
        <pc:spChg chg="del">
          <ac:chgData name="Daichi Kawaguchi" userId="39803997058_tp_box_2" providerId="OAuth2" clId="{0EA2D1D5-1A4A-4DDE-98D0-B129D135DBAE}" dt="2025-10-29T06:12:35.168" v="2601" actId="478"/>
          <ac:spMkLst>
            <pc:docMk/>
            <pc:sldMk cId="2850685730" sldId="2147483395"/>
            <ac:spMk id="19" creationId="{94A3BEA6-45D1-1576-FB3B-F2564673D530}"/>
          </ac:spMkLst>
        </pc:spChg>
        <pc:spChg chg="del">
          <ac:chgData name="Daichi Kawaguchi" userId="39803997058_tp_box_2" providerId="OAuth2" clId="{0EA2D1D5-1A4A-4DDE-98D0-B129D135DBAE}" dt="2025-10-29T06:12:35.168" v="2601" actId="478"/>
          <ac:spMkLst>
            <pc:docMk/>
            <pc:sldMk cId="2850685730" sldId="2147483395"/>
            <ac:spMk id="22" creationId="{687B59EE-01CF-4454-6EDA-933FFAF1B38B}"/>
          </ac:spMkLst>
        </pc:spChg>
        <pc:spChg chg="mod topLvl">
          <ac:chgData name="Daichi Kawaguchi" userId="39803997058_tp_box_2" providerId="OAuth2" clId="{0EA2D1D5-1A4A-4DDE-98D0-B129D135DBAE}" dt="2025-10-29T06:39:03.771" v="3318" actId="555"/>
          <ac:spMkLst>
            <pc:docMk/>
            <pc:sldMk cId="2850685730" sldId="2147483395"/>
            <ac:spMk id="23" creationId="{8504D7A2-E519-C629-2A1D-34517382DB28}"/>
          </ac:spMkLst>
        </pc:spChg>
        <pc:spChg chg="mod topLvl">
          <ac:chgData name="Daichi Kawaguchi" userId="39803997058_tp_box_2" providerId="OAuth2" clId="{0EA2D1D5-1A4A-4DDE-98D0-B129D135DBAE}" dt="2025-10-29T06:39:12.263" v="3319" actId="165"/>
          <ac:spMkLst>
            <pc:docMk/>
            <pc:sldMk cId="2850685730" sldId="2147483395"/>
            <ac:spMk id="31" creationId="{5AF88A6D-C1DC-C9A3-BF37-D2A59120276E}"/>
          </ac:spMkLst>
        </pc:spChg>
        <pc:spChg chg="mod">
          <ac:chgData name="Daichi Kawaguchi" userId="39803997058_tp_box_2" providerId="OAuth2" clId="{0EA2D1D5-1A4A-4DDE-98D0-B129D135DBAE}" dt="2025-10-29T06:38:59.043" v="3317" actId="1035"/>
          <ac:spMkLst>
            <pc:docMk/>
            <pc:sldMk cId="2850685730" sldId="2147483395"/>
            <ac:spMk id="33" creationId="{B94B6BF2-3113-6407-D47E-405EF3555C85}"/>
          </ac:spMkLst>
        </pc:spChg>
        <pc:spChg chg="mod">
          <ac:chgData name="Daichi Kawaguchi" userId="39803997058_tp_box_2" providerId="OAuth2" clId="{0EA2D1D5-1A4A-4DDE-98D0-B129D135DBAE}" dt="2025-10-29T06:38:59.043" v="3317" actId="1035"/>
          <ac:spMkLst>
            <pc:docMk/>
            <pc:sldMk cId="2850685730" sldId="2147483395"/>
            <ac:spMk id="42" creationId="{793035E4-ABA1-6165-E2BB-268180F0F01F}"/>
          </ac:spMkLst>
        </pc:spChg>
        <pc:spChg chg="del">
          <ac:chgData name="Daichi Kawaguchi" userId="39803997058_tp_box_2" providerId="OAuth2" clId="{0EA2D1D5-1A4A-4DDE-98D0-B129D135DBAE}" dt="2025-10-29T06:12:35.168" v="2601" actId="478"/>
          <ac:spMkLst>
            <pc:docMk/>
            <pc:sldMk cId="2850685730" sldId="2147483395"/>
            <ac:spMk id="45" creationId="{F30F9740-8037-F883-584F-9315CDFC2089}"/>
          </ac:spMkLst>
        </pc:spChg>
        <pc:spChg chg="del">
          <ac:chgData name="Daichi Kawaguchi" userId="39803997058_tp_box_2" providerId="OAuth2" clId="{0EA2D1D5-1A4A-4DDE-98D0-B129D135DBAE}" dt="2025-10-29T06:12:35.168" v="2601" actId="478"/>
          <ac:spMkLst>
            <pc:docMk/>
            <pc:sldMk cId="2850685730" sldId="2147483395"/>
            <ac:spMk id="48" creationId="{AACF0EC4-65AD-FB0B-61BD-17A3D9B77DB0}"/>
          </ac:spMkLst>
        </pc:spChg>
        <pc:spChg chg="del">
          <ac:chgData name="Daichi Kawaguchi" userId="39803997058_tp_box_2" providerId="OAuth2" clId="{0EA2D1D5-1A4A-4DDE-98D0-B129D135DBAE}" dt="2025-10-29T06:12:35.168" v="2601" actId="478"/>
          <ac:spMkLst>
            <pc:docMk/>
            <pc:sldMk cId="2850685730" sldId="2147483395"/>
            <ac:spMk id="80" creationId="{0DEB8F34-02C1-8AFA-04D0-299DE2BEE793}"/>
          </ac:spMkLst>
        </pc:spChg>
        <pc:spChg chg="del">
          <ac:chgData name="Daichi Kawaguchi" userId="39803997058_tp_box_2" providerId="OAuth2" clId="{0EA2D1D5-1A4A-4DDE-98D0-B129D135DBAE}" dt="2025-10-29T06:12:35.168" v="2601" actId="478"/>
          <ac:spMkLst>
            <pc:docMk/>
            <pc:sldMk cId="2850685730" sldId="2147483395"/>
            <ac:spMk id="136" creationId="{7BC669F2-A011-7C8C-FBD8-882E0F3EBD62}"/>
          </ac:spMkLst>
        </pc:spChg>
        <pc:spChg chg="del">
          <ac:chgData name="Daichi Kawaguchi" userId="39803997058_tp_box_2" providerId="OAuth2" clId="{0EA2D1D5-1A4A-4DDE-98D0-B129D135DBAE}" dt="2025-10-29T06:12:35.168" v="2601" actId="478"/>
          <ac:spMkLst>
            <pc:docMk/>
            <pc:sldMk cId="2850685730" sldId="2147483395"/>
            <ac:spMk id="144" creationId="{AF3F1475-8DC8-1443-3B8B-D6646EF0E988}"/>
          </ac:spMkLst>
        </pc:spChg>
        <pc:spChg chg="del">
          <ac:chgData name="Daichi Kawaguchi" userId="39803997058_tp_box_2" providerId="OAuth2" clId="{0EA2D1D5-1A4A-4DDE-98D0-B129D135DBAE}" dt="2025-10-29T06:12:35.168" v="2601" actId="478"/>
          <ac:spMkLst>
            <pc:docMk/>
            <pc:sldMk cId="2850685730" sldId="2147483395"/>
            <ac:spMk id="145" creationId="{C6850F8D-A91A-7BCF-A950-68E8EF23475B}"/>
          </ac:spMkLst>
        </pc:spChg>
        <pc:spChg chg="del">
          <ac:chgData name="Daichi Kawaguchi" userId="39803997058_tp_box_2" providerId="OAuth2" clId="{0EA2D1D5-1A4A-4DDE-98D0-B129D135DBAE}" dt="2025-10-29T06:12:35.168" v="2601" actId="478"/>
          <ac:spMkLst>
            <pc:docMk/>
            <pc:sldMk cId="2850685730" sldId="2147483395"/>
            <ac:spMk id="150" creationId="{294E85E0-8597-FF1F-7AC2-A7ECCD294262}"/>
          </ac:spMkLst>
        </pc:spChg>
        <pc:spChg chg="mod">
          <ac:chgData name="Daichi Kawaguchi" userId="39803997058_tp_box_2" providerId="OAuth2" clId="{0EA2D1D5-1A4A-4DDE-98D0-B129D135DBAE}" dt="2025-10-29T06:36:46.398" v="3221" actId="12789"/>
          <ac:spMkLst>
            <pc:docMk/>
            <pc:sldMk cId="2850685730" sldId="2147483395"/>
            <ac:spMk id="155" creationId="{17383DE4-4E9E-A05A-781D-4D0AD9303C13}"/>
          </ac:spMkLst>
        </pc:spChg>
        <pc:spChg chg="mod">
          <ac:chgData name="Daichi Kawaguchi" userId="39803997058_tp_box_2" providerId="OAuth2" clId="{0EA2D1D5-1A4A-4DDE-98D0-B129D135DBAE}" dt="2025-10-29T06:38:59.043" v="3317" actId="1035"/>
          <ac:spMkLst>
            <pc:docMk/>
            <pc:sldMk cId="2850685730" sldId="2147483395"/>
            <ac:spMk id="158" creationId="{5DFD5ED1-8D6B-4BC6-2AB1-715FAC641E85}"/>
          </ac:spMkLst>
        </pc:spChg>
        <pc:spChg chg="mod">
          <ac:chgData name="Daichi Kawaguchi" userId="39803997058_tp_box_2" providerId="OAuth2" clId="{0EA2D1D5-1A4A-4DDE-98D0-B129D135DBAE}" dt="2025-10-29T06:36:07.431" v="3178" actId="553"/>
          <ac:spMkLst>
            <pc:docMk/>
            <pc:sldMk cId="2850685730" sldId="2147483395"/>
            <ac:spMk id="160" creationId="{040594F3-9B39-6828-2857-8B78F6B06C53}"/>
          </ac:spMkLst>
        </pc:spChg>
        <pc:spChg chg="mod topLvl">
          <ac:chgData name="Daichi Kawaguchi" userId="39803997058_tp_box_2" providerId="OAuth2" clId="{0EA2D1D5-1A4A-4DDE-98D0-B129D135DBAE}" dt="2025-10-29T06:39:12.263" v="3319" actId="165"/>
          <ac:spMkLst>
            <pc:docMk/>
            <pc:sldMk cId="2850685730" sldId="2147483395"/>
            <ac:spMk id="162" creationId="{A614D91D-983E-4C5F-A1D1-EFFCCB71CDCC}"/>
          </ac:spMkLst>
        </pc:spChg>
        <pc:spChg chg="mod">
          <ac:chgData name="Daichi Kawaguchi" userId="39803997058_tp_box_2" providerId="OAuth2" clId="{0EA2D1D5-1A4A-4DDE-98D0-B129D135DBAE}" dt="2025-10-29T06:39:12.263" v="3319" actId="165"/>
          <ac:spMkLst>
            <pc:docMk/>
            <pc:sldMk cId="2850685730" sldId="2147483395"/>
            <ac:spMk id="168" creationId="{894B0EC6-AAC6-04F8-1EB0-47D8A952DA01}"/>
          </ac:spMkLst>
        </pc:spChg>
        <pc:spChg chg="mod">
          <ac:chgData name="Daichi Kawaguchi" userId="39803997058_tp_box_2" providerId="OAuth2" clId="{0EA2D1D5-1A4A-4DDE-98D0-B129D135DBAE}" dt="2025-10-29T06:39:12.263" v="3319" actId="165"/>
          <ac:spMkLst>
            <pc:docMk/>
            <pc:sldMk cId="2850685730" sldId="2147483395"/>
            <ac:spMk id="170" creationId="{287847EB-F5B6-2840-959A-002F8709ED33}"/>
          </ac:spMkLst>
        </pc:spChg>
        <pc:spChg chg="mod">
          <ac:chgData name="Daichi Kawaguchi" userId="39803997058_tp_box_2" providerId="OAuth2" clId="{0EA2D1D5-1A4A-4DDE-98D0-B129D135DBAE}" dt="2025-10-29T06:39:12.263" v="3319" actId="165"/>
          <ac:spMkLst>
            <pc:docMk/>
            <pc:sldMk cId="2850685730" sldId="2147483395"/>
            <ac:spMk id="172" creationId="{7F9CC3FE-AED0-4B40-A145-13495E8CB533}"/>
          </ac:spMkLst>
        </pc:spChg>
        <pc:spChg chg="mod">
          <ac:chgData name="Daichi Kawaguchi" userId="39803997058_tp_box_2" providerId="OAuth2" clId="{0EA2D1D5-1A4A-4DDE-98D0-B129D135DBAE}" dt="2025-10-29T06:39:12.263" v="3319" actId="165"/>
          <ac:spMkLst>
            <pc:docMk/>
            <pc:sldMk cId="2850685730" sldId="2147483395"/>
            <ac:spMk id="175" creationId="{125BCFFC-8EBB-E5E3-EE04-63387A1C4283}"/>
          </ac:spMkLst>
        </pc:spChg>
        <pc:spChg chg="mod">
          <ac:chgData name="Daichi Kawaguchi" userId="39803997058_tp_box_2" providerId="OAuth2" clId="{0EA2D1D5-1A4A-4DDE-98D0-B129D135DBAE}" dt="2025-10-29T06:39:12.263" v="3319" actId="165"/>
          <ac:spMkLst>
            <pc:docMk/>
            <pc:sldMk cId="2850685730" sldId="2147483395"/>
            <ac:spMk id="177" creationId="{0759BED2-065D-E673-258B-21591B5269C4}"/>
          </ac:spMkLst>
        </pc:spChg>
        <pc:spChg chg="add mod">
          <ac:chgData name="Daichi Kawaguchi" userId="39803997058_tp_box_2" providerId="OAuth2" clId="{0EA2D1D5-1A4A-4DDE-98D0-B129D135DBAE}" dt="2025-10-29T06:38:04.452" v="3302" actId="553"/>
          <ac:spMkLst>
            <pc:docMk/>
            <pc:sldMk cId="2850685730" sldId="2147483395"/>
            <ac:spMk id="183" creationId="{FAAF8217-EC4E-860B-275D-C841678DBD12}"/>
          </ac:spMkLst>
        </pc:spChg>
        <pc:spChg chg="add mod">
          <ac:chgData name="Daichi Kawaguchi" userId="39803997058_tp_box_2" providerId="OAuth2" clId="{0EA2D1D5-1A4A-4DDE-98D0-B129D135DBAE}" dt="2025-10-29T06:38:59.043" v="3317" actId="1035"/>
          <ac:spMkLst>
            <pc:docMk/>
            <pc:sldMk cId="2850685730" sldId="2147483395"/>
            <ac:spMk id="184" creationId="{05ABE93D-0B97-B313-0EA3-4071D4AAF0EE}"/>
          </ac:spMkLst>
        </pc:spChg>
        <pc:grpChg chg="mod">
          <ac:chgData name="Daichi Kawaguchi" userId="39803997058_tp_box_2" providerId="OAuth2" clId="{0EA2D1D5-1A4A-4DDE-98D0-B129D135DBAE}" dt="2025-10-29T06:36:07.431" v="3178" actId="553"/>
          <ac:grpSpMkLst>
            <pc:docMk/>
            <pc:sldMk cId="2850685730" sldId="2147483395"/>
            <ac:grpSpMk id="17" creationId="{BFB144BC-9E17-8FAE-6863-CD93AAFE932D}"/>
          </ac:grpSpMkLst>
        </pc:grpChg>
        <pc:grpChg chg="mod">
          <ac:chgData name="Daichi Kawaguchi" userId="39803997058_tp_box_2" providerId="OAuth2" clId="{0EA2D1D5-1A4A-4DDE-98D0-B129D135DBAE}" dt="2025-10-29T06:36:36.421" v="3219" actId="553"/>
          <ac:grpSpMkLst>
            <pc:docMk/>
            <pc:sldMk cId="2850685730" sldId="2147483395"/>
            <ac:grpSpMk id="21" creationId="{1DC841DA-2309-15E8-1733-7A22B2705FF9}"/>
          </ac:grpSpMkLst>
        </pc:grpChg>
        <pc:grpChg chg="mod">
          <ac:chgData name="Daichi Kawaguchi" userId="39803997058_tp_box_2" providerId="OAuth2" clId="{0EA2D1D5-1A4A-4DDE-98D0-B129D135DBAE}" dt="2025-10-29T06:36:46.398" v="3221" actId="12789"/>
          <ac:grpSpMkLst>
            <pc:docMk/>
            <pc:sldMk cId="2850685730" sldId="2147483395"/>
            <ac:grpSpMk id="24" creationId="{38806309-5B2A-A0EB-EAAD-95C2FE1A25F4}"/>
          </ac:grpSpMkLst>
        </pc:grpChg>
        <pc:grpChg chg="mod">
          <ac:chgData name="Daichi Kawaguchi" userId="39803997058_tp_box_2" providerId="OAuth2" clId="{0EA2D1D5-1A4A-4DDE-98D0-B129D135DBAE}" dt="2025-10-29T06:36:36.421" v="3219" actId="553"/>
          <ac:grpSpMkLst>
            <pc:docMk/>
            <pc:sldMk cId="2850685730" sldId="2147483395"/>
            <ac:grpSpMk id="25" creationId="{C4BF1523-BA32-66AB-D568-AF98BE5CAF4E}"/>
          </ac:grpSpMkLst>
        </pc:grpChg>
        <pc:grpChg chg="mod">
          <ac:chgData name="Daichi Kawaguchi" userId="39803997058_tp_box_2" providerId="OAuth2" clId="{0EA2D1D5-1A4A-4DDE-98D0-B129D135DBAE}" dt="2025-10-29T06:36:36.421" v="3219" actId="553"/>
          <ac:grpSpMkLst>
            <pc:docMk/>
            <pc:sldMk cId="2850685730" sldId="2147483395"/>
            <ac:grpSpMk id="29" creationId="{F02C0149-11DE-5BB6-9CDC-B9B79BEFCB0B}"/>
          </ac:grpSpMkLst>
        </pc:grpChg>
        <pc:grpChg chg="mod">
          <ac:chgData name="Daichi Kawaguchi" userId="39803997058_tp_box_2" providerId="OAuth2" clId="{0EA2D1D5-1A4A-4DDE-98D0-B129D135DBAE}" dt="2025-10-29T06:38:04.452" v="3302" actId="553"/>
          <ac:grpSpMkLst>
            <pc:docMk/>
            <pc:sldMk cId="2850685730" sldId="2147483395"/>
            <ac:grpSpMk id="30" creationId="{2C5B7949-1775-336B-EFF6-D68E0583B0FD}"/>
          </ac:grpSpMkLst>
        </pc:grpChg>
        <pc:grpChg chg="del">
          <ac:chgData name="Daichi Kawaguchi" userId="39803997058_tp_box_2" providerId="OAuth2" clId="{0EA2D1D5-1A4A-4DDE-98D0-B129D135DBAE}" dt="2025-10-29T06:12:38.390" v="2602" actId="478"/>
          <ac:grpSpMkLst>
            <pc:docMk/>
            <pc:sldMk cId="2850685730" sldId="2147483395"/>
            <ac:grpSpMk id="151" creationId="{8D821976-0731-7C69-1C7D-3524F0B64A63}"/>
          </ac:grpSpMkLst>
        </pc:grpChg>
        <pc:grpChg chg="mod">
          <ac:chgData name="Daichi Kawaguchi" userId="39803997058_tp_box_2" providerId="OAuth2" clId="{0EA2D1D5-1A4A-4DDE-98D0-B129D135DBAE}" dt="2025-10-29T06:33:22.865" v="3052" actId="164"/>
          <ac:grpSpMkLst>
            <pc:docMk/>
            <pc:sldMk cId="2850685730" sldId="2147483395"/>
            <ac:grpSpMk id="163" creationId="{D3F19D0D-104C-C576-03EE-DF8B103C588E}"/>
          </ac:grpSpMkLst>
        </pc:grpChg>
        <pc:grpChg chg="mod">
          <ac:chgData name="Daichi Kawaguchi" userId="39803997058_tp_box_2" providerId="OAuth2" clId="{0EA2D1D5-1A4A-4DDE-98D0-B129D135DBAE}" dt="2025-10-29T06:33:22.865" v="3052" actId="164"/>
          <ac:grpSpMkLst>
            <pc:docMk/>
            <pc:sldMk cId="2850685730" sldId="2147483395"/>
            <ac:grpSpMk id="164" creationId="{C2C57337-EBF6-D9DF-A6F0-02558E8D9785}"/>
          </ac:grpSpMkLst>
        </pc:grpChg>
        <pc:grpChg chg="mod">
          <ac:chgData name="Daichi Kawaguchi" userId="39803997058_tp_box_2" providerId="OAuth2" clId="{0EA2D1D5-1A4A-4DDE-98D0-B129D135DBAE}" dt="2025-10-29T06:33:22.865" v="3052" actId="164"/>
          <ac:grpSpMkLst>
            <pc:docMk/>
            <pc:sldMk cId="2850685730" sldId="2147483395"/>
            <ac:grpSpMk id="165" creationId="{9EE8955F-B42B-BD5E-8EEF-266F03FBDB65}"/>
          </ac:grpSpMkLst>
        </pc:grpChg>
        <pc:grpChg chg="mod">
          <ac:chgData name="Daichi Kawaguchi" userId="39803997058_tp_box_2" providerId="OAuth2" clId="{0EA2D1D5-1A4A-4DDE-98D0-B129D135DBAE}" dt="2025-10-29T06:33:22.865" v="3052" actId="164"/>
          <ac:grpSpMkLst>
            <pc:docMk/>
            <pc:sldMk cId="2850685730" sldId="2147483395"/>
            <ac:grpSpMk id="166" creationId="{F15F119D-5190-F6D2-176D-D577E22790DB}"/>
          </ac:grpSpMkLst>
        </pc:grpChg>
        <pc:grpChg chg="mod">
          <ac:chgData name="Daichi Kawaguchi" userId="39803997058_tp_box_2" providerId="OAuth2" clId="{0EA2D1D5-1A4A-4DDE-98D0-B129D135DBAE}" dt="2025-10-29T06:33:22.865" v="3052" actId="164"/>
          <ac:grpSpMkLst>
            <pc:docMk/>
            <pc:sldMk cId="2850685730" sldId="2147483395"/>
            <ac:grpSpMk id="167" creationId="{E5163462-8D90-6C3A-FA0E-A7D198F7BCC8}"/>
          </ac:grpSpMkLst>
        </pc:grpChg>
        <pc:grpChg chg="add mod">
          <ac:chgData name="Daichi Kawaguchi" userId="39803997058_tp_box_2" providerId="OAuth2" clId="{0EA2D1D5-1A4A-4DDE-98D0-B129D135DBAE}" dt="2025-10-29T06:14:16.667" v="2609" actId="164"/>
          <ac:grpSpMkLst>
            <pc:docMk/>
            <pc:sldMk cId="2850685730" sldId="2147483395"/>
            <ac:grpSpMk id="178" creationId="{891CA9C6-54FF-C764-E0F5-854AB4254D93}"/>
          </ac:grpSpMkLst>
        </pc:grpChg>
        <pc:grpChg chg="add mod">
          <ac:chgData name="Daichi Kawaguchi" userId="39803997058_tp_box_2" providerId="OAuth2" clId="{0EA2D1D5-1A4A-4DDE-98D0-B129D135DBAE}" dt="2025-10-29T06:33:22.865" v="3052" actId="164"/>
          <ac:grpSpMkLst>
            <pc:docMk/>
            <pc:sldMk cId="2850685730" sldId="2147483395"/>
            <ac:grpSpMk id="181" creationId="{16576BFD-142F-AB3F-8599-A1DB20ABBDA5}"/>
          </ac:grpSpMkLst>
        </pc:grpChg>
        <pc:grpChg chg="add mod">
          <ac:chgData name="Daichi Kawaguchi" userId="39803997058_tp_box_2" providerId="OAuth2" clId="{0EA2D1D5-1A4A-4DDE-98D0-B129D135DBAE}" dt="2025-10-29T06:34:28.816" v="3158" actId="1037"/>
          <ac:grpSpMkLst>
            <pc:docMk/>
            <pc:sldMk cId="2850685730" sldId="2147483395"/>
            <ac:grpSpMk id="182" creationId="{024C183E-A888-1316-8169-592C2CA97BCF}"/>
          </ac:grpSpMkLst>
        </pc:grpChg>
        <pc:picChg chg="mod">
          <ac:chgData name="Daichi Kawaguchi" userId="39803997058_tp_box_2" providerId="OAuth2" clId="{0EA2D1D5-1A4A-4DDE-98D0-B129D135DBAE}" dt="2025-10-29T06:34:37.929" v="3160" actId="165"/>
          <ac:picMkLst>
            <pc:docMk/>
            <pc:sldMk cId="2850685730" sldId="2147483395"/>
            <ac:picMk id="38" creationId="{B47130A6-6A95-919B-7952-09E85E524B9F}"/>
          </ac:picMkLst>
        </pc:picChg>
        <pc:picChg chg="mod">
          <ac:chgData name="Daichi Kawaguchi" userId="39803997058_tp_box_2" providerId="OAuth2" clId="{0EA2D1D5-1A4A-4DDE-98D0-B129D135DBAE}" dt="2025-10-29T06:34:37.929" v="3160" actId="165"/>
          <ac:picMkLst>
            <pc:docMk/>
            <pc:sldMk cId="2850685730" sldId="2147483395"/>
            <ac:picMk id="154" creationId="{C2D979C0-FA59-7C58-2005-443B6CFB1C33}"/>
          </ac:picMkLst>
        </pc:picChg>
        <pc:picChg chg="mod">
          <ac:chgData name="Daichi Kawaguchi" userId="39803997058_tp_box_2" providerId="OAuth2" clId="{0EA2D1D5-1A4A-4DDE-98D0-B129D135DBAE}" dt="2025-10-29T06:36:46.398" v="3221" actId="12789"/>
          <ac:picMkLst>
            <pc:docMk/>
            <pc:sldMk cId="2850685730" sldId="2147483395"/>
            <ac:picMk id="156" creationId="{3993CF80-DEE5-00D1-8492-C10ABF90E0FB}"/>
          </ac:picMkLst>
        </pc:picChg>
        <pc:picChg chg="mod">
          <ac:chgData name="Daichi Kawaguchi" userId="39803997058_tp_box_2" providerId="OAuth2" clId="{0EA2D1D5-1A4A-4DDE-98D0-B129D135DBAE}" dt="2025-10-29T06:36:07.431" v="3178" actId="553"/>
          <ac:picMkLst>
            <pc:docMk/>
            <pc:sldMk cId="2850685730" sldId="2147483395"/>
            <ac:picMk id="157" creationId="{BC29D692-7600-7B62-90CF-CE6440D70D6E}"/>
          </ac:picMkLst>
        </pc:picChg>
        <pc:picChg chg="mod">
          <ac:chgData name="Daichi Kawaguchi" userId="39803997058_tp_box_2" providerId="OAuth2" clId="{0EA2D1D5-1A4A-4DDE-98D0-B129D135DBAE}" dt="2025-10-29T06:36:07.431" v="3178" actId="553"/>
          <ac:picMkLst>
            <pc:docMk/>
            <pc:sldMk cId="2850685730" sldId="2147483395"/>
            <ac:picMk id="159" creationId="{A54358B7-F800-2FE4-5F2E-04A4A45EB324}"/>
          </ac:picMkLst>
        </pc:picChg>
        <pc:picChg chg="mod">
          <ac:chgData name="Daichi Kawaguchi" userId="39803997058_tp_box_2" providerId="OAuth2" clId="{0EA2D1D5-1A4A-4DDE-98D0-B129D135DBAE}" dt="2025-10-29T06:39:12.263" v="3319" actId="165"/>
          <ac:picMkLst>
            <pc:docMk/>
            <pc:sldMk cId="2850685730" sldId="2147483395"/>
            <ac:picMk id="171" creationId="{405EC192-25F3-0CC4-70E7-876B4777BB6C}"/>
          </ac:picMkLst>
        </pc:picChg>
        <pc:picChg chg="mod">
          <ac:chgData name="Daichi Kawaguchi" userId="39803997058_tp_box_2" providerId="OAuth2" clId="{0EA2D1D5-1A4A-4DDE-98D0-B129D135DBAE}" dt="2025-10-29T06:33:33.049" v="3082" actId="1038"/>
          <ac:picMkLst>
            <pc:docMk/>
            <pc:sldMk cId="2850685730" sldId="2147483395"/>
            <ac:picMk id="173" creationId="{A961382F-91EC-6D29-835C-9A33B9561008}"/>
          </ac:picMkLst>
        </pc:picChg>
        <pc:picChg chg="mod">
          <ac:chgData name="Daichi Kawaguchi" userId="39803997058_tp_box_2" providerId="OAuth2" clId="{0EA2D1D5-1A4A-4DDE-98D0-B129D135DBAE}" dt="2025-10-29T06:39:12.263" v="3319" actId="165"/>
          <ac:picMkLst>
            <pc:docMk/>
            <pc:sldMk cId="2850685730" sldId="2147483395"/>
            <ac:picMk id="174" creationId="{313BCBE8-7F20-4666-57F4-AAEA8CAA8C23}"/>
          </ac:picMkLst>
        </pc:picChg>
        <pc:picChg chg="mod">
          <ac:chgData name="Daichi Kawaguchi" userId="39803997058_tp_box_2" providerId="OAuth2" clId="{0EA2D1D5-1A4A-4DDE-98D0-B129D135DBAE}" dt="2025-10-29T06:39:12.263" v="3319" actId="165"/>
          <ac:picMkLst>
            <pc:docMk/>
            <pc:sldMk cId="2850685730" sldId="2147483395"/>
            <ac:picMk id="176" creationId="{D15445F6-C631-5A9C-812B-6ED961AE39E4}"/>
          </ac:picMkLst>
        </pc:picChg>
        <pc:picChg chg="add mod">
          <ac:chgData name="Daichi Kawaguchi" userId="39803997058_tp_box_2" providerId="OAuth2" clId="{0EA2D1D5-1A4A-4DDE-98D0-B129D135DBAE}" dt="2025-10-29T06:36:24.287" v="3217" actId="1038"/>
          <ac:picMkLst>
            <pc:docMk/>
            <pc:sldMk cId="2850685730" sldId="2147483395"/>
            <ac:picMk id="179" creationId="{2AB38349-E151-C3FD-C962-B1383E772419}"/>
          </ac:picMkLst>
        </pc:picChg>
        <pc:picChg chg="add mod">
          <ac:chgData name="Daichi Kawaguchi" userId="39803997058_tp_box_2" providerId="OAuth2" clId="{0EA2D1D5-1A4A-4DDE-98D0-B129D135DBAE}" dt="2025-10-29T06:37:02.370" v="3238" actId="1037"/>
          <ac:picMkLst>
            <pc:docMk/>
            <pc:sldMk cId="2850685730" sldId="2147483395"/>
            <ac:picMk id="180" creationId="{54E0D6F5-36D8-D554-74B4-80DEFBCD046F}"/>
          </ac:picMkLst>
        </pc:picChg>
        <pc:cxnChg chg="mod">
          <ac:chgData name="Daichi Kawaguchi" userId="39803997058_tp_box_2" providerId="OAuth2" clId="{0EA2D1D5-1A4A-4DDE-98D0-B129D135DBAE}" dt="2025-10-29T06:39:20.907" v="3321" actId="208"/>
          <ac:cxnSpMkLst>
            <pc:docMk/>
            <pc:sldMk cId="2850685730" sldId="2147483395"/>
            <ac:cxnSpMk id="32" creationId="{4C0B3D0D-6568-94CF-83A0-6DB074F69D21}"/>
          </ac:cxnSpMkLst>
        </pc:cxnChg>
        <pc:cxnChg chg="mod">
          <ac:chgData name="Daichi Kawaguchi" userId="39803997058_tp_box_2" providerId="OAuth2" clId="{0EA2D1D5-1A4A-4DDE-98D0-B129D135DBAE}" dt="2025-10-29T06:39:16.337" v="3320" actId="208"/>
          <ac:cxnSpMkLst>
            <pc:docMk/>
            <pc:sldMk cId="2850685730" sldId="2147483395"/>
            <ac:cxnSpMk id="169" creationId="{F0BF40F9-D907-7931-4C8A-080B6B9E186B}"/>
          </ac:cxnSpMkLst>
        </pc:cxnChg>
      </pc:sldChg>
      <pc:sldChg chg="addSp delSp modSp add mod">
        <pc:chgData name="Daichi Kawaguchi" userId="39803997058_tp_box_2" providerId="OAuth2" clId="{0EA2D1D5-1A4A-4DDE-98D0-B129D135DBAE}" dt="2025-10-29T06:24:43.961" v="2982" actId="12789"/>
        <pc:sldMkLst>
          <pc:docMk/>
          <pc:sldMk cId="3083666866" sldId="2147483396"/>
        </pc:sldMkLst>
        <pc:spChg chg="mod">
          <ac:chgData name="Daichi Kawaguchi" userId="39803997058_tp_box_2" providerId="OAuth2" clId="{0EA2D1D5-1A4A-4DDE-98D0-B129D135DBAE}" dt="2025-10-29T06:14:59.015" v="2614"/>
          <ac:spMkLst>
            <pc:docMk/>
            <pc:sldMk cId="3083666866" sldId="2147483396"/>
            <ac:spMk id="2" creationId="{AA48B10C-FA44-5068-A649-F2C0E1FE993C}"/>
          </ac:spMkLst>
        </pc:spChg>
        <pc:spChg chg="mod">
          <ac:chgData name="Daichi Kawaguchi" userId="39803997058_tp_box_2" providerId="OAuth2" clId="{0EA2D1D5-1A4A-4DDE-98D0-B129D135DBAE}" dt="2025-10-29T06:15:06.932" v="2616"/>
          <ac:spMkLst>
            <pc:docMk/>
            <pc:sldMk cId="3083666866" sldId="2147483396"/>
            <ac:spMk id="4" creationId="{EDADBD12-CE3A-D41E-C5B5-6453313C2F9C}"/>
          </ac:spMkLst>
        </pc:spChg>
        <pc:spChg chg="mod topLvl">
          <ac:chgData name="Daichi Kawaguchi" userId="39803997058_tp_box_2" providerId="OAuth2" clId="{0EA2D1D5-1A4A-4DDE-98D0-B129D135DBAE}" dt="2025-10-29T06:21:16.927" v="2882"/>
          <ac:spMkLst>
            <pc:docMk/>
            <pc:sldMk cId="3083666866" sldId="2147483396"/>
            <ac:spMk id="5" creationId="{CDB84B4A-CACD-DB26-090D-07899C5ED5E2}"/>
          </ac:spMkLst>
        </pc:spChg>
        <pc:spChg chg="mod topLvl">
          <ac:chgData name="Daichi Kawaguchi" userId="39803997058_tp_box_2" providerId="OAuth2" clId="{0EA2D1D5-1A4A-4DDE-98D0-B129D135DBAE}" dt="2025-10-29T06:20:34.594" v="2842" actId="555"/>
          <ac:spMkLst>
            <pc:docMk/>
            <pc:sldMk cId="3083666866" sldId="2147483396"/>
            <ac:spMk id="8" creationId="{BBF86679-383B-D9BA-5AFA-C74CD73ED359}"/>
          </ac:spMkLst>
        </pc:spChg>
        <pc:spChg chg="mod">
          <ac:chgData name="Daichi Kawaguchi" userId="39803997058_tp_box_2" providerId="OAuth2" clId="{0EA2D1D5-1A4A-4DDE-98D0-B129D135DBAE}" dt="2025-10-29T06:24:43.961" v="2982" actId="12789"/>
          <ac:spMkLst>
            <pc:docMk/>
            <pc:sldMk cId="3083666866" sldId="2147483396"/>
            <ac:spMk id="10" creationId="{33098852-66E7-7D1B-0791-50DC0FA3B901}"/>
          </ac:spMkLst>
        </pc:spChg>
        <pc:spChg chg="add mod">
          <ac:chgData name="Daichi Kawaguchi" userId="39803997058_tp_box_2" providerId="OAuth2" clId="{0EA2D1D5-1A4A-4DDE-98D0-B129D135DBAE}" dt="2025-10-29T06:22:19.085" v="2932" actId="553"/>
          <ac:spMkLst>
            <pc:docMk/>
            <pc:sldMk cId="3083666866" sldId="2147483396"/>
            <ac:spMk id="11" creationId="{246236F4-0C8C-557C-ED7B-DC3740128A5F}"/>
          </ac:spMkLst>
        </pc:spChg>
        <pc:spChg chg="mod">
          <ac:chgData name="Daichi Kawaguchi" userId="39803997058_tp_box_2" providerId="OAuth2" clId="{0EA2D1D5-1A4A-4DDE-98D0-B129D135DBAE}" dt="2025-10-29T06:22:23.419" v="2933" actId="12789"/>
          <ac:spMkLst>
            <pc:docMk/>
            <pc:sldMk cId="3083666866" sldId="2147483396"/>
            <ac:spMk id="12" creationId="{EE1AB7A8-DECE-CCAB-0287-E37854710411}"/>
          </ac:spMkLst>
        </pc:spChg>
        <pc:spChg chg="mod">
          <ac:chgData name="Daichi Kawaguchi" userId="39803997058_tp_box_2" providerId="OAuth2" clId="{0EA2D1D5-1A4A-4DDE-98D0-B129D135DBAE}" dt="2025-10-29T06:22:27.219" v="2934" actId="12789"/>
          <ac:spMkLst>
            <pc:docMk/>
            <pc:sldMk cId="3083666866" sldId="2147483396"/>
            <ac:spMk id="13" creationId="{3FB4E704-EBA0-4349-EE72-4CACA4082244}"/>
          </ac:spMkLst>
        </pc:spChg>
        <pc:spChg chg="add mod">
          <ac:chgData name="Daichi Kawaguchi" userId="39803997058_tp_box_2" providerId="OAuth2" clId="{0EA2D1D5-1A4A-4DDE-98D0-B129D135DBAE}" dt="2025-10-29T06:22:31.214" v="2935" actId="12789"/>
          <ac:spMkLst>
            <pc:docMk/>
            <pc:sldMk cId="3083666866" sldId="2147483396"/>
            <ac:spMk id="14" creationId="{E0DB8EFD-C566-198E-6E0F-36D0B5AC1D80}"/>
          </ac:spMkLst>
        </pc:spChg>
        <pc:spChg chg="add mod">
          <ac:chgData name="Daichi Kawaguchi" userId="39803997058_tp_box_2" providerId="OAuth2" clId="{0EA2D1D5-1A4A-4DDE-98D0-B129D135DBAE}" dt="2025-10-29T06:22:35.111" v="2936" actId="12789"/>
          <ac:spMkLst>
            <pc:docMk/>
            <pc:sldMk cId="3083666866" sldId="2147483396"/>
            <ac:spMk id="15" creationId="{F3C97E93-992D-96AA-0DF9-87F819816D6E}"/>
          </ac:spMkLst>
        </pc:spChg>
        <pc:spChg chg="add mod">
          <ac:chgData name="Daichi Kawaguchi" userId="39803997058_tp_box_2" providerId="OAuth2" clId="{0EA2D1D5-1A4A-4DDE-98D0-B129D135DBAE}" dt="2025-10-29T06:22:38.981" v="2937" actId="12789"/>
          <ac:spMkLst>
            <pc:docMk/>
            <pc:sldMk cId="3083666866" sldId="2147483396"/>
            <ac:spMk id="18" creationId="{9AF97707-584B-5FF0-F222-7DE7CE8EEC93}"/>
          </ac:spMkLst>
        </pc:spChg>
        <pc:spChg chg="mod">
          <ac:chgData name="Daichi Kawaguchi" userId="39803997058_tp_box_2" providerId="OAuth2" clId="{0EA2D1D5-1A4A-4DDE-98D0-B129D135DBAE}" dt="2025-10-29T06:23:51.183" v="2957"/>
          <ac:spMkLst>
            <pc:docMk/>
            <pc:sldMk cId="3083666866" sldId="2147483396"/>
            <ac:spMk id="19" creationId="{FE1E1407-8828-2CE4-E478-F3552E174232}"/>
          </ac:spMkLst>
        </pc:spChg>
        <pc:spChg chg="add mod">
          <ac:chgData name="Daichi Kawaguchi" userId="39803997058_tp_box_2" providerId="OAuth2" clId="{0EA2D1D5-1A4A-4DDE-98D0-B129D135DBAE}" dt="2025-10-29T06:23:51.183" v="2957"/>
          <ac:spMkLst>
            <pc:docMk/>
            <pc:sldMk cId="3083666866" sldId="2147483396"/>
            <ac:spMk id="20" creationId="{9021904D-9528-1D01-9498-56FB7AABFC49}"/>
          </ac:spMkLst>
        </pc:spChg>
        <pc:spChg chg="mod">
          <ac:chgData name="Daichi Kawaguchi" userId="39803997058_tp_box_2" providerId="OAuth2" clId="{0EA2D1D5-1A4A-4DDE-98D0-B129D135DBAE}" dt="2025-10-29T06:23:51.183" v="2957"/>
          <ac:spMkLst>
            <pc:docMk/>
            <pc:sldMk cId="3083666866" sldId="2147483396"/>
            <ac:spMk id="22" creationId="{E718AD37-2470-34A9-F03D-0A0AC57B295A}"/>
          </ac:spMkLst>
        </pc:spChg>
        <pc:spChg chg="mod">
          <ac:chgData name="Daichi Kawaguchi" userId="39803997058_tp_box_2" providerId="OAuth2" clId="{0EA2D1D5-1A4A-4DDE-98D0-B129D135DBAE}" dt="2025-10-29T06:23:51.183" v="2957"/>
          <ac:spMkLst>
            <pc:docMk/>
            <pc:sldMk cId="3083666866" sldId="2147483396"/>
            <ac:spMk id="26" creationId="{48178D17-C7D5-73D3-29AD-31976F5143C1}"/>
          </ac:spMkLst>
        </pc:spChg>
        <pc:spChg chg="add mod">
          <ac:chgData name="Daichi Kawaguchi" userId="39803997058_tp_box_2" providerId="OAuth2" clId="{0EA2D1D5-1A4A-4DDE-98D0-B129D135DBAE}" dt="2025-10-29T06:23:51.183" v="2957"/>
          <ac:spMkLst>
            <pc:docMk/>
            <pc:sldMk cId="3083666866" sldId="2147483396"/>
            <ac:spMk id="27" creationId="{41EDD260-BA2F-DBBF-3321-329709E271EA}"/>
          </ac:spMkLst>
        </pc:spChg>
        <pc:spChg chg="add mod">
          <ac:chgData name="Daichi Kawaguchi" userId="39803997058_tp_box_2" providerId="OAuth2" clId="{0EA2D1D5-1A4A-4DDE-98D0-B129D135DBAE}" dt="2025-10-29T06:23:51.183" v="2957"/>
          <ac:spMkLst>
            <pc:docMk/>
            <pc:sldMk cId="3083666866" sldId="2147483396"/>
            <ac:spMk id="28" creationId="{0302CDAD-B08E-F996-DED5-26EA4910BD0A}"/>
          </ac:spMkLst>
        </pc:spChg>
        <pc:spChg chg="add mod">
          <ac:chgData name="Daichi Kawaguchi" userId="39803997058_tp_box_2" providerId="OAuth2" clId="{0EA2D1D5-1A4A-4DDE-98D0-B129D135DBAE}" dt="2025-10-29T06:23:51.183" v="2957"/>
          <ac:spMkLst>
            <pc:docMk/>
            <pc:sldMk cId="3083666866" sldId="2147483396"/>
            <ac:spMk id="34" creationId="{B7F5AD17-AA6D-A597-D6A1-10B48AAA055D}"/>
          </ac:spMkLst>
        </pc:spChg>
        <pc:spChg chg="mod">
          <ac:chgData name="Daichi Kawaguchi" userId="39803997058_tp_box_2" providerId="OAuth2" clId="{0EA2D1D5-1A4A-4DDE-98D0-B129D135DBAE}" dt="2025-10-29T06:22:43.259" v="2938" actId="12789"/>
          <ac:spMkLst>
            <pc:docMk/>
            <pc:sldMk cId="3083666866" sldId="2147483396"/>
            <ac:spMk id="35" creationId="{34263DFF-42D1-0F5D-A45F-F15E3853B586}"/>
          </ac:spMkLst>
        </pc:spChg>
        <pc:spChg chg="add mod">
          <ac:chgData name="Daichi Kawaguchi" userId="39803997058_tp_box_2" providerId="OAuth2" clId="{0EA2D1D5-1A4A-4DDE-98D0-B129D135DBAE}" dt="2025-10-29T06:24:43.961" v="2982" actId="12789"/>
          <ac:spMkLst>
            <pc:docMk/>
            <pc:sldMk cId="3083666866" sldId="2147483396"/>
            <ac:spMk id="36" creationId="{EBB60CA1-A429-C21C-AA97-81F3172EFA58}"/>
          </ac:spMkLst>
        </pc:spChg>
        <pc:grpChg chg="del mod">
          <ac:chgData name="Daichi Kawaguchi" userId="39803997058_tp_box_2" providerId="OAuth2" clId="{0EA2D1D5-1A4A-4DDE-98D0-B129D135DBAE}" dt="2025-10-29T06:20:26.648" v="2839" actId="165"/>
          <ac:grpSpMkLst>
            <pc:docMk/>
            <pc:sldMk cId="3083666866" sldId="2147483396"/>
            <ac:grpSpMk id="3" creationId="{8BFD815B-57DB-C581-8021-2548D65FD5D7}"/>
          </ac:grpSpMkLst>
        </pc:grpChg>
        <pc:grpChg chg="del mod">
          <ac:chgData name="Daichi Kawaguchi" userId="39803997058_tp_box_2" providerId="OAuth2" clId="{0EA2D1D5-1A4A-4DDE-98D0-B129D135DBAE}" dt="2025-10-29T06:18:19.604" v="2768" actId="165"/>
          <ac:grpSpMkLst>
            <pc:docMk/>
            <pc:sldMk cId="3083666866" sldId="2147483396"/>
            <ac:grpSpMk id="7" creationId="{A300BF6B-5A92-A399-B631-98382AA65A1E}"/>
          </ac:grpSpMkLst>
        </pc:grpChg>
        <pc:grpChg chg="del">
          <ac:chgData name="Daichi Kawaguchi" userId="39803997058_tp_box_2" providerId="OAuth2" clId="{0EA2D1D5-1A4A-4DDE-98D0-B129D135DBAE}" dt="2025-10-29T06:14:42.528" v="2612" actId="478"/>
          <ac:grpSpMkLst>
            <pc:docMk/>
            <pc:sldMk cId="3083666866" sldId="2147483396"/>
            <ac:grpSpMk id="16" creationId="{E09ADFA8-119D-DB46-97A4-D876A9AAA1AE}"/>
          </ac:grpSpMkLst>
        </pc:grpChg>
        <pc:grpChg chg="add del mod">
          <ac:chgData name="Daichi Kawaguchi" userId="39803997058_tp_box_2" providerId="OAuth2" clId="{0EA2D1D5-1A4A-4DDE-98D0-B129D135DBAE}" dt="2025-10-29T06:20:17.428" v="2836" actId="165"/>
          <ac:grpSpMkLst>
            <pc:docMk/>
            <pc:sldMk cId="3083666866" sldId="2147483396"/>
            <ac:grpSpMk id="37" creationId="{3776E12A-7F54-E1DD-8596-3A8D29BE6F79}"/>
          </ac:grpSpMkLst>
        </pc:grpChg>
        <pc:grpChg chg="add mod">
          <ac:chgData name="Daichi Kawaguchi" userId="39803997058_tp_box_2" providerId="OAuth2" clId="{0EA2D1D5-1A4A-4DDE-98D0-B129D135DBAE}" dt="2025-10-29T06:21:19.109" v="2883" actId="553"/>
          <ac:grpSpMkLst>
            <pc:docMk/>
            <pc:sldMk cId="3083666866" sldId="2147483396"/>
            <ac:grpSpMk id="39" creationId="{F3A89584-1CF6-1D1B-034B-E34B5F72EF69}"/>
          </ac:grpSpMkLst>
        </pc:grpChg>
        <pc:grpChg chg="del">
          <ac:chgData name="Daichi Kawaguchi" userId="39803997058_tp_box_2" providerId="OAuth2" clId="{0EA2D1D5-1A4A-4DDE-98D0-B129D135DBAE}" dt="2025-10-29T06:14:42.528" v="2612" actId="478"/>
          <ac:grpSpMkLst>
            <pc:docMk/>
            <pc:sldMk cId="3083666866" sldId="2147483396"/>
            <ac:grpSpMk id="178" creationId="{55300E36-727C-9558-13AA-AE1DD9F3EC14}"/>
          </ac:grpSpMkLst>
        </pc:grpChg>
        <pc:cxnChg chg="mod topLvl">
          <ac:chgData name="Daichi Kawaguchi" userId="39803997058_tp_box_2" providerId="OAuth2" clId="{0EA2D1D5-1A4A-4DDE-98D0-B129D135DBAE}" dt="2025-10-29T06:21:16.927" v="2882"/>
          <ac:cxnSpMkLst>
            <pc:docMk/>
            <pc:sldMk cId="3083666866" sldId="2147483396"/>
            <ac:cxnSpMk id="6" creationId="{7055A52D-94AA-6F3D-5A5B-5E8254A3F179}"/>
          </ac:cxnSpMkLst>
        </pc:cxnChg>
        <pc:cxnChg chg="mod topLvl">
          <ac:chgData name="Daichi Kawaguchi" userId="39803997058_tp_box_2" providerId="OAuth2" clId="{0EA2D1D5-1A4A-4DDE-98D0-B129D135DBAE}" dt="2025-10-29T06:20:17.428" v="2836" actId="165"/>
          <ac:cxnSpMkLst>
            <pc:docMk/>
            <pc:sldMk cId="3083666866" sldId="2147483396"/>
            <ac:cxnSpMk id="9" creationId="{AA95EDD1-38D2-5332-1453-D8CFB00DFAF9}"/>
          </ac:cxnSpMkLst>
        </pc:cxnChg>
      </pc:sldChg>
      <pc:sldChg chg="addSp delSp modSp add mod ord modShow">
        <pc:chgData name="Daichi Kawaguchi" userId="39803997058_tp_box_2" providerId="OAuth2" clId="{0EA2D1D5-1A4A-4DDE-98D0-B129D135DBAE}" dt="2025-10-29T14:38:28.676" v="4326" actId="729"/>
        <pc:sldMkLst>
          <pc:docMk/>
          <pc:sldMk cId="1071496534" sldId="2147483397"/>
        </pc:sldMkLst>
        <pc:spChg chg="add mod">
          <ac:chgData name="Daichi Kawaguchi" userId="39803997058_tp_box_2" providerId="OAuth2" clId="{0EA2D1D5-1A4A-4DDE-98D0-B129D135DBAE}" dt="2025-10-29T14:15:21.218" v="3728" actId="12788"/>
          <ac:spMkLst>
            <pc:docMk/>
            <pc:sldMk cId="1071496534" sldId="2147483397"/>
            <ac:spMk id="3" creationId="{4B5CDC53-53A3-2337-5455-932427E82621}"/>
          </ac:spMkLst>
        </pc:spChg>
        <pc:spChg chg="mod">
          <ac:chgData name="Daichi Kawaguchi" userId="39803997058_tp_box_2" providerId="OAuth2" clId="{0EA2D1D5-1A4A-4DDE-98D0-B129D135DBAE}" dt="2025-10-29T14:38:14.885" v="4322" actId="20577"/>
          <ac:spMkLst>
            <pc:docMk/>
            <pc:sldMk cId="1071496534" sldId="2147483397"/>
            <ac:spMk id="4" creationId="{F61D2755-41E0-06BC-742E-67E1330F347A}"/>
          </ac:spMkLst>
        </pc:spChg>
        <pc:spChg chg="add mod">
          <ac:chgData name="Daichi Kawaguchi" userId="39803997058_tp_box_2" providerId="OAuth2" clId="{0EA2D1D5-1A4A-4DDE-98D0-B129D135DBAE}" dt="2025-10-29T14:26:25.122" v="4074" actId="1038"/>
          <ac:spMkLst>
            <pc:docMk/>
            <pc:sldMk cId="1071496534" sldId="2147483397"/>
            <ac:spMk id="6" creationId="{4DD38895-F896-7CD9-EF90-D55B938AC36C}"/>
          </ac:spMkLst>
        </pc:spChg>
        <pc:spChg chg="add mod">
          <ac:chgData name="Daichi Kawaguchi" userId="39803997058_tp_box_2" providerId="OAuth2" clId="{0EA2D1D5-1A4A-4DDE-98D0-B129D135DBAE}" dt="2025-10-29T14:26:25.122" v="4074" actId="1038"/>
          <ac:spMkLst>
            <pc:docMk/>
            <pc:sldMk cId="1071496534" sldId="2147483397"/>
            <ac:spMk id="8" creationId="{3215B571-51AF-08D8-9259-8603CA9552CF}"/>
          </ac:spMkLst>
        </pc:spChg>
        <pc:spChg chg="add mod">
          <ac:chgData name="Daichi Kawaguchi" userId="39803997058_tp_box_2" providerId="OAuth2" clId="{0EA2D1D5-1A4A-4DDE-98D0-B129D135DBAE}" dt="2025-10-29T14:26:25.122" v="4074" actId="1038"/>
          <ac:spMkLst>
            <pc:docMk/>
            <pc:sldMk cId="1071496534" sldId="2147483397"/>
            <ac:spMk id="9" creationId="{82223970-D146-5AC6-60DD-2B63DAB56AC2}"/>
          </ac:spMkLst>
        </pc:spChg>
        <pc:spChg chg="mod">
          <ac:chgData name="Daichi Kawaguchi" userId="39803997058_tp_box_2" providerId="OAuth2" clId="{0EA2D1D5-1A4A-4DDE-98D0-B129D135DBAE}" dt="2025-10-29T14:26:25.122" v="4074" actId="1038"/>
          <ac:spMkLst>
            <pc:docMk/>
            <pc:sldMk cId="1071496534" sldId="2147483397"/>
            <ac:spMk id="11" creationId="{FDBF276C-4EB6-BB43-F5DD-D92FCFFA9B98}"/>
          </ac:spMkLst>
        </pc:spChg>
        <pc:spChg chg="mod">
          <ac:chgData name="Daichi Kawaguchi" userId="39803997058_tp_box_2" providerId="OAuth2" clId="{0EA2D1D5-1A4A-4DDE-98D0-B129D135DBAE}" dt="2025-10-29T14:13:20.222" v="3520"/>
          <ac:spMkLst>
            <pc:docMk/>
            <pc:sldMk cId="1071496534" sldId="2147483397"/>
            <ac:spMk id="14" creationId="{55798021-092E-D54B-2AB7-479D857F7A50}"/>
          </ac:spMkLst>
        </pc:spChg>
        <pc:spChg chg="mod topLvl">
          <ac:chgData name="Daichi Kawaguchi" userId="39803997058_tp_box_2" providerId="OAuth2" clId="{0EA2D1D5-1A4A-4DDE-98D0-B129D135DBAE}" dt="2025-10-29T14:32:29.822" v="4148" actId="2085"/>
          <ac:spMkLst>
            <pc:docMk/>
            <pc:sldMk cId="1071496534" sldId="2147483397"/>
            <ac:spMk id="19" creationId="{59E0BFEA-4D5E-7C93-698B-9DB79551CC76}"/>
          </ac:spMkLst>
        </pc:spChg>
        <pc:spChg chg="del">
          <ac:chgData name="Daichi Kawaguchi" userId="39803997058_tp_box_2" providerId="OAuth2" clId="{0EA2D1D5-1A4A-4DDE-98D0-B129D135DBAE}" dt="2025-10-29T14:13:18.856" v="3519" actId="478"/>
          <ac:spMkLst>
            <pc:docMk/>
            <pc:sldMk cId="1071496534" sldId="2147483397"/>
            <ac:spMk id="23" creationId="{F0793D00-2A54-9DE8-3BA0-BF41F954F951}"/>
          </ac:spMkLst>
        </pc:spChg>
        <pc:spChg chg="mod topLvl">
          <ac:chgData name="Daichi Kawaguchi" userId="39803997058_tp_box_2" providerId="OAuth2" clId="{0EA2D1D5-1A4A-4DDE-98D0-B129D135DBAE}" dt="2025-10-29T14:32:29.822" v="4148" actId="2085"/>
          <ac:spMkLst>
            <pc:docMk/>
            <pc:sldMk cId="1071496534" sldId="2147483397"/>
            <ac:spMk id="26" creationId="{8CAAD4F6-0DAA-AA76-AE3C-B84FFDBA9DCF}"/>
          </ac:spMkLst>
        </pc:spChg>
        <pc:spChg chg="mod topLvl">
          <ac:chgData name="Daichi Kawaguchi" userId="39803997058_tp_box_2" providerId="OAuth2" clId="{0EA2D1D5-1A4A-4DDE-98D0-B129D135DBAE}" dt="2025-10-29T14:32:29.822" v="4148" actId="2085"/>
          <ac:spMkLst>
            <pc:docMk/>
            <pc:sldMk cId="1071496534" sldId="2147483397"/>
            <ac:spMk id="28" creationId="{C0B5E5A7-E9E3-6790-FA82-AAE4C18F289A}"/>
          </ac:spMkLst>
        </pc:spChg>
        <pc:spChg chg="del">
          <ac:chgData name="Daichi Kawaguchi" userId="39803997058_tp_box_2" providerId="OAuth2" clId="{0EA2D1D5-1A4A-4DDE-98D0-B129D135DBAE}" dt="2025-10-29T14:13:18.856" v="3519" actId="478"/>
          <ac:spMkLst>
            <pc:docMk/>
            <pc:sldMk cId="1071496534" sldId="2147483397"/>
            <ac:spMk id="31" creationId="{CAD4A87B-7430-3F34-2060-2DDBC8E9CC20}"/>
          </ac:spMkLst>
        </pc:spChg>
        <pc:spChg chg="mod topLvl">
          <ac:chgData name="Daichi Kawaguchi" userId="39803997058_tp_box_2" providerId="OAuth2" clId="{0EA2D1D5-1A4A-4DDE-98D0-B129D135DBAE}" dt="2025-10-29T14:32:29.822" v="4148" actId="2085"/>
          <ac:spMkLst>
            <pc:docMk/>
            <pc:sldMk cId="1071496534" sldId="2147483397"/>
            <ac:spMk id="35" creationId="{DCFA4463-AFA7-DB39-965B-59E973FFDF1F}"/>
          </ac:spMkLst>
        </pc:spChg>
        <pc:spChg chg="mod topLvl">
          <ac:chgData name="Daichi Kawaguchi" userId="39803997058_tp_box_2" providerId="OAuth2" clId="{0EA2D1D5-1A4A-4DDE-98D0-B129D135DBAE}" dt="2025-10-29T14:32:29.822" v="4148" actId="2085"/>
          <ac:spMkLst>
            <pc:docMk/>
            <pc:sldMk cId="1071496534" sldId="2147483397"/>
            <ac:spMk id="39" creationId="{F9E6A166-5F2F-AFAF-CEB6-03B16C9FEAF4}"/>
          </ac:spMkLst>
        </pc:spChg>
        <pc:spChg chg="mod">
          <ac:chgData name="Daichi Kawaguchi" userId="39803997058_tp_box_2" providerId="OAuth2" clId="{0EA2D1D5-1A4A-4DDE-98D0-B129D135DBAE}" dt="2025-10-29T14:13:20.222" v="3520"/>
          <ac:spMkLst>
            <pc:docMk/>
            <pc:sldMk cId="1071496534" sldId="2147483397"/>
            <ac:spMk id="43" creationId="{4C50FBEA-46DB-283A-090A-813B90B75037}"/>
          </ac:spMkLst>
        </pc:spChg>
        <pc:spChg chg="add mod ord">
          <ac:chgData name="Daichi Kawaguchi" userId="39803997058_tp_box_2" providerId="OAuth2" clId="{0EA2D1D5-1A4A-4DDE-98D0-B129D135DBAE}" dt="2025-10-29T14:22:53.430" v="3946" actId="693"/>
          <ac:spMkLst>
            <pc:docMk/>
            <pc:sldMk cId="1071496534" sldId="2147483397"/>
            <ac:spMk id="45" creationId="{A501499C-A7C4-4AAD-EE22-B1C5E46427CD}"/>
          </ac:spMkLst>
        </pc:spChg>
        <pc:spChg chg="add mod">
          <ac:chgData name="Daichi Kawaguchi" userId="39803997058_tp_box_2" providerId="OAuth2" clId="{0EA2D1D5-1A4A-4DDE-98D0-B129D135DBAE}" dt="2025-10-29T14:33:12.184" v="4161" actId="1035"/>
          <ac:spMkLst>
            <pc:docMk/>
            <pc:sldMk cId="1071496534" sldId="2147483397"/>
            <ac:spMk id="49" creationId="{A1990D39-9B93-939A-16EF-CAD4A03A4DF0}"/>
          </ac:spMkLst>
        </pc:spChg>
        <pc:spChg chg="add mod">
          <ac:chgData name="Daichi Kawaguchi" userId="39803997058_tp_box_2" providerId="OAuth2" clId="{0EA2D1D5-1A4A-4DDE-98D0-B129D135DBAE}" dt="2025-10-29T14:35:24.648" v="4209" actId="12789"/>
          <ac:spMkLst>
            <pc:docMk/>
            <pc:sldMk cId="1071496534" sldId="2147483397"/>
            <ac:spMk id="50" creationId="{D6893187-FBC4-3F75-D754-11C817E9E1C3}"/>
          </ac:spMkLst>
        </pc:spChg>
        <pc:spChg chg="add mod">
          <ac:chgData name="Daichi Kawaguchi" userId="39803997058_tp_box_2" providerId="OAuth2" clId="{0EA2D1D5-1A4A-4DDE-98D0-B129D135DBAE}" dt="2025-10-29T14:26:04.658" v="4029" actId="1037"/>
          <ac:spMkLst>
            <pc:docMk/>
            <pc:sldMk cId="1071496534" sldId="2147483397"/>
            <ac:spMk id="51" creationId="{8EE0EF70-F7A2-4B58-5CB0-DB77DE0D7C32}"/>
          </ac:spMkLst>
        </pc:spChg>
        <pc:spChg chg="mod topLvl">
          <ac:chgData name="Daichi Kawaguchi" userId="39803997058_tp_box_2" providerId="OAuth2" clId="{0EA2D1D5-1A4A-4DDE-98D0-B129D135DBAE}" dt="2025-10-29T14:36:23.440" v="4318" actId="1037"/>
          <ac:spMkLst>
            <pc:docMk/>
            <pc:sldMk cId="1071496534" sldId="2147483397"/>
            <ac:spMk id="56" creationId="{1F42239A-86D5-1E5E-767D-80E7B13E3AEC}"/>
          </ac:spMkLst>
        </pc:spChg>
        <pc:spChg chg="mod topLvl">
          <ac:chgData name="Daichi Kawaguchi" userId="39803997058_tp_box_2" providerId="OAuth2" clId="{0EA2D1D5-1A4A-4DDE-98D0-B129D135DBAE}" dt="2025-10-29T14:36:16.293" v="4281" actId="12789"/>
          <ac:spMkLst>
            <pc:docMk/>
            <pc:sldMk cId="1071496534" sldId="2147483397"/>
            <ac:spMk id="57" creationId="{68D49D48-CB7F-6B0D-F6B6-62D431D7D0A9}"/>
          </ac:spMkLst>
        </pc:spChg>
        <pc:spChg chg="add mod topLvl">
          <ac:chgData name="Daichi Kawaguchi" userId="39803997058_tp_box_2" providerId="OAuth2" clId="{0EA2D1D5-1A4A-4DDE-98D0-B129D135DBAE}" dt="2025-10-29T14:35:49.586" v="4264" actId="1035"/>
          <ac:spMkLst>
            <pc:docMk/>
            <pc:sldMk cId="1071496534" sldId="2147483397"/>
            <ac:spMk id="58" creationId="{83CC1B99-8572-0E65-C91F-813E2B1B76AB}"/>
          </ac:spMkLst>
        </pc:spChg>
        <pc:spChg chg="del">
          <ac:chgData name="Daichi Kawaguchi" userId="39803997058_tp_box_2" providerId="OAuth2" clId="{0EA2D1D5-1A4A-4DDE-98D0-B129D135DBAE}" dt="2025-10-29T14:13:18.856" v="3519" actId="478"/>
          <ac:spMkLst>
            <pc:docMk/>
            <pc:sldMk cId="1071496534" sldId="2147483397"/>
            <ac:spMk id="162" creationId="{D2C2E55D-3F8E-AD4B-AC01-6DD682F9A143}"/>
          </ac:spMkLst>
        </pc:spChg>
        <pc:spChg chg="del">
          <ac:chgData name="Daichi Kawaguchi" userId="39803997058_tp_box_2" providerId="OAuth2" clId="{0EA2D1D5-1A4A-4DDE-98D0-B129D135DBAE}" dt="2025-10-29T14:13:18.856" v="3519" actId="478"/>
          <ac:spMkLst>
            <pc:docMk/>
            <pc:sldMk cId="1071496534" sldId="2147483397"/>
            <ac:spMk id="183" creationId="{E49302C8-D34D-14EB-4ACA-7D55B0DE2BE7}"/>
          </ac:spMkLst>
        </pc:spChg>
        <pc:spChg chg="del">
          <ac:chgData name="Daichi Kawaguchi" userId="39803997058_tp_box_2" providerId="OAuth2" clId="{0EA2D1D5-1A4A-4DDE-98D0-B129D135DBAE}" dt="2025-10-29T14:13:18.856" v="3519" actId="478"/>
          <ac:spMkLst>
            <pc:docMk/>
            <pc:sldMk cId="1071496534" sldId="2147483397"/>
            <ac:spMk id="184" creationId="{76C91204-8066-B894-4870-97805A85455B}"/>
          </ac:spMkLst>
        </pc:spChg>
        <pc:grpChg chg="mod">
          <ac:chgData name="Daichi Kawaguchi" userId="39803997058_tp_box_2" providerId="OAuth2" clId="{0EA2D1D5-1A4A-4DDE-98D0-B129D135DBAE}" dt="2025-10-29T14:15:21.218" v="3728" actId="12788"/>
          <ac:grpSpMkLst>
            <pc:docMk/>
            <pc:sldMk cId="1071496534" sldId="2147483397"/>
            <ac:grpSpMk id="13" creationId="{03F1D96F-2B37-3461-AF22-07120A66341D}"/>
          </ac:grpSpMkLst>
        </pc:grpChg>
        <pc:grpChg chg="mod">
          <ac:chgData name="Daichi Kawaguchi" userId="39803997058_tp_box_2" providerId="OAuth2" clId="{0EA2D1D5-1A4A-4DDE-98D0-B129D135DBAE}" dt="2025-10-29T14:31:45.776" v="4142" actId="1038"/>
          <ac:grpSpMkLst>
            <pc:docMk/>
            <pc:sldMk cId="1071496534" sldId="2147483397"/>
            <ac:grpSpMk id="16" creationId="{80F0BCC0-0515-B2D5-3BC6-DBC3ECE0C147}"/>
          </ac:grpSpMkLst>
        </pc:grpChg>
        <pc:grpChg chg="mod">
          <ac:chgData name="Daichi Kawaguchi" userId="39803997058_tp_box_2" providerId="OAuth2" clId="{0EA2D1D5-1A4A-4DDE-98D0-B129D135DBAE}" dt="2025-10-29T14:31:45.776" v="4142" actId="1038"/>
          <ac:grpSpMkLst>
            <pc:docMk/>
            <pc:sldMk cId="1071496534" sldId="2147483397"/>
            <ac:grpSpMk id="20" creationId="{3D29C463-E942-5D95-A2D4-66A9941B7342}"/>
          </ac:grpSpMkLst>
        </pc:grpChg>
        <pc:grpChg chg="mod">
          <ac:chgData name="Daichi Kawaguchi" userId="39803997058_tp_box_2" providerId="OAuth2" clId="{0EA2D1D5-1A4A-4DDE-98D0-B129D135DBAE}" dt="2025-10-29T14:31:45.776" v="4142" actId="1038"/>
          <ac:grpSpMkLst>
            <pc:docMk/>
            <pc:sldMk cId="1071496534" sldId="2147483397"/>
            <ac:grpSpMk id="27" creationId="{E052C17D-B154-0C9B-691D-767B6FFE7FC6}"/>
          </ac:grpSpMkLst>
        </pc:grpChg>
        <pc:grpChg chg="mod">
          <ac:chgData name="Daichi Kawaguchi" userId="39803997058_tp_box_2" providerId="OAuth2" clId="{0EA2D1D5-1A4A-4DDE-98D0-B129D135DBAE}" dt="2025-10-29T14:31:45.776" v="4142" actId="1038"/>
          <ac:grpSpMkLst>
            <pc:docMk/>
            <pc:sldMk cId="1071496534" sldId="2147483397"/>
            <ac:grpSpMk id="34" creationId="{191D0544-2E59-14F8-C0E0-8F1E7386953D}"/>
          </ac:grpSpMkLst>
        </pc:grpChg>
        <pc:grpChg chg="mod">
          <ac:chgData name="Daichi Kawaguchi" userId="39803997058_tp_box_2" providerId="OAuth2" clId="{0EA2D1D5-1A4A-4DDE-98D0-B129D135DBAE}" dt="2025-10-29T14:31:45.776" v="4142" actId="1038"/>
          <ac:grpSpMkLst>
            <pc:docMk/>
            <pc:sldMk cId="1071496534" sldId="2147483397"/>
            <ac:grpSpMk id="37" creationId="{E89BCD28-8915-7CE3-2419-52EB6E6F851B}"/>
          </ac:grpSpMkLst>
        </pc:grpChg>
        <pc:grpChg chg="mod">
          <ac:chgData name="Daichi Kawaguchi" userId="39803997058_tp_box_2" providerId="OAuth2" clId="{0EA2D1D5-1A4A-4DDE-98D0-B129D135DBAE}" dt="2025-10-29T14:14:58.714" v="3726" actId="1037"/>
          <ac:grpSpMkLst>
            <pc:docMk/>
            <pc:sldMk cId="1071496534" sldId="2147483397"/>
            <ac:grpSpMk id="41" creationId="{ED644AB1-523A-0A05-7B0E-C25F55A1B147}"/>
          </ac:grpSpMkLst>
        </pc:grpChg>
        <pc:grpChg chg="add mod">
          <ac:chgData name="Daichi Kawaguchi" userId="39803997058_tp_box_2" providerId="OAuth2" clId="{0EA2D1D5-1A4A-4DDE-98D0-B129D135DBAE}" dt="2025-10-29T14:26:17.464" v="4068" actId="164"/>
          <ac:grpSpMkLst>
            <pc:docMk/>
            <pc:sldMk cId="1071496534" sldId="2147483397"/>
            <ac:grpSpMk id="54" creationId="{D3D6721D-6AE2-F5DA-AC59-EDE7CF8A6173}"/>
          </ac:grpSpMkLst>
        </pc:grpChg>
        <pc:grpChg chg="add del mod topLvl">
          <ac:chgData name="Daichi Kawaguchi" userId="39803997058_tp_box_2" providerId="OAuth2" clId="{0EA2D1D5-1A4A-4DDE-98D0-B129D135DBAE}" dt="2025-10-29T14:35:06.079" v="4204" actId="165"/>
          <ac:grpSpMkLst>
            <pc:docMk/>
            <pc:sldMk cId="1071496534" sldId="2147483397"/>
            <ac:grpSpMk id="55" creationId="{90D4487D-2315-A2B8-BE21-C5AA53D56305}"/>
          </ac:grpSpMkLst>
        </pc:grpChg>
        <pc:grpChg chg="add del mod">
          <ac:chgData name="Daichi Kawaguchi" userId="39803997058_tp_box_2" providerId="OAuth2" clId="{0EA2D1D5-1A4A-4DDE-98D0-B129D135DBAE}" dt="2025-10-29T14:35:02.496" v="4203" actId="165"/>
          <ac:grpSpMkLst>
            <pc:docMk/>
            <pc:sldMk cId="1071496534" sldId="2147483397"/>
            <ac:grpSpMk id="59" creationId="{063081BD-8501-C27B-30AB-E349A8F7CFBA}"/>
          </ac:grpSpMkLst>
        </pc:grpChg>
        <pc:grpChg chg="del">
          <ac:chgData name="Daichi Kawaguchi" userId="39803997058_tp_box_2" providerId="OAuth2" clId="{0EA2D1D5-1A4A-4DDE-98D0-B129D135DBAE}" dt="2025-10-29T14:13:18.856" v="3519" actId="478"/>
          <ac:grpSpMkLst>
            <pc:docMk/>
            <pc:sldMk cId="1071496534" sldId="2147483397"/>
            <ac:grpSpMk id="163" creationId="{1D36A32E-C032-94CA-AAE7-345A68678758}"/>
          </ac:grpSpMkLst>
        </pc:grpChg>
        <pc:grpChg chg="del">
          <ac:chgData name="Daichi Kawaguchi" userId="39803997058_tp_box_2" providerId="OAuth2" clId="{0EA2D1D5-1A4A-4DDE-98D0-B129D135DBAE}" dt="2025-10-29T14:13:18.856" v="3519" actId="478"/>
          <ac:grpSpMkLst>
            <pc:docMk/>
            <pc:sldMk cId="1071496534" sldId="2147483397"/>
            <ac:grpSpMk id="165" creationId="{4A488062-5BFD-7BCB-024C-EB86E78F95C6}"/>
          </ac:grpSpMkLst>
        </pc:grpChg>
        <pc:grpChg chg="del">
          <ac:chgData name="Daichi Kawaguchi" userId="39803997058_tp_box_2" providerId="OAuth2" clId="{0EA2D1D5-1A4A-4DDE-98D0-B129D135DBAE}" dt="2025-10-29T14:13:18.856" v="3519" actId="478"/>
          <ac:grpSpMkLst>
            <pc:docMk/>
            <pc:sldMk cId="1071496534" sldId="2147483397"/>
            <ac:grpSpMk id="166" creationId="{1AE31CAC-1BCC-8CB0-0C87-289BEC25416C}"/>
          </ac:grpSpMkLst>
        </pc:grpChg>
        <pc:picChg chg="mod">
          <ac:chgData name="Daichi Kawaguchi" userId="39803997058_tp_box_2" providerId="OAuth2" clId="{0EA2D1D5-1A4A-4DDE-98D0-B129D135DBAE}" dt="2025-10-29T14:26:25.122" v="4074" actId="1038"/>
          <ac:picMkLst>
            <pc:docMk/>
            <pc:sldMk cId="1071496534" sldId="2147483397"/>
            <ac:picMk id="5" creationId="{A6A44B85-EEBE-8030-07B9-DAE72900E105}"/>
          </ac:picMkLst>
        </pc:picChg>
        <pc:picChg chg="mod">
          <ac:chgData name="Daichi Kawaguchi" userId="39803997058_tp_box_2" providerId="OAuth2" clId="{0EA2D1D5-1A4A-4DDE-98D0-B129D135DBAE}" dt="2025-10-29T14:26:25.122" v="4074" actId="1038"/>
          <ac:picMkLst>
            <pc:docMk/>
            <pc:sldMk cId="1071496534" sldId="2147483397"/>
            <ac:picMk id="7" creationId="{ECEE5EFB-965C-13A5-5A75-4A98500B74B7}"/>
          </ac:picMkLst>
        </pc:picChg>
        <pc:picChg chg="mod">
          <ac:chgData name="Daichi Kawaguchi" userId="39803997058_tp_box_2" providerId="OAuth2" clId="{0EA2D1D5-1A4A-4DDE-98D0-B129D135DBAE}" dt="2025-10-29T14:26:25.122" v="4074" actId="1038"/>
          <ac:picMkLst>
            <pc:docMk/>
            <pc:sldMk cId="1071496534" sldId="2147483397"/>
            <ac:picMk id="10" creationId="{C72DC15B-975A-B444-C399-CA58783BDEEC}"/>
          </ac:picMkLst>
        </pc:picChg>
        <pc:picChg chg="mod">
          <ac:chgData name="Daichi Kawaguchi" userId="39803997058_tp_box_2" providerId="OAuth2" clId="{0EA2D1D5-1A4A-4DDE-98D0-B129D135DBAE}" dt="2025-10-29T14:26:25.122" v="4074" actId="1038"/>
          <ac:picMkLst>
            <pc:docMk/>
            <pc:sldMk cId="1071496534" sldId="2147483397"/>
            <ac:picMk id="12" creationId="{6E6812B1-7F47-4515-4CE5-6DD20CEDFD06}"/>
          </ac:picMkLst>
        </pc:picChg>
        <pc:picChg chg="mod topLvl">
          <ac:chgData name="Daichi Kawaguchi" userId="39803997058_tp_box_2" providerId="OAuth2" clId="{0EA2D1D5-1A4A-4DDE-98D0-B129D135DBAE}" dt="2025-10-29T14:32:54.891" v="4150" actId="207"/>
          <ac:picMkLst>
            <pc:docMk/>
            <pc:sldMk cId="1071496534" sldId="2147483397"/>
            <ac:picMk id="18" creationId="{30F6C575-1631-8077-B7AB-BEDC217E592D}"/>
          </ac:picMkLst>
        </pc:picChg>
        <pc:picChg chg="mod topLvl">
          <ac:chgData name="Daichi Kawaguchi" userId="39803997058_tp_box_2" providerId="OAuth2" clId="{0EA2D1D5-1A4A-4DDE-98D0-B129D135DBAE}" dt="2025-10-29T14:32:54.891" v="4150" actId="207"/>
          <ac:picMkLst>
            <pc:docMk/>
            <pc:sldMk cId="1071496534" sldId="2147483397"/>
            <ac:picMk id="22" creationId="{548E72A0-37E3-25FB-25E8-DF2E35B537C1}"/>
          </ac:picMkLst>
        </pc:picChg>
        <pc:picChg chg="mod topLvl">
          <ac:chgData name="Daichi Kawaguchi" userId="39803997058_tp_box_2" providerId="OAuth2" clId="{0EA2D1D5-1A4A-4DDE-98D0-B129D135DBAE}" dt="2025-10-29T14:32:54.891" v="4150" actId="207"/>
          <ac:picMkLst>
            <pc:docMk/>
            <pc:sldMk cId="1071496534" sldId="2147483397"/>
            <ac:picMk id="30" creationId="{289DE12A-C3EB-CB01-0B73-2740DA962CA7}"/>
          </ac:picMkLst>
        </pc:picChg>
        <pc:picChg chg="mod topLvl">
          <ac:chgData name="Daichi Kawaguchi" userId="39803997058_tp_box_2" providerId="OAuth2" clId="{0EA2D1D5-1A4A-4DDE-98D0-B129D135DBAE}" dt="2025-10-29T14:32:54.891" v="4150" actId="207"/>
          <ac:picMkLst>
            <pc:docMk/>
            <pc:sldMk cId="1071496534" sldId="2147483397"/>
            <ac:picMk id="36" creationId="{F2CEE901-9035-3592-C74D-FEF710791DDA}"/>
          </ac:picMkLst>
        </pc:picChg>
        <pc:picChg chg="mod topLvl">
          <ac:chgData name="Daichi Kawaguchi" userId="39803997058_tp_box_2" providerId="OAuth2" clId="{0EA2D1D5-1A4A-4DDE-98D0-B129D135DBAE}" dt="2025-10-29T14:32:54.891" v="4150" actId="207"/>
          <ac:picMkLst>
            <pc:docMk/>
            <pc:sldMk cId="1071496534" sldId="2147483397"/>
            <ac:picMk id="40" creationId="{C41456FC-3634-52F0-C820-7691CE4F982E}"/>
          </ac:picMkLst>
        </pc:picChg>
        <pc:picChg chg="mod ord">
          <ac:chgData name="Daichi Kawaguchi" userId="39803997058_tp_box_2" providerId="OAuth2" clId="{0EA2D1D5-1A4A-4DDE-98D0-B129D135DBAE}" dt="2025-10-29T14:23:08.644" v="3947" actId="166"/>
          <ac:picMkLst>
            <pc:docMk/>
            <pc:sldMk cId="1071496534" sldId="2147483397"/>
            <ac:picMk id="46" creationId="{1B42B3CB-3818-26C7-E116-815D3D85CFAC}"/>
          </ac:picMkLst>
        </pc:picChg>
        <pc:picChg chg="add del mod">
          <ac:chgData name="Daichi Kawaguchi" userId="39803997058_tp_box_2" providerId="OAuth2" clId="{0EA2D1D5-1A4A-4DDE-98D0-B129D135DBAE}" dt="2025-10-29T14:24:32.969" v="4011" actId="478"/>
          <ac:picMkLst>
            <pc:docMk/>
            <pc:sldMk cId="1071496534" sldId="2147483397"/>
            <ac:picMk id="47" creationId="{5BDC5708-A69F-1A22-E482-D14DD5C16F12}"/>
          </ac:picMkLst>
        </pc:picChg>
        <pc:picChg chg="add mod">
          <ac:chgData name="Daichi Kawaguchi" userId="39803997058_tp_box_2" providerId="OAuth2" clId="{0EA2D1D5-1A4A-4DDE-98D0-B129D135DBAE}" dt="2025-10-29T14:24:24.245" v="4004"/>
          <ac:picMkLst>
            <pc:docMk/>
            <pc:sldMk cId="1071496534" sldId="2147483397"/>
            <ac:picMk id="48" creationId="{E68CD8C2-056B-FA51-9FC5-68396C43DFFD}"/>
          </ac:picMkLst>
        </pc:picChg>
        <pc:picChg chg="add mod">
          <ac:chgData name="Daichi Kawaguchi" userId="39803997058_tp_box_2" providerId="OAuth2" clId="{0EA2D1D5-1A4A-4DDE-98D0-B129D135DBAE}" dt="2025-10-29T14:25:25.452" v="4021"/>
          <ac:picMkLst>
            <pc:docMk/>
            <pc:sldMk cId="1071496534" sldId="2147483397"/>
            <ac:picMk id="52" creationId="{6D1EE4FD-38A7-78DA-B383-3759AE1B8E89}"/>
          </ac:picMkLst>
        </pc:picChg>
        <pc:picChg chg="add mod">
          <ac:chgData name="Daichi Kawaguchi" userId="39803997058_tp_box_2" providerId="OAuth2" clId="{0EA2D1D5-1A4A-4DDE-98D0-B129D135DBAE}" dt="2025-10-29T14:25:43.460" v="4022" actId="12788"/>
          <ac:picMkLst>
            <pc:docMk/>
            <pc:sldMk cId="1071496534" sldId="2147483397"/>
            <ac:picMk id="53" creationId="{4D65C0CC-1CB7-E124-D11F-907C71A159D9}"/>
          </ac:picMkLst>
        </pc:picChg>
        <pc:picChg chg="del">
          <ac:chgData name="Daichi Kawaguchi" userId="39803997058_tp_box_2" providerId="OAuth2" clId="{0EA2D1D5-1A4A-4DDE-98D0-B129D135DBAE}" dt="2025-10-29T14:13:18.856" v="3519" actId="478"/>
          <ac:picMkLst>
            <pc:docMk/>
            <pc:sldMk cId="1071496534" sldId="2147483397"/>
            <ac:picMk id="179" creationId="{4D3A1451-CF1A-AF0D-E58A-550F3FA56F28}"/>
          </ac:picMkLst>
        </pc:picChg>
        <pc:picChg chg="del">
          <ac:chgData name="Daichi Kawaguchi" userId="39803997058_tp_box_2" providerId="OAuth2" clId="{0EA2D1D5-1A4A-4DDE-98D0-B129D135DBAE}" dt="2025-10-29T14:13:18.856" v="3519" actId="478"/>
          <ac:picMkLst>
            <pc:docMk/>
            <pc:sldMk cId="1071496534" sldId="2147483397"/>
            <ac:picMk id="180" creationId="{9C90D2B0-6A7F-D3ED-F2F2-FD3DE1F2046B}"/>
          </ac:picMkLst>
        </pc:picChg>
      </pc:sldChg>
      <pc:sldMasterChg chg="delSldLayout">
        <pc:chgData name="Daichi Kawaguchi" userId="39803997058_tp_box_2" providerId="OAuth2" clId="{0EA2D1D5-1A4A-4DDE-98D0-B129D135DBAE}" dt="2025-10-29T06:40:06.457" v="3322" actId="47"/>
        <pc:sldMasterMkLst>
          <pc:docMk/>
          <pc:sldMasterMk cId="0" sldId="2147483648"/>
        </pc:sldMasterMkLst>
        <pc:sldLayoutChg chg="del">
          <pc:chgData name="Daichi Kawaguchi" userId="39803997058_tp_box_2" providerId="OAuth2" clId="{0EA2D1D5-1A4A-4DDE-98D0-B129D135DBAE}" dt="2025-10-29T06:40:06.457" v="3322" actId="47"/>
          <pc:sldLayoutMkLst>
            <pc:docMk/>
            <pc:sldMasterMk cId="0" sldId="2147483648"/>
            <pc:sldLayoutMk cId="1919558828" sldId="2147483688"/>
          </pc:sldLayoutMkLst>
        </pc:sldLayoutChg>
      </pc:sldMasterChg>
    </pc:docChg>
  </pc:docChgLst>
  <pc:docChgLst>
    <pc:chgData name="Koji Tamura" userId="2064518528_tp_box_2" providerId="OAuth2" clId="{8F2FD2A3-F065-4844-8693-11878ABC32EF}"/>
    <pc:docChg chg="modSld">
      <pc:chgData name="Koji Tamura" userId="2064518528_tp_box_2" providerId="OAuth2" clId="{8F2FD2A3-F065-4844-8693-11878ABC32EF}" dt="2025-10-30T13:06:49.612" v="25" actId="1035"/>
      <pc:docMkLst>
        <pc:docMk/>
      </pc:docMkLst>
      <pc:sldChg chg="modSp mod">
        <pc:chgData name="Koji Tamura" userId="2064518528_tp_box_2" providerId="OAuth2" clId="{8F2FD2A3-F065-4844-8693-11878ABC32EF}" dt="2025-10-30T13:06:49.612" v="25" actId="1035"/>
        <pc:sldMkLst>
          <pc:docMk/>
          <pc:sldMk cId="335191636" sldId="2147378005"/>
        </pc:sldMkLst>
        <pc:picChg chg="mod">
          <ac:chgData name="Koji Tamura" userId="2064518528_tp_box_2" providerId="OAuth2" clId="{8F2FD2A3-F065-4844-8693-11878ABC32EF}" dt="2025-10-30T13:06:49.612" v="25" actId="1035"/>
          <ac:picMkLst>
            <pc:docMk/>
            <pc:sldMk cId="335191636" sldId="2147378005"/>
            <ac:picMk id="5" creationId="{AA56784B-B87A-E96B-C823-50DF085FBE21}"/>
          </ac:picMkLst>
        </pc:picChg>
      </pc:sldChg>
      <pc:sldChg chg="modSp mod">
        <pc:chgData name="Koji Tamura" userId="2064518528_tp_box_2" providerId="OAuth2" clId="{8F2FD2A3-F065-4844-8693-11878ABC32EF}" dt="2025-10-30T13:06:39.897" v="10" actId="14100"/>
        <pc:sldMkLst>
          <pc:docMk/>
          <pc:sldMk cId="208665429" sldId="2147378006"/>
        </pc:sldMkLst>
        <pc:picChg chg="mod">
          <ac:chgData name="Koji Tamura" userId="2064518528_tp_box_2" providerId="OAuth2" clId="{8F2FD2A3-F065-4844-8693-11878ABC32EF}" dt="2025-10-30T13:06:39.897" v="10" actId="14100"/>
          <ac:picMkLst>
            <pc:docMk/>
            <pc:sldMk cId="208665429" sldId="2147378006"/>
            <ac:picMk id="4" creationId="{6FBB5452-05F2-A63D-82C4-1DB85D4994A4}"/>
          </ac:picMkLst>
        </pc:picChg>
      </pc:sldChg>
      <pc:sldChg chg="addSp modSp mod">
        <pc:chgData name="Koji Tamura" userId="2064518528_tp_box_2" providerId="OAuth2" clId="{8F2FD2A3-F065-4844-8693-11878ABC32EF}" dt="2025-10-30T13:06:29.352" v="6" actId="14100"/>
        <pc:sldMkLst>
          <pc:docMk/>
          <pc:sldMk cId="1214116109" sldId="2147378007"/>
        </pc:sldMkLst>
        <pc:spChg chg="mod">
          <ac:chgData name="Koji Tamura" userId="2064518528_tp_box_2" providerId="OAuth2" clId="{8F2FD2A3-F065-4844-8693-11878ABC32EF}" dt="2025-10-30T13:06:22.175" v="1" actId="164"/>
          <ac:spMkLst>
            <pc:docMk/>
            <pc:sldMk cId="1214116109" sldId="2147378007"/>
            <ac:spMk id="5" creationId="{254C4D56-3E34-1566-6667-1CCCBE980468}"/>
          </ac:spMkLst>
        </pc:spChg>
        <pc:spChg chg="mod">
          <ac:chgData name="Koji Tamura" userId="2064518528_tp_box_2" providerId="OAuth2" clId="{8F2FD2A3-F065-4844-8693-11878ABC32EF}" dt="2025-10-30T13:06:22.175" v="1" actId="164"/>
          <ac:spMkLst>
            <pc:docMk/>
            <pc:sldMk cId="1214116109" sldId="2147378007"/>
            <ac:spMk id="6" creationId="{DD5F39F0-8C08-88F3-F61F-8B85D3DFB423}"/>
          </ac:spMkLst>
        </pc:spChg>
        <pc:spChg chg="mod">
          <ac:chgData name="Koji Tamura" userId="2064518528_tp_box_2" providerId="OAuth2" clId="{8F2FD2A3-F065-4844-8693-11878ABC32EF}" dt="2025-10-30T13:06:22.175" v="1" actId="164"/>
          <ac:spMkLst>
            <pc:docMk/>
            <pc:sldMk cId="1214116109" sldId="2147378007"/>
            <ac:spMk id="10" creationId="{19F612D8-B673-A15F-3B3A-5277422BEF83}"/>
          </ac:spMkLst>
        </pc:spChg>
        <pc:spChg chg="mod">
          <ac:chgData name="Koji Tamura" userId="2064518528_tp_box_2" providerId="OAuth2" clId="{8F2FD2A3-F065-4844-8693-11878ABC32EF}" dt="2025-10-30T13:06:22.175" v="1" actId="164"/>
          <ac:spMkLst>
            <pc:docMk/>
            <pc:sldMk cId="1214116109" sldId="2147378007"/>
            <ac:spMk id="11" creationId="{A145DFB6-183B-7178-94A0-160657CC7E86}"/>
          </ac:spMkLst>
        </pc:spChg>
        <pc:grpChg chg="add mod">
          <ac:chgData name="Koji Tamura" userId="2064518528_tp_box_2" providerId="OAuth2" clId="{8F2FD2A3-F065-4844-8693-11878ABC32EF}" dt="2025-10-30T13:06:29.352" v="6" actId="14100"/>
          <ac:grpSpMkLst>
            <pc:docMk/>
            <pc:sldMk cId="1214116109" sldId="2147378007"/>
            <ac:grpSpMk id="4" creationId="{2EE8418B-E8EF-EC89-FB6D-BEA5E70A5539}"/>
          </ac:grpSpMkLst>
        </pc:grpChg>
        <pc:picChg chg="mod">
          <ac:chgData name="Koji Tamura" userId="2064518528_tp_box_2" providerId="OAuth2" clId="{8F2FD2A3-F065-4844-8693-11878ABC32EF}" dt="2025-10-30T13:06:22.175" v="1" actId="164"/>
          <ac:picMkLst>
            <pc:docMk/>
            <pc:sldMk cId="1214116109" sldId="2147378007"/>
            <ac:picMk id="7" creationId="{957E1E29-EF87-E320-4A9C-172E60C60913}"/>
          </ac:picMkLst>
        </pc:picChg>
        <pc:picChg chg="mod">
          <ac:chgData name="Koji Tamura" userId="2064518528_tp_box_2" providerId="OAuth2" clId="{8F2FD2A3-F065-4844-8693-11878ABC32EF}" dt="2025-10-30T13:06:22.175" v="1" actId="164"/>
          <ac:picMkLst>
            <pc:docMk/>
            <pc:sldMk cId="1214116109" sldId="2147378007"/>
            <ac:picMk id="8" creationId="{0667885E-64AE-A268-B20F-C1810219579D}"/>
          </ac:picMkLst>
        </pc:picChg>
        <pc:cxnChg chg="mod">
          <ac:chgData name="Koji Tamura" userId="2064518528_tp_box_2" providerId="OAuth2" clId="{8F2FD2A3-F065-4844-8693-11878ABC32EF}" dt="2025-10-30T13:06:22.175" v="1" actId="164"/>
          <ac:cxnSpMkLst>
            <pc:docMk/>
            <pc:sldMk cId="1214116109" sldId="2147378007"/>
            <ac:cxnSpMk id="9" creationId="{16B37F7A-5482-9FCB-2926-29119304EEE1}"/>
          </ac:cxnSpMkLst>
        </pc:cxnChg>
      </pc:sldChg>
      <pc:sldChg chg="delSp">
        <pc:chgData name="Koji Tamura" userId="2064518528_tp_box_2" providerId="OAuth2" clId="{8F2FD2A3-F065-4844-8693-11878ABC32EF}" dt="2025-10-30T13:06:08.523" v="0" actId="478"/>
        <pc:sldMkLst>
          <pc:docMk/>
          <pc:sldMk cId="388156606" sldId="2147483394"/>
        </pc:sldMkLst>
        <pc:spChg chg="del">
          <ac:chgData name="Koji Tamura" userId="2064518528_tp_box_2" providerId="OAuth2" clId="{8F2FD2A3-F065-4844-8693-11878ABC32EF}" dt="2025-10-30T13:06:08.523" v="0" actId="478"/>
          <ac:spMkLst>
            <pc:docMk/>
            <pc:sldMk cId="388156606" sldId="2147483394"/>
            <ac:spMk id="101" creationId="{1DC2091C-0F6C-A83D-BDDB-8D18988E21A7}"/>
          </ac:spMkLst>
        </pc:spChg>
      </pc:sldChg>
    </pc:docChg>
  </pc:docChgLst>
  <pc:docChgLst>
    <pc:chgData name="Tamura Koji" userId="2064518528_tp_box_2" providerId="OAuth2" clId="{A6710761-2CAF-4BF4-93DF-BD3E1ED145C9}"/>
    <pc:docChg chg="delSld modSld modSection">
      <pc:chgData name="Tamura Koji" userId="2064518528_tp_box_2" providerId="OAuth2" clId="{A6710761-2CAF-4BF4-93DF-BD3E1ED145C9}" dt="2025-02-13T08:46:37.140" v="19" actId="1037"/>
      <pc:docMkLst>
        <pc:docMk/>
      </pc:docMkLst>
      <pc:sldChg chg="modSp mod">
        <pc:chgData name="Tamura Koji" userId="2064518528_tp_box_2" providerId="OAuth2" clId="{A6710761-2CAF-4BF4-93DF-BD3E1ED145C9}" dt="2025-02-10T07:11:23.293" v="8" actId="20577"/>
        <pc:sldMkLst>
          <pc:docMk/>
          <pc:sldMk cId="713323602" sldId="331"/>
        </pc:sldMkLst>
      </pc:sldChg>
      <pc:sldChg chg="modSp">
        <pc:chgData name="Tamura Koji" userId="2064518528_tp_box_2" providerId="OAuth2" clId="{A6710761-2CAF-4BF4-93DF-BD3E1ED145C9}" dt="2025-02-13T08:46:37.140" v="19" actId="1037"/>
        <pc:sldMkLst>
          <pc:docMk/>
          <pc:sldMk cId="2594502417" sldId="2141413970"/>
        </pc:sldMkLst>
      </pc:sldChg>
      <pc:sldChg chg="del">
        <pc:chgData name="Tamura Koji" userId="2064518528_tp_box_2" providerId="OAuth2" clId="{A6710761-2CAF-4BF4-93DF-BD3E1ED145C9}" dt="2025-02-10T07:11:29.626" v="9" actId="47"/>
        <pc:sldMkLst>
          <pc:docMk/>
          <pc:sldMk cId="255812329" sldId="2147377933"/>
        </pc:sldMkLst>
      </pc:sldChg>
      <pc:sldChg chg="del">
        <pc:chgData name="Tamura Koji" userId="2064518528_tp_box_2" providerId="OAuth2" clId="{A6710761-2CAF-4BF4-93DF-BD3E1ED145C9}" dt="2025-02-10T07:11:29.626" v="9" actId="47"/>
        <pc:sldMkLst>
          <pc:docMk/>
          <pc:sldMk cId="2378389821" sldId="2147378005"/>
        </pc:sldMkLst>
      </pc:sldChg>
      <pc:sldChg chg="del">
        <pc:chgData name="Tamura Koji" userId="2064518528_tp_box_2" providerId="OAuth2" clId="{A6710761-2CAF-4BF4-93DF-BD3E1ED145C9}" dt="2025-02-10T07:11:29.626" v="9" actId="47"/>
        <pc:sldMkLst>
          <pc:docMk/>
          <pc:sldMk cId="3488310777" sldId="2147378006"/>
        </pc:sldMkLst>
      </pc:sldChg>
      <pc:sldChg chg="del">
        <pc:chgData name="Tamura Koji" userId="2064518528_tp_box_2" providerId="OAuth2" clId="{A6710761-2CAF-4BF4-93DF-BD3E1ED145C9}" dt="2025-02-10T07:11:29.626" v="9" actId="47"/>
        <pc:sldMkLst>
          <pc:docMk/>
          <pc:sldMk cId="653023334" sldId="2147378007"/>
        </pc:sldMkLst>
      </pc:sldChg>
      <pc:sldChg chg="del">
        <pc:chgData name="Tamura Koji" userId="2064518528_tp_box_2" providerId="OAuth2" clId="{A6710761-2CAF-4BF4-93DF-BD3E1ED145C9}" dt="2025-02-10T07:11:29.626" v="9" actId="47"/>
        <pc:sldMkLst>
          <pc:docMk/>
          <pc:sldMk cId="3723179889" sldId="2147378008"/>
        </pc:sldMkLst>
      </pc:sldChg>
    </pc:docChg>
  </pc:docChgLst>
  <pc:docChgLst>
    <pc:chgData name="Tamura Koji" userId="2064518528_tp_box_2" providerId="OAuth2" clId="{17EC3D42-3C28-4766-8AB6-2D06227D15DA}"/>
    <pc:docChg chg="custSel addSld delSld modSld sldOrd modSection">
      <pc:chgData name="Tamura Koji" userId="2064518528_tp_box_2" providerId="OAuth2" clId="{17EC3D42-3C28-4766-8AB6-2D06227D15DA}" dt="2025-06-20T00:34:50.178" v="15358" actId="14100"/>
      <pc:docMkLst>
        <pc:docMk/>
      </pc:docMkLst>
      <pc:sldChg chg="modSp mod">
        <pc:chgData name="Tamura Koji" userId="2064518528_tp_box_2" providerId="OAuth2" clId="{17EC3D42-3C28-4766-8AB6-2D06227D15DA}" dt="2025-06-20T00:20:45.309" v="14456" actId="20577"/>
        <pc:sldMkLst>
          <pc:docMk/>
          <pc:sldMk cId="713323602" sldId="331"/>
        </pc:sldMkLst>
      </pc:sldChg>
      <pc:sldChg chg="addSp delSp modSp mod">
        <pc:chgData name="Tamura Koji" userId="2064518528_tp_box_2" providerId="OAuth2" clId="{17EC3D42-3C28-4766-8AB6-2D06227D15DA}" dt="2025-06-20T00:34:50.178" v="15358" actId="14100"/>
        <pc:sldMkLst>
          <pc:docMk/>
          <pc:sldMk cId="1897361897" sldId="340"/>
        </pc:sldMkLst>
      </pc:sldChg>
      <pc:sldChg chg="ord">
        <pc:chgData name="Tamura Koji" userId="2064518528_tp_box_2" providerId="OAuth2" clId="{17EC3D42-3C28-4766-8AB6-2D06227D15DA}" dt="2025-06-20T00:20:08.734" v="14407"/>
        <pc:sldMkLst>
          <pc:docMk/>
          <pc:sldMk cId="940658303" sldId="2141413963"/>
        </pc:sldMkLst>
      </pc:sldChg>
      <pc:sldChg chg="del">
        <pc:chgData name="Tamura Koji" userId="2064518528_tp_box_2" providerId="OAuth2" clId="{17EC3D42-3C28-4766-8AB6-2D06227D15DA}" dt="2025-06-20T00:28:13.284" v="15334" actId="47"/>
        <pc:sldMkLst>
          <pc:docMk/>
          <pc:sldMk cId="2594502417" sldId="2141413970"/>
        </pc:sldMkLst>
      </pc:sldChg>
      <pc:sldChg chg="modSp mod">
        <pc:chgData name="Tamura Koji" userId="2064518528_tp_box_2" providerId="OAuth2" clId="{17EC3D42-3C28-4766-8AB6-2D06227D15DA}" dt="2025-06-19T23:55:33.721" v="1239" actId="14100"/>
        <pc:sldMkLst>
          <pc:docMk/>
          <pc:sldMk cId="255812329" sldId="2147377933"/>
        </pc:sldMkLst>
      </pc:sldChg>
      <pc:sldChg chg="add">
        <pc:chgData name="Tamura Koji" userId="2064518528_tp_box_2" providerId="OAuth2" clId="{17EC3D42-3C28-4766-8AB6-2D06227D15DA}" dt="2025-06-20T00:21:37.885" v="14457"/>
        <pc:sldMkLst>
          <pc:docMk/>
          <pc:sldMk cId="2378389821" sldId="2147378005"/>
        </pc:sldMkLst>
      </pc:sldChg>
      <pc:sldChg chg="add">
        <pc:chgData name="Tamura Koji" userId="2064518528_tp_box_2" providerId="OAuth2" clId="{17EC3D42-3C28-4766-8AB6-2D06227D15DA}" dt="2025-06-20T00:21:37.885" v="14457"/>
        <pc:sldMkLst>
          <pc:docMk/>
          <pc:sldMk cId="3488310777" sldId="2147378006"/>
        </pc:sldMkLst>
      </pc:sldChg>
      <pc:sldChg chg="add">
        <pc:chgData name="Tamura Koji" userId="2064518528_tp_box_2" providerId="OAuth2" clId="{17EC3D42-3C28-4766-8AB6-2D06227D15DA}" dt="2025-06-20T00:21:37.885" v="14457"/>
        <pc:sldMkLst>
          <pc:docMk/>
          <pc:sldMk cId="653023334" sldId="2147378007"/>
        </pc:sldMkLst>
      </pc:sldChg>
      <pc:sldChg chg="add">
        <pc:chgData name="Tamura Koji" userId="2064518528_tp_box_2" providerId="OAuth2" clId="{17EC3D42-3C28-4766-8AB6-2D06227D15DA}" dt="2025-06-20T00:21:37.885" v="14457"/>
        <pc:sldMkLst>
          <pc:docMk/>
          <pc:sldMk cId="3723179889" sldId="2147378008"/>
        </pc:sldMkLst>
      </pc:sldChg>
      <pc:sldChg chg="delSp modSp mod ord">
        <pc:chgData name="Tamura Koji" userId="2064518528_tp_box_2" providerId="OAuth2" clId="{17EC3D42-3C28-4766-8AB6-2D06227D15DA}" dt="2025-06-19T23:52:09.169" v="1149" actId="20577"/>
        <pc:sldMkLst>
          <pc:docMk/>
          <pc:sldMk cId="2430177001" sldId="2147378013"/>
        </pc:sldMkLst>
      </pc:sldChg>
      <pc:sldChg chg="modSp mod">
        <pc:chgData name="Tamura Koji" userId="2064518528_tp_box_2" providerId="OAuth2" clId="{17EC3D42-3C28-4766-8AB6-2D06227D15DA}" dt="2025-06-19T23:46:55.842" v="775" actId="20577"/>
        <pc:sldMkLst>
          <pc:docMk/>
          <pc:sldMk cId="4123932624" sldId="2147378014"/>
        </pc:sldMkLst>
      </pc:sldChg>
      <pc:sldChg chg="modSp mod">
        <pc:chgData name="Tamura Koji" userId="2064518528_tp_box_2" providerId="OAuth2" clId="{17EC3D42-3C28-4766-8AB6-2D06227D15DA}" dt="2025-06-19T23:54:13.758" v="1155"/>
        <pc:sldMkLst>
          <pc:docMk/>
          <pc:sldMk cId="664749141" sldId="2147378015"/>
        </pc:sldMkLst>
      </pc:sldChg>
      <pc:sldChg chg="new del">
        <pc:chgData name="Tamura Koji" userId="2064518528_tp_box_2" providerId="OAuth2" clId="{17EC3D42-3C28-4766-8AB6-2D06227D15DA}" dt="2025-06-19T23:56:14.427" v="1252" actId="47"/>
        <pc:sldMkLst>
          <pc:docMk/>
          <pc:sldMk cId="632315247" sldId="2147378016"/>
        </pc:sldMkLst>
      </pc:sldChg>
      <pc:sldChg chg="addSp delSp modSp add mod">
        <pc:chgData name="Tamura Koji" userId="2064518528_tp_box_2" providerId="OAuth2" clId="{17EC3D42-3C28-4766-8AB6-2D06227D15DA}" dt="2025-06-20T00:27:33.754" v="15333" actId="20577"/>
        <pc:sldMkLst>
          <pc:docMk/>
          <pc:sldMk cId="1373635896" sldId="2147378017"/>
        </pc:sldMkLst>
      </pc:sldChg>
      <pc:sldChg chg="del">
        <pc:chgData name="Tamura Koji" userId="2064518528_tp_box_2" providerId="OAuth2" clId="{17EC3D42-3C28-4766-8AB6-2D06227D15DA}" dt="2025-06-19T23:46:59.865" v="776" actId="47"/>
        <pc:sldMkLst>
          <pc:docMk/>
          <pc:sldMk cId="3075645693" sldId="2147483222"/>
        </pc:sldMkLst>
      </pc:sldChg>
    </pc:docChg>
  </pc:docChgLst>
  <pc:docChgLst>
    <pc:chgData name="Tamura Koji" userId="2064518528_tp_box_2" providerId="OAuth2" clId="{79C57E3F-316F-4E51-8A1E-5E58311A2576}"/>
    <pc:docChg chg="modSld">
      <pc:chgData name="Tamura Koji" userId="2064518528_tp_box_2" providerId="OAuth2" clId="{79C57E3F-316F-4E51-8A1E-5E58311A2576}" dt="2025-06-22T01:36:58.784" v="1" actId="20577"/>
      <pc:docMkLst>
        <pc:docMk/>
      </pc:docMkLst>
      <pc:sldChg chg="modSp mod">
        <pc:chgData name="Tamura Koji" userId="2064518528_tp_box_2" providerId="OAuth2" clId="{79C57E3F-316F-4E51-8A1E-5E58311A2576}" dt="2025-06-22T01:36:58.784" v="1" actId="20577"/>
        <pc:sldMkLst>
          <pc:docMk/>
          <pc:sldMk cId="1897361897" sldId="340"/>
        </pc:sldMkLst>
      </pc:sldChg>
    </pc:docChg>
  </pc:docChgLst>
  <pc:docChgLst>
    <pc:chgData name="Tamura Koji" userId="2064518528_tp_box_2" providerId="OAuth2" clId="{5F24E6D6-07ED-4E96-91C4-EE105DA2F02E}"/>
    <pc:docChg chg="custSel addSld modSld modSection">
      <pc:chgData name="Tamura Koji" userId="2064518528_tp_box_2" providerId="OAuth2" clId="{5F24E6D6-07ED-4E96-91C4-EE105DA2F02E}" dt="2025-01-27T07:50:08.852" v="852" actId="20577"/>
      <pc:docMkLst>
        <pc:docMk/>
      </pc:docMkLst>
      <pc:sldChg chg="modSp mod">
        <pc:chgData name="Tamura Koji" userId="2064518528_tp_box_2" providerId="OAuth2" clId="{5F24E6D6-07ED-4E96-91C4-EE105DA2F02E}" dt="2025-01-23T10:36:45.572" v="22" actId="20577"/>
        <pc:sldMkLst>
          <pc:docMk/>
          <pc:sldMk cId="713323602" sldId="331"/>
        </pc:sldMkLst>
      </pc:sldChg>
      <pc:sldChg chg="modSp mod">
        <pc:chgData name="Tamura Koji" userId="2064518528_tp_box_2" providerId="OAuth2" clId="{5F24E6D6-07ED-4E96-91C4-EE105DA2F02E}" dt="2025-01-23T10:36:16.115" v="1" actId="20577"/>
        <pc:sldMkLst>
          <pc:docMk/>
          <pc:sldMk cId="1897361897" sldId="340"/>
        </pc:sldMkLst>
      </pc:sldChg>
      <pc:sldChg chg="addSp modSp">
        <pc:chgData name="Tamura Koji" userId="2064518528_tp_box_2" providerId="OAuth2" clId="{5F24E6D6-07ED-4E96-91C4-EE105DA2F02E}" dt="2025-01-23T11:02:24.286" v="746"/>
        <pc:sldMkLst>
          <pc:docMk/>
          <pc:sldMk cId="2137627746" sldId="2141413956"/>
        </pc:sldMkLst>
      </pc:sldChg>
      <pc:sldChg chg="modSp mod">
        <pc:chgData name="Tamura Koji" userId="2064518528_tp_box_2" providerId="OAuth2" clId="{5F24E6D6-07ED-4E96-91C4-EE105DA2F02E}" dt="2025-01-23T11:02:14.285" v="745" actId="20577"/>
        <pc:sldMkLst>
          <pc:docMk/>
          <pc:sldMk cId="2088582696" sldId="2141413958"/>
        </pc:sldMkLst>
      </pc:sldChg>
      <pc:sldChg chg="addSp delSp modSp mod">
        <pc:chgData name="Tamura Koji" userId="2064518528_tp_box_2" providerId="OAuth2" clId="{5F24E6D6-07ED-4E96-91C4-EE105DA2F02E}" dt="2025-01-23T11:01:41.493" v="717" actId="404"/>
        <pc:sldMkLst>
          <pc:docMk/>
          <pc:sldMk cId="528171152" sldId="2141413960"/>
        </pc:sldMkLst>
      </pc:sldChg>
      <pc:sldChg chg="addSp delSp modSp new mod">
        <pc:chgData name="Tamura Koji" userId="2064518528_tp_box_2" providerId="OAuth2" clId="{5F24E6D6-07ED-4E96-91C4-EE105DA2F02E}" dt="2025-01-27T07:50:08.852" v="852" actId="20577"/>
        <pc:sldMkLst>
          <pc:docMk/>
          <pc:sldMk cId="1247155279" sldId="2141413961"/>
        </pc:sldMkLst>
      </pc:sldChg>
    </pc:docChg>
  </pc:docChgLst>
  <pc:docChgLst>
    <pc:chgData name="Tamura Koji" userId="2064518528_tp_box_2" providerId="OAuth2" clId="{99A8434D-8472-4BB4-B8D4-B101DC6054CC}"/>
    <pc:docChg chg="undo custSel addSld delSld modSld sldOrd modSection">
      <pc:chgData name="Tamura Koji" userId="2064518528_tp_box_2" providerId="OAuth2" clId="{99A8434D-8472-4BB4-B8D4-B101DC6054CC}" dt="2025-03-31T02:19:51.784" v="38155"/>
      <pc:docMkLst>
        <pc:docMk/>
      </pc:docMkLst>
      <pc:sldChg chg="modSp mod">
        <pc:chgData name="Tamura Koji" userId="2064518528_tp_box_2" providerId="OAuth2" clId="{99A8434D-8472-4BB4-B8D4-B101DC6054CC}" dt="2025-03-28T06:49:59.004" v="36199" actId="20577"/>
        <pc:sldMkLst>
          <pc:docMk/>
          <pc:sldMk cId="713323602" sldId="331"/>
        </pc:sldMkLst>
      </pc:sldChg>
      <pc:sldChg chg="addSp delSp modSp mod">
        <pc:chgData name="Tamura Koji" userId="2064518528_tp_box_2" providerId="OAuth2" clId="{99A8434D-8472-4BB4-B8D4-B101DC6054CC}" dt="2025-03-31T02:19:51.784" v="38155"/>
        <pc:sldMkLst>
          <pc:docMk/>
          <pc:sldMk cId="1897361897" sldId="340"/>
        </pc:sldMkLst>
      </pc:sldChg>
      <pc:sldChg chg="modSp mod">
        <pc:chgData name="Tamura Koji" userId="2064518528_tp_box_2" providerId="OAuth2" clId="{99A8434D-8472-4BB4-B8D4-B101DC6054CC}" dt="2025-03-28T02:17:12.762" v="1078"/>
        <pc:sldMkLst>
          <pc:docMk/>
          <pc:sldMk cId="1921809941" sldId="2141413957"/>
        </pc:sldMkLst>
      </pc:sldChg>
      <pc:sldChg chg="delSp modSp mod">
        <pc:chgData name="Tamura Koji" userId="2064518528_tp_box_2" providerId="OAuth2" clId="{99A8434D-8472-4BB4-B8D4-B101DC6054CC}" dt="2025-03-28T06:52:15.639" v="36419" actId="20577"/>
        <pc:sldMkLst>
          <pc:docMk/>
          <pc:sldMk cId="940658303" sldId="2141413963"/>
        </pc:sldMkLst>
      </pc:sldChg>
      <pc:sldChg chg="modSp add mod ord">
        <pc:chgData name="Tamura Koji" userId="2064518528_tp_box_2" providerId="OAuth2" clId="{99A8434D-8472-4BB4-B8D4-B101DC6054CC}" dt="2025-03-28T06:50:18.718" v="36252" actId="20577"/>
        <pc:sldMkLst>
          <pc:docMk/>
          <pc:sldMk cId="300076435" sldId="2141413965"/>
        </pc:sldMkLst>
      </pc:sldChg>
      <pc:sldChg chg="addSp delSp modSp add mod">
        <pc:chgData name="Tamura Koji" userId="2064518528_tp_box_2" providerId="OAuth2" clId="{99A8434D-8472-4BB4-B8D4-B101DC6054CC}" dt="2025-03-31T01:08:56.537" v="37973"/>
        <pc:sldMkLst>
          <pc:docMk/>
          <pc:sldMk cId="2594502417" sldId="2141413970"/>
        </pc:sldMkLst>
      </pc:sldChg>
      <pc:sldChg chg="addSp modSp add mod">
        <pc:chgData name="Tamura Koji" userId="2064518528_tp_box_2" providerId="OAuth2" clId="{99A8434D-8472-4BB4-B8D4-B101DC6054CC}" dt="2025-03-28T06:50:51.255" v="36254" actId="20577"/>
        <pc:sldMkLst>
          <pc:docMk/>
          <pc:sldMk cId="255812329" sldId="2147377933"/>
        </pc:sldMkLst>
      </pc:sldChg>
      <pc:sldChg chg="add">
        <pc:chgData name="Tamura Koji" userId="2064518528_tp_box_2" providerId="OAuth2" clId="{99A8434D-8472-4BB4-B8D4-B101DC6054CC}" dt="2025-03-28T02:19:18.806" v="1149"/>
        <pc:sldMkLst>
          <pc:docMk/>
          <pc:sldMk cId="2378389821" sldId="2147378005"/>
        </pc:sldMkLst>
      </pc:sldChg>
      <pc:sldChg chg="add">
        <pc:chgData name="Tamura Koji" userId="2064518528_tp_box_2" providerId="OAuth2" clId="{99A8434D-8472-4BB4-B8D4-B101DC6054CC}" dt="2025-03-28T02:19:18.806" v="1149"/>
        <pc:sldMkLst>
          <pc:docMk/>
          <pc:sldMk cId="3488310777" sldId="2147378006"/>
        </pc:sldMkLst>
      </pc:sldChg>
      <pc:sldChg chg="add">
        <pc:chgData name="Tamura Koji" userId="2064518528_tp_box_2" providerId="OAuth2" clId="{99A8434D-8472-4BB4-B8D4-B101DC6054CC}" dt="2025-03-28T02:19:18.806" v="1149"/>
        <pc:sldMkLst>
          <pc:docMk/>
          <pc:sldMk cId="653023334" sldId="2147378007"/>
        </pc:sldMkLst>
      </pc:sldChg>
      <pc:sldChg chg="add">
        <pc:chgData name="Tamura Koji" userId="2064518528_tp_box_2" providerId="OAuth2" clId="{99A8434D-8472-4BB4-B8D4-B101DC6054CC}" dt="2025-03-28T02:19:18.806" v="1149"/>
        <pc:sldMkLst>
          <pc:docMk/>
          <pc:sldMk cId="3723179889" sldId="2147378008"/>
        </pc:sldMkLst>
      </pc:sldChg>
      <pc:sldChg chg="addSp delSp modSp mod ord">
        <pc:chgData name="Tamura Koji" userId="2064518528_tp_box_2" providerId="OAuth2" clId="{99A8434D-8472-4BB4-B8D4-B101DC6054CC}" dt="2025-03-31T01:13:40.181" v="37976" actId="478"/>
        <pc:sldMkLst>
          <pc:docMk/>
          <pc:sldMk cId="1975416382" sldId="2147378011"/>
        </pc:sldMkLst>
      </pc:sldChg>
      <pc:sldChg chg="delSp mod">
        <pc:chgData name="Tamura Koji" userId="2064518528_tp_box_2" providerId="OAuth2" clId="{99A8434D-8472-4BB4-B8D4-B101DC6054CC}" dt="2025-03-28T02:04:07.641" v="191" actId="478"/>
        <pc:sldMkLst>
          <pc:docMk/>
          <pc:sldMk cId="3399215923" sldId="2147378012"/>
        </pc:sldMkLst>
      </pc:sldChg>
      <pc:sldChg chg="addSp modSp new del mod">
        <pc:chgData name="Tamura Koji" userId="2064518528_tp_box_2" providerId="OAuth2" clId="{99A8434D-8472-4BB4-B8D4-B101DC6054CC}" dt="2025-03-28T02:20:55.652" v="1231" actId="47"/>
        <pc:sldMkLst>
          <pc:docMk/>
          <pc:sldMk cId="1531935525" sldId="2147378013"/>
        </pc:sldMkLst>
      </pc:sldChg>
      <pc:sldChg chg="addSp modSp new del mod">
        <pc:chgData name="Tamura Koji" userId="2064518528_tp_box_2" providerId="OAuth2" clId="{99A8434D-8472-4BB4-B8D4-B101DC6054CC}" dt="2025-03-28T02:21:14.272" v="1245" actId="47"/>
        <pc:sldMkLst>
          <pc:docMk/>
          <pc:sldMk cId="2702477326" sldId="214737801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3078428" cy="511731"/>
          </a:xfrm>
          <a:prstGeom prst="rect">
            <a:avLst/>
          </a:prstGeom>
        </p:spPr>
        <p:txBody>
          <a:bodyPr vert="horz" lIns="94668" tIns="47334" rIns="94668" bIns="47334" rtlCol="0"/>
          <a:lstStyle>
            <a:lvl1pPr algn="l">
              <a:defRPr sz="1200"/>
            </a:lvl1pPr>
          </a:lstStyle>
          <a:p>
            <a:endParaRPr kumimoji="1" lang="ja-JP" altLang="en-US"/>
          </a:p>
        </p:txBody>
      </p:sp>
      <p:sp>
        <p:nvSpPr>
          <p:cNvPr id="3" name="日付プレースホルダ 2"/>
          <p:cNvSpPr>
            <a:spLocks noGrp="1"/>
          </p:cNvSpPr>
          <p:nvPr>
            <p:ph type="dt" sz="quarter" idx="1"/>
          </p:nvPr>
        </p:nvSpPr>
        <p:spPr>
          <a:xfrm>
            <a:off x="4023992" y="0"/>
            <a:ext cx="3078428" cy="511731"/>
          </a:xfrm>
          <a:prstGeom prst="rect">
            <a:avLst/>
          </a:prstGeom>
        </p:spPr>
        <p:txBody>
          <a:bodyPr vert="horz" lIns="94668" tIns="47334" rIns="94668" bIns="47334" rtlCol="0"/>
          <a:lstStyle>
            <a:lvl1pPr algn="r">
              <a:defRPr sz="1200"/>
            </a:lvl1pPr>
          </a:lstStyle>
          <a:p>
            <a:fld id="{08F0727B-9DEC-4968-9848-E4F87D30B763}" type="datetimeFigureOut">
              <a:rPr kumimoji="1" lang="ja-JP" altLang="en-US" smtClean="0"/>
              <a:pPr/>
              <a:t>2025/10/30</a:t>
            </a:fld>
            <a:endParaRPr kumimoji="1" lang="ja-JP" altLang="en-US"/>
          </a:p>
        </p:txBody>
      </p:sp>
      <p:sp>
        <p:nvSpPr>
          <p:cNvPr id="4" name="フッター プレースホルダ 3"/>
          <p:cNvSpPr>
            <a:spLocks noGrp="1"/>
          </p:cNvSpPr>
          <p:nvPr>
            <p:ph type="ftr" sz="quarter" idx="2"/>
          </p:nvPr>
        </p:nvSpPr>
        <p:spPr>
          <a:xfrm>
            <a:off x="0" y="9721106"/>
            <a:ext cx="3078428" cy="511731"/>
          </a:xfrm>
          <a:prstGeom prst="rect">
            <a:avLst/>
          </a:prstGeom>
        </p:spPr>
        <p:txBody>
          <a:bodyPr vert="horz" lIns="94668" tIns="47334" rIns="94668" bIns="47334" rtlCol="0" anchor="b"/>
          <a:lstStyle>
            <a:lvl1pPr algn="l">
              <a:defRPr sz="1200"/>
            </a:lvl1pPr>
          </a:lstStyle>
          <a:p>
            <a:r>
              <a:rPr kumimoji="1" lang="en-US" altLang="ja-JP"/>
              <a:t>© SIGMAXYZ 2009.06.16</a:t>
            </a:r>
            <a:r>
              <a:rPr kumimoji="1" lang="ja-JP" altLang="en-US"/>
              <a:t>パワーポイントパーツ集</a:t>
            </a:r>
          </a:p>
        </p:txBody>
      </p:sp>
      <p:sp>
        <p:nvSpPr>
          <p:cNvPr id="5" name="スライド番号プレースホルダ 4"/>
          <p:cNvSpPr>
            <a:spLocks noGrp="1"/>
          </p:cNvSpPr>
          <p:nvPr>
            <p:ph type="sldNum" sz="quarter" idx="3"/>
          </p:nvPr>
        </p:nvSpPr>
        <p:spPr>
          <a:xfrm>
            <a:off x="4023992" y="9721106"/>
            <a:ext cx="3078428" cy="511731"/>
          </a:xfrm>
          <a:prstGeom prst="rect">
            <a:avLst/>
          </a:prstGeom>
        </p:spPr>
        <p:txBody>
          <a:bodyPr vert="horz" lIns="94668" tIns="47334" rIns="94668" bIns="47334" rtlCol="0" anchor="b"/>
          <a:lstStyle>
            <a:lvl1pPr algn="r">
              <a:defRPr sz="1200"/>
            </a:lvl1pPr>
          </a:lstStyle>
          <a:p>
            <a:fld id="{63370FCD-28E0-4969-A121-AC709167E47F}" type="slidenum">
              <a:rPr kumimoji="1" lang="ja-JP" altLang="en-US" smtClean="0"/>
              <a:pPr/>
              <a:t>‹#›</a:t>
            </a:fld>
            <a:endParaRPr kumimoji="1" lang="ja-JP" altLang="en-US"/>
          </a:p>
        </p:txBody>
      </p:sp>
    </p:spTree>
    <p:extLst>
      <p:ext uri="{BB962C8B-B14F-4D97-AF65-F5344CB8AC3E}">
        <p14:creationId xmlns:p14="http://schemas.microsoft.com/office/powerpoint/2010/main" val="85969784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3078428" cy="511731"/>
          </a:xfrm>
          <a:prstGeom prst="rect">
            <a:avLst/>
          </a:prstGeom>
        </p:spPr>
        <p:txBody>
          <a:bodyPr vert="horz" lIns="94668" tIns="47334" rIns="94668" bIns="47334" rtlCol="0"/>
          <a:lstStyle>
            <a:lvl1pPr algn="l">
              <a:defRPr sz="1200"/>
            </a:lvl1pPr>
          </a:lstStyle>
          <a:p>
            <a:endParaRPr kumimoji="1" lang="ja-JP" altLang="en-US"/>
          </a:p>
        </p:txBody>
      </p:sp>
      <p:sp>
        <p:nvSpPr>
          <p:cNvPr id="3" name="日付プレースホルダ 2"/>
          <p:cNvSpPr>
            <a:spLocks noGrp="1"/>
          </p:cNvSpPr>
          <p:nvPr>
            <p:ph type="dt" idx="1"/>
          </p:nvPr>
        </p:nvSpPr>
        <p:spPr>
          <a:xfrm>
            <a:off x="4023992" y="0"/>
            <a:ext cx="3078428" cy="511731"/>
          </a:xfrm>
          <a:prstGeom prst="rect">
            <a:avLst/>
          </a:prstGeom>
        </p:spPr>
        <p:txBody>
          <a:bodyPr vert="horz" lIns="94668" tIns="47334" rIns="94668" bIns="47334" rtlCol="0"/>
          <a:lstStyle>
            <a:lvl1pPr algn="r">
              <a:defRPr sz="1200"/>
            </a:lvl1pPr>
          </a:lstStyle>
          <a:p>
            <a:fld id="{92225483-6E6E-42C5-BF11-7E02F1B93D8D}" type="datetimeFigureOut">
              <a:rPr kumimoji="1" lang="ja-JP" altLang="en-US" smtClean="0"/>
              <a:pPr/>
              <a:t>2025/10/30</a:t>
            </a:fld>
            <a:endParaRPr kumimoji="1" lang="ja-JP" altLang="en-US"/>
          </a:p>
        </p:txBody>
      </p:sp>
      <p:sp>
        <p:nvSpPr>
          <p:cNvPr id="4" name="スライド イメージ プレースホルダ 3"/>
          <p:cNvSpPr>
            <a:spLocks noGrp="1" noRot="1" noChangeAspect="1"/>
          </p:cNvSpPr>
          <p:nvPr>
            <p:ph type="sldImg" idx="2"/>
          </p:nvPr>
        </p:nvSpPr>
        <p:spPr>
          <a:xfrm>
            <a:off x="141288" y="768350"/>
            <a:ext cx="6821487" cy="3836988"/>
          </a:xfrm>
          <a:prstGeom prst="rect">
            <a:avLst/>
          </a:prstGeom>
          <a:noFill/>
          <a:ln w="12700">
            <a:solidFill>
              <a:prstClr val="black"/>
            </a:solidFill>
          </a:ln>
        </p:spPr>
        <p:txBody>
          <a:bodyPr vert="horz" lIns="94668" tIns="47334" rIns="94668" bIns="47334" rtlCol="0" anchor="ctr"/>
          <a:lstStyle/>
          <a:p>
            <a:endParaRPr lang="ja-JP" altLang="en-US"/>
          </a:p>
        </p:txBody>
      </p:sp>
      <p:sp>
        <p:nvSpPr>
          <p:cNvPr id="5" name="ノート プレースホルダ 4"/>
          <p:cNvSpPr>
            <a:spLocks noGrp="1"/>
          </p:cNvSpPr>
          <p:nvPr>
            <p:ph type="body" sz="quarter" idx="3"/>
          </p:nvPr>
        </p:nvSpPr>
        <p:spPr>
          <a:xfrm>
            <a:off x="710407" y="4861442"/>
            <a:ext cx="5683250" cy="4605576"/>
          </a:xfrm>
          <a:prstGeom prst="rect">
            <a:avLst/>
          </a:prstGeom>
        </p:spPr>
        <p:txBody>
          <a:bodyPr vert="horz" lIns="94668" tIns="47334" rIns="94668" bIns="47334"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0" y="9721106"/>
            <a:ext cx="3078428" cy="511731"/>
          </a:xfrm>
          <a:prstGeom prst="rect">
            <a:avLst/>
          </a:prstGeom>
        </p:spPr>
        <p:txBody>
          <a:bodyPr vert="horz" lIns="94668" tIns="47334" rIns="94668" bIns="47334" rtlCol="0" anchor="b"/>
          <a:lstStyle>
            <a:lvl1pPr algn="l">
              <a:defRPr sz="1200"/>
            </a:lvl1pPr>
          </a:lstStyle>
          <a:p>
            <a:r>
              <a:rPr kumimoji="1" lang="en-US" altLang="ja-JP"/>
              <a:t>© SIGMAXYZ 2009.06.16</a:t>
            </a:r>
            <a:r>
              <a:rPr kumimoji="1" lang="ja-JP" altLang="en-US"/>
              <a:t>パワーポイントパーツ集</a:t>
            </a:r>
          </a:p>
        </p:txBody>
      </p:sp>
      <p:sp>
        <p:nvSpPr>
          <p:cNvPr id="7" name="スライド番号プレースホルダ 6"/>
          <p:cNvSpPr>
            <a:spLocks noGrp="1"/>
          </p:cNvSpPr>
          <p:nvPr>
            <p:ph type="sldNum" sz="quarter" idx="5"/>
          </p:nvPr>
        </p:nvSpPr>
        <p:spPr>
          <a:xfrm>
            <a:off x="4023992" y="9721106"/>
            <a:ext cx="3078428" cy="511731"/>
          </a:xfrm>
          <a:prstGeom prst="rect">
            <a:avLst/>
          </a:prstGeom>
        </p:spPr>
        <p:txBody>
          <a:bodyPr vert="horz" lIns="94668" tIns="47334" rIns="94668" bIns="47334" rtlCol="0" anchor="b"/>
          <a:lstStyle>
            <a:lvl1pPr algn="r">
              <a:defRPr sz="1200"/>
            </a:lvl1pPr>
          </a:lstStyle>
          <a:p>
            <a:fld id="{E3FC54D4-3460-457E-B9D7-117BAF18C078}" type="slidenum">
              <a:rPr kumimoji="1" lang="ja-JP" altLang="en-US" smtClean="0"/>
              <a:pPr/>
              <a:t>‹#›</a:t>
            </a:fld>
            <a:endParaRPr kumimoji="1" lang="ja-JP" altLang="en-US"/>
          </a:p>
        </p:txBody>
      </p:sp>
    </p:spTree>
    <p:extLst>
      <p:ext uri="{BB962C8B-B14F-4D97-AF65-F5344CB8AC3E}">
        <p14:creationId xmlns:p14="http://schemas.microsoft.com/office/powerpoint/2010/main" val="1353994205"/>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4.jpe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7.gi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7.gi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ドキュメンテーションタイトルあり（写真あり）">
    <p:spTree>
      <p:nvGrpSpPr>
        <p:cNvPr id="1" name=""/>
        <p:cNvGrpSpPr/>
        <p:nvPr/>
      </p:nvGrpSpPr>
      <p:grpSpPr>
        <a:xfrm>
          <a:off x="0" y="0"/>
          <a:ext cx="0" cy="0"/>
          <a:chOff x="0" y="0"/>
          <a:chExt cx="0" cy="0"/>
        </a:xfrm>
      </p:grpSpPr>
      <p:sp>
        <p:nvSpPr>
          <p:cNvPr id="17" name="サブタイトル 2">
            <a:extLst>
              <a:ext uri="{FF2B5EF4-FFF2-40B4-BE49-F238E27FC236}">
                <a16:creationId xmlns:a16="http://schemas.microsoft.com/office/drawing/2014/main" id="{7ECF76FC-8D57-41CC-93B4-35BB45821621}"/>
              </a:ext>
            </a:extLst>
          </p:cNvPr>
          <p:cNvSpPr>
            <a:spLocks noGrp="1"/>
          </p:cNvSpPr>
          <p:nvPr>
            <p:ph type="subTitle" idx="1" hasCustomPrompt="1"/>
          </p:nvPr>
        </p:nvSpPr>
        <p:spPr>
          <a:xfrm>
            <a:off x="911225" y="1432449"/>
            <a:ext cx="10369550" cy="503237"/>
          </a:xfrm>
        </p:spPr>
        <p:txBody>
          <a:bodyPr>
            <a:noAutofit/>
          </a:bodyPr>
          <a:lstStyle>
            <a:lvl1pPr marL="0" marR="0" indent="0" algn="l" defTabSz="685800" rtl="0" eaLnBrk="1" fontAlgn="auto" latinLnBrk="0" hangingPunct="1">
              <a:lnSpc>
                <a:spcPct val="100000"/>
              </a:lnSpc>
              <a:spcBef>
                <a:spcPts val="0"/>
              </a:spcBef>
              <a:spcAft>
                <a:spcPts val="0"/>
              </a:spcAft>
              <a:buClrTx/>
              <a:buSzTx/>
              <a:buFontTx/>
              <a:buNone/>
              <a:tabLst/>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a:t>マスタ サブタイトルの書式設定</a:t>
            </a:r>
            <a:endParaRPr kumimoji="1" lang="en-US" altLang="ja-JP"/>
          </a:p>
          <a:p>
            <a:endParaRPr kumimoji="1" lang="ja-JP" altLang="en-US"/>
          </a:p>
        </p:txBody>
      </p:sp>
      <p:sp>
        <p:nvSpPr>
          <p:cNvPr id="3" name="タイトル 2">
            <a:extLst>
              <a:ext uri="{FF2B5EF4-FFF2-40B4-BE49-F238E27FC236}">
                <a16:creationId xmlns:a16="http://schemas.microsoft.com/office/drawing/2014/main" id="{0E433F14-110A-46CE-AADB-74F6A8CCD37A}"/>
              </a:ext>
            </a:extLst>
          </p:cNvPr>
          <p:cNvSpPr>
            <a:spLocks noGrp="1"/>
          </p:cNvSpPr>
          <p:nvPr>
            <p:ph type="title" hasCustomPrompt="1"/>
          </p:nvPr>
        </p:nvSpPr>
        <p:spPr>
          <a:xfrm>
            <a:off x="911225" y="408478"/>
            <a:ext cx="10369550" cy="788497"/>
          </a:xfrm>
        </p:spPr>
        <p:txBody>
          <a:bodyPr/>
          <a:lstStyle/>
          <a:p>
            <a:r>
              <a:rPr kumimoji="1" lang="ja-JP" altLang="en-US"/>
              <a:t>ドキュメンテーションタイトル（写真あり）</a:t>
            </a:r>
          </a:p>
        </p:txBody>
      </p:sp>
      <p:pic>
        <p:nvPicPr>
          <p:cNvPr id="6" name="図 5">
            <a:extLst>
              <a:ext uri="{FF2B5EF4-FFF2-40B4-BE49-F238E27FC236}">
                <a16:creationId xmlns:a16="http://schemas.microsoft.com/office/drawing/2014/main" id="{E72AEA40-9A1C-DA43-9FFB-05730EBF990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495849" y="6451524"/>
            <a:ext cx="1200302" cy="361013"/>
          </a:xfrm>
          <a:prstGeom prst="rect">
            <a:avLst/>
          </a:prstGeom>
        </p:spPr>
      </p:pic>
      <p:sp>
        <p:nvSpPr>
          <p:cNvPr id="8" name="正方形/長方形 7">
            <a:extLst>
              <a:ext uri="{FF2B5EF4-FFF2-40B4-BE49-F238E27FC236}">
                <a16:creationId xmlns:a16="http://schemas.microsoft.com/office/drawing/2014/main" id="{EAC767EF-948A-AE4C-B1C7-AD19CA98E272}"/>
              </a:ext>
            </a:extLst>
          </p:cNvPr>
          <p:cNvSpPr/>
          <p:nvPr/>
        </p:nvSpPr>
        <p:spPr>
          <a:xfrm>
            <a:off x="925830" y="2060575"/>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a:solidFill>
                  <a:schemeClr val="tx1"/>
                </a:solidFill>
              </a:rPr>
              <a:t>画像挿入位置</a:t>
            </a:r>
          </a:p>
        </p:txBody>
      </p:sp>
    </p:spTree>
  </p:cSld>
  <p:clrMapOvr>
    <a:masterClrMapping/>
  </p:clrMapOvr>
  <p:extLst>
    <p:ext uri="{DCECCB84-F9BA-43D5-87BE-67443E8EF086}">
      <p15:sldGuideLst xmlns:p15="http://schemas.microsoft.com/office/powerpoint/2012/main">
        <p15:guide id="1" pos="3659">
          <p15:clr>
            <a:srgbClr val="FBAE40"/>
          </p15:clr>
        </p15:guide>
        <p15:guide id="2" pos="4021">
          <p15:clr>
            <a:srgbClr val="FBAE40"/>
          </p15:clr>
        </p15:guide>
        <p15:guide id="3" orient="horz" pos="890">
          <p15:clr>
            <a:srgbClr val="FBAE40"/>
          </p15:clr>
        </p15:guide>
        <p15:guide id="4" orient="horz" pos="1298">
          <p15:clr>
            <a:srgbClr val="FBAE40"/>
          </p15:clr>
        </p15:guide>
        <p15:guide id="5" orient="horz" pos="397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ドキュメンテーションタイトルあり（写真なし）">
    <p:spTree>
      <p:nvGrpSpPr>
        <p:cNvPr id="1" name=""/>
        <p:cNvGrpSpPr/>
        <p:nvPr/>
      </p:nvGrpSpPr>
      <p:grpSpPr>
        <a:xfrm>
          <a:off x="0" y="0"/>
          <a:ext cx="0" cy="0"/>
          <a:chOff x="0" y="0"/>
          <a:chExt cx="0" cy="0"/>
        </a:xfrm>
      </p:grpSpPr>
      <p:sp>
        <p:nvSpPr>
          <p:cNvPr id="17" name="サブタイトル 2">
            <a:extLst>
              <a:ext uri="{FF2B5EF4-FFF2-40B4-BE49-F238E27FC236}">
                <a16:creationId xmlns:a16="http://schemas.microsoft.com/office/drawing/2014/main" id="{7ECF76FC-8D57-41CC-93B4-35BB45821621}"/>
              </a:ext>
            </a:extLst>
          </p:cNvPr>
          <p:cNvSpPr>
            <a:spLocks noGrp="1"/>
          </p:cNvSpPr>
          <p:nvPr>
            <p:ph type="subTitle" idx="1" hasCustomPrompt="1"/>
          </p:nvPr>
        </p:nvSpPr>
        <p:spPr>
          <a:xfrm>
            <a:off x="932561" y="3140960"/>
            <a:ext cx="10348214" cy="288040"/>
          </a:xfrm>
        </p:spPr>
        <p:txBody>
          <a:bodyPr>
            <a:noAutofit/>
          </a:bodyPr>
          <a:lstStyle>
            <a:lvl1pPr marL="0" marR="0" indent="0" algn="l" defTabSz="685800" rtl="0" eaLnBrk="1" fontAlgn="auto" latinLnBrk="0" hangingPunct="1">
              <a:lnSpc>
                <a:spcPct val="100000"/>
              </a:lnSpc>
              <a:spcBef>
                <a:spcPts val="0"/>
              </a:spcBef>
              <a:spcAft>
                <a:spcPts val="0"/>
              </a:spcAft>
              <a:buClrTx/>
              <a:buSzTx/>
              <a:buFontTx/>
              <a:buNone/>
              <a:tabLst/>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a:t>マスタ サブタイトルの書式設定</a:t>
            </a:r>
            <a:endParaRPr kumimoji="1" lang="en-US" altLang="ja-JP"/>
          </a:p>
          <a:p>
            <a:endParaRPr kumimoji="1" lang="ja-JP" altLang="en-US"/>
          </a:p>
        </p:txBody>
      </p:sp>
      <p:sp>
        <p:nvSpPr>
          <p:cNvPr id="3" name="タイトル 2">
            <a:extLst>
              <a:ext uri="{FF2B5EF4-FFF2-40B4-BE49-F238E27FC236}">
                <a16:creationId xmlns:a16="http://schemas.microsoft.com/office/drawing/2014/main" id="{0E433F14-110A-46CE-AADB-74F6A8CCD37A}"/>
              </a:ext>
            </a:extLst>
          </p:cNvPr>
          <p:cNvSpPr>
            <a:spLocks noGrp="1"/>
          </p:cNvSpPr>
          <p:nvPr>
            <p:ph type="title" hasCustomPrompt="1"/>
          </p:nvPr>
        </p:nvSpPr>
        <p:spPr>
          <a:xfrm>
            <a:off x="911245" y="2060575"/>
            <a:ext cx="10369530" cy="647700"/>
          </a:xfrm>
        </p:spPr>
        <p:txBody>
          <a:bodyPr/>
          <a:lstStyle/>
          <a:p>
            <a:r>
              <a:rPr kumimoji="1" lang="ja-JP" altLang="en-US"/>
              <a:t>ドキュメンテーションタイトル（写真なし）</a:t>
            </a:r>
          </a:p>
        </p:txBody>
      </p:sp>
      <p:sp>
        <p:nvSpPr>
          <p:cNvPr id="6" name="正方形/長方形 5">
            <a:extLst>
              <a:ext uri="{FF2B5EF4-FFF2-40B4-BE49-F238E27FC236}">
                <a16:creationId xmlns:a16="http://schemas.microsoft.com/office/drawing/2014/main" id="{DBB30CF7-F45F-4ADC-86D3-29B44DB96A57}"/>
              </a:ext>
            </a:extLst>
          </p:cNvPr>
          <p:cNvSpPr/>
          <p:nvPr/>
        </p:nvSpPr>
        <p:spPr>
          <a:xfrm>
            <a:off x="8784167" y="0"/>
            <a:ext cx="3264660" cy="1124680"/>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800">
              <a:solidFill>
                <a:schemeClr val="tx1"/>
              </a:solidFill>
            </a:endParaRPr>
          </a:p>
        </p:txBody>
      </p:sp>
      <p:pic>
        <p:nvPicPr>
          <p:cNvPr id="8" name="図 7">
            <a:extLst>
              <a:ext uri="{FF2B5EF4-FFF2-40B4-BE49-F238E27FC236}">
                <a16:creationId xmlns:a16="http://schemas.microsoft.com/office/drawing/2014/main" id="{3AA4975F-0334-5F46-9B38-4B0C12DEE86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495849" y="6451524"/>
            <a:ext cx="1200302" cy="361013"/>
          </a:xfrm>
          <a:prstGeom prst="rect">
            <a:avLst/>
          </a:prstGeom>
        </p:spPr>
      </p:pic>
    </p:spTree>
  </p:cSld>
  <p:clrMapOvr>
    <a:masterClrMapping/>
  </p:clrMapOvr>
  <p:extLst>
    <p:ext uri="{DCECCB84-F9BA-43D5-87BE-67443E8EF086}">
      <p15:sldGuideLst xmlns:p15="http://schemas.microsoft.com/office/powerpoint/2012/main">
        <p15:guide id="1" pos="3659">
          <p15:clr>
            <a:srgbClr val="FBAE40"/>
          </p15:clr>
        </p15:guide>
        <p15:guide id="2" pos="4021">
          <p15:clr>
            <a:srgbClr val="FBAE40"/>
          </p15:clr>
        </p15:guide>
        <p15:guide id="3" orient="horz" pos="981">
          <p15:clr>
            <a:srgbClr val="FBAE40"/>
          </p15:clr>
        </p15:guide>
        <p15:guide id="4" orient="horz" pos="129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目次・アジェンダページ（写真あり）">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911226" y="404813"/>
            <a:ext cx="4897438" cy="792163"/>
          </a:xfrm>
        </p:spPr>
        <p:txBody>
          <a:bodyPr>
            <a:noAutofit/>
          </a:bodyPr>
          <a:lstStyle>
            <a:lvl1pPr>
              <a:defRPr sz="2400" baseline="0">
                <a:latin typeface="Arial" panose="020B0604020202020204" pitchFamily="34" charset="0"/>
              </a:defRPr>
            </a:lvl1pPr>
          </a:lstStyle>
          <a:p>
            <a:r>
              <a:rPr kumimoji="1" lang="ja-JP" altLang="en-US" dirty="0"/>
              <a:t>目次・アジェンダページ（写真あり）</a:t>
            </a:r>
          </a:p>
        </p:txBody>
      </p:sp>
      <p:sp>
        <p:nvSpPr>
          <p:cNvPr id="7" name="正方形/長方形 6"/>
          <p:cNvSpPr/>
          <p:nvPr/>
        </p:nvSpPr>
        <p:spPr>
          <a:xfrm>
            <a:off x="6383338" y="404814"/>
            <a:ext cx="4897438" cy="6048374"/>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a:solidFill>
                  <a:schemeClr val="tx1"/>
                </a:solidFill>
              </a:rPr>
              <a:t>画像挿入位置</a:t>
            </a:r>
          </a:p>
        </p:txBody>
      </p:sp>
      <p:sp>
        <p:nvSpPr>
          <p:cNvPr id="8" name="フッター プレースホルダ 4"/>
          <p:cNvSpPr txBox="1">
            <a:spLocks/>
          </p:cNvSpPr>
          <p:nvPr/>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a:latin typeface="+mj-ea"/>
              <a:ea typeface="+mj-ea"/>
            </a:endParaRPr>
          </a:p>
        </p:txBody>
      </p:sp>
      <p:sp>
        <p:nvSpPr>
          <p:cNvPr id="9" name="テキスト プレースホルダー 3">
            <a:extLst>
              <a:ext uri="{FF2B5EF4-FFF2-40B4-BE49-F238E27FC236}">
                <a16:creationId xmlns:a16="http://schemas.microsoft.com/office/drawing/2014/main" id="{EE14E344-44DC-B548-AE98-2394DEE1D8A8}"/>
              </a:ext>
            </a:extLst>
          </p:cNvPr>
          <p:cNvSpPr>
            <a:spLocks noGrp="1"/>
          </p:cNvSpPr>
          <p:nvPr>
            <p:ph type="body" sz="quarter" idx="10"/>
          </p:nvPr>
        </p:nvSpPr>
        <p:spPr>
          <a:xfrm>
            <a:off x="911225" y="1414442"/>
            <a:ext cx="4897439" cy="5038746"/>
          </a:xfrm>
        </p:spPr>
        <p:txBody>
          <a:bodyPr/>
          <a:lstStyle>
            <a:lvl1pPr marL="0" indent="0">
              <a:buFontTx/>
              <a:buNone/>
              <a:defRPr baseline="0">
                <a:latin typeface="Arial" panose="020B0604020202020204" pitchFamily="34" charset="0"/>
              </a:defRPr>
            </a:lvl1pPr>
            <a:lvl2pPr marL="270000" indent="0">
              <a:buFontTx/>
              <a:buNone/>
              <a:defRPr baseline="0">
                <a:latin typeface="Arial" panose="020B0604020202020204" pitchFamily="34" charset="0"/>
              </a:defRPr>
            </a:lvl2pPr>
            <a:lvl3pPr marL="540000" indent="0">
              <a:buFontTx/>
              <a:buNone/>
              <a:defRPr baseline="0">
                <a:latin typeface="Arial" panose="020B0604020202020204" pitchFamily="34" charset="0"/>
              </a:defRPr>
            </a:lvl3pPr>
            <a:lvl4pPr marL="756000" indent="0">
              <a:buFontTx/>
              <a:buNone/>
              <a:defRPr baseline="0">
                <a:latin typeface="Arial" panose="020B0604020202020204" pitchFamily="34" charset="0"/>
              </a:defRPr>
            </a:lvl4pPr>
            <a:lvl5pPr marL="936000" indent="0">
              <a:buFontTx/>
              <a:buNone/>
              <a:defRPr baseline="0">
                <a:latin typeface="Arial" panose="020B0604020202020204" pitchFamily="34" charset="0"/>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878682449"/>
      </p:ext>
    </p:extLst>
  </p:cSld>
  <p:clrMapOvr>
    <a:masterClrMapping/>
  </p:clrMapOvr>
  <p:extLst>
    <p:ext uri="{DCECCB84-F9BA-43D5-87BE-67443E8EF086}">
      <p15:sldGuideLst xmlns:p15="http://schemas.microsoft.com/office/powerpoint/2012/main">
        <p15:guide id="1" pos="3659">
          <p15:clr>
            <a:srgbClr val="FBAE40"/>
          </p15:clr>
        </p15:guide>
        <p15:guide id="2" pos="4021">
          <p15:clr>
            <a:srgbClr val="FBAE40"/>
          </p15:clr>
        </p15:guide>
        <p15:guide id="3" orient="horz" pos="89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目次・アジェンダページ（写真なし）">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911226" y="404813"/>
            <a:ext cx="10369550" cy="792162"/>
          </a:xfrm>
        </p:spPr>
        <p:txBody>
          <a:bodyPr>
            <a:noAutofit/>
          </a:bodyPr>
          <a:lstStyle>
            <a:lvl1pPr>
              <a:defRPr sz="2400"/>
            </a:lvl1pPr>
          </a:lstStyle>
          <a:p>
            <a:r>
              <a:rPr kumimoji="1" lang="ja-JP" altLang="en-US"/>
              <a:t>目次・アジェンダページ（写真なし）</a:t>
            </a:r>
          </a:p>
        </p:txBody>
      </p:sp>
      <p:sp>
        <p:nvSpPr>
          <p:cNvPr id="4" name="テキスト プレースホルダー 3"/>
          <p:cNvSpPr>
            <a:spLocks noGrp="1"/>
          </p:cNvSpPr>
          <p:nvPr>
            <p:ph type="body" sz="quarter" idx="10"/>
          </p:nvPr>
        </p:nvSpPr>
        <p:spPr>
          <a:xfrm>
            <a:off x="911225" y="1414442"/>
            <a:ext cx="10354373" cy="5038746"/>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フッター プレースホルダ 4">
            <a:extLst>
              <a:ext uri="{FF2B5EF4-FFF2-40B4-BE49-F238E27FC236}">
                <a16:creationId xmlns:a16="http://schemas.microsoft.com/office/drawing/2014/main" id="{0C1577CA-9584-6B4B-B240-E6B742AA37AB}"/>
              </a:ext>
            </a:extLst>
          </p:cNvPr>
          <p:cNvSpPr txBox="1">
            <a:spLocks/>
          </p:cNvSpPr>
          <p:nvPr/>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a:latin typeface="+mj-ea"/>
              <a:ea typeface="+mj-ea"/>
            </a:endParaRPr>
          </a:p>
        </p:txBody>
      </p:sp>
    </p:spTree>
  </p:cSld>
  <p:clrMapOvr>
    <a:masterClrMapping/>
  </p:clrMapOvr>
  <p:extLst>
    <p:ext uri="{DCECCB84-F9BA-43D5-87BE-67443E8EF086}">
      <p15:sldGuideLst xmlns:p15="http://schemas.microsoft.com/office/powerpoint/2012/main">
        <p15:guide id="1" orient="horz" pos="89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チャプタータイトル（写真あり）">
    <p:spTree>
      <p:nvGrpSpPr>
        <p:cNvPr id="1" name=""/>
        <p:cNvGrpSpPr/>
        <p:nvPr/>
      </p:nvGrpSpPr>
      <p:grpSpPr>
        <a:xfrm>
          <a:off x="0" y="0"/>
          <a:ext cx="0" cy="0"/>
          <a:chOff x="0" y="0"/>
          <a:chExt cx="0" cy="0"/>
        </a:xfrm>
      </p:grpSpPr>
      <p:sp>
        <p:nvSpPr>
          <p:cNvPr id="9" name="タイトル 1"/>
          <p:cNvSpPr>
            <a:spLocks noGrp="1"/>
          </p:cNvSpPr>
          <p:nvPr>
            <p:ph type="ctrTitle" hasCustomPrompt="1"/>
          </p:nvPr>
        </p:nvSpPr>
        <p:spPr>
          <a:xfrm>
            <a:off x="925831" y="417607"/>
            <a:ext cx="10354944" cy="783033"/>
          </a:xfrm>
        </p:spPr>
        <p:txBody>
          <a:bodyPr>
            <a:noAutofit/>
          </a:bodyPr>
          <a:lstStyle>
            <a:lvl1pPr>
              <a:defRPr sz="2400"/>
            </a:lvl1pPr>
          </a:lstStyle>
          <a:p>
            <a:r>
              <a:rPr kumimoji="1" lang="ja-JP" altLang="en-US"/>
              <a:t>チャプタータイトル（写真あり）</a:t>
            </a:r>
          </a:p>
        </p:txBody>
      </p:sp>
      <p:sp>
        <p:nvSpPr>
          <p:cNvPr id="11" name="サブタイトル 2"/>
          <p:cNvSpPr>
            <a:spLocks noGrp="1"/>
          </p:cNvSpPr>
          <p:nvPr>
            <p:ph type="subTitle" idx="1"/>
          </p:nvPr>
        </p:nvSpPr>
        <p:spPr>
          <a:xfrm>
            <a:off x="925830" y="1420464"/>
            <a:ext cx="10369550" cy="286886"/>
          </a:xfrm>
        </p:spPr>
        <p:txBody>
          <a:bodyPr>
            <a:noAutofit/>
          </a:bodyPr>
          <a:lstStyle>
            <a:lvl1pPr marL="0" indent="0" algn="l">
              <a:buNone/>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a:t>マスタ サブタイトルの書式設定</a:t>
            </a:r>
          </a:p>
        </p:txBody>
      </p:sp>
      <p:sp>
        <p:nvSpPr>
          <p:cNvPr id="6" name="フッター プレースホルダ 4">
            <a:extLst>
              <a:ext uri="{FF2B5EF4-FFF2-40B4-BE49-F238E27FC236}">
                <a16:creationId xmlns:a16="http://schemas.microsoft.com/office/drawing/2014/main" id="{E7140C63-4A09-5549-ACFB-B44558443A04}"/>
              </a:ext>
            </a:extLst>
          </p:cNvPr>
          <p:cNvSpPr txBox="1">
            <a:spLocks/>
          </p:cNvSpPr>
          <p:nvPr/>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a:latin typeface="+mj-ea"/>
              <a:ea typeface="+mj-ea"/>
            </a:endParaRPr>
          </a:p>
        </p:txBody>
      </p:sp>
      <p:sp>
        <p:nvSpPr>
          <p:cNvPr id="12" name="正方形/長方形 11">
            <a:extLst>
              <a:ext uri="{FF2B5EF4-FFF2-40B4-BE49-F238E27FC236}">
                <a16:creationId xmlns:a16="http://schemas.microsoft.com/office/drawing/2014/main" id="{FF754EAD-35E1-BD41-873E-365AD440B2D1}"/>
              </a:ext>
            </a:extLst>
          </p:cNvPr>
          <p:cNvSpPr/>
          <p:nvPr/>
        </p:nvSpPr>
        <p:spPr>
          <a:xfrm>
            <a:off x="925830" y="2205038"/>
            <a:ext cx="10376794" cy="4248000"/>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a:solidFill>
                  <a:schemeClr val="tx1"/>
                </a:solidFill>
              </a:rPr>
              <a:t>画像挿入位置</a:t>
            </a:r>
          </a:p>
        </p:txBody>
      </p:sp>
    </p:spTree>
  </p:cSld>
  <p:clrMapOvr>
    <a:masterClrMapping/>
  </p:clrMapOvr>
  <p:extLst>
    <p:ext uri="{DCECCB84-F9BA-43D5-87BE-67443E8EF086}">
      <p15:sldGuideLst xmlns:p15="http://schemas.microsoft.com/office/powerpoint/2012/main">
        <p15:guide id="1" pos="3840">
          <p15:clr>
            <a:srgbClr val="FBAE40"/>
          </p15:clr>
        </p15:guide>
        <p15:guide id="2" orient="horz" pos="890">
          <p15:clr>
            <a:srgbClr val="FBAE40"/>
          </p15:clr>
        </p15:guide>
        <p15:guide id="3" orient="horz" pos="1253">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チャプタータイトル（写真なし）">
    <p:spTree>
      <p:nvGrpSpPr>
        <p:cNvPr id="1" name=""/>
        <p:cNvGrpSpPr/>
        <p:nvPr/>
      </p:nvGrpSpPr>
      <p:grpSpPr>
        <a:xfrm>
          <a:off x="0" y="0"/>
          <a:ext cx="0" cy="0"/>
          <a:chOff x="0" y="0"/>
          <a:chExt cx="0" cy="0"/>
        </a:xfrm>
      </p:grpSpPr>
      <p:sp>
        <p:nvSpPr>
          <p:cNvPr id="8" name="タイトル 1"/>
          <p:cNvSpPr>
            <a:spLocks noGrp="1"/>
          </p:cNvSpPr>
          <p:nvPr>
            <p:ph type="ctrTitle" hasCustomPrompt="1"/>
          </p:nvPr>
        </p:nvSpPr>
        <p:spPr>
          <a:xfrm>
            <a:off x="911225" y="1916114"/>
            <a:ext cx="7872413" cy="720725"/>
          </a:xfrm>
        </p:spPr>
        <p:txBody>
          <a:bodyPr>
            <a:noAutofit/>
          </a:bodyPr>
          <a:lstStyle>
            <a:lvl1pPr>
              <a:defRPr sz="2400"/>
            </a:lvl1pPr>
          </a:lstStyle>
          <a:p>
            <a:r>
              <a:rPr kumimoji="1" lang="ja-JP" altLang="en-US"/>
              <a:t>チャプタータイトル（写真なし）</a:t>
            </a:r>
          </a:p>
        </p:txBody>
      </p:sp>
      <p:sp>
        <p:nvSpPr>
          <p:cNvPr id="9" name="サブタイトル 2"/>
          <p:cNvSpPr>
            <a:spLocks noGrp="1"/>
          </p:cNvSpPr>
          <p:nvPr>
            <p:ph type="subTitle" idx="1"/>
          </p:nvPr>
        </p:nvSpPr>
        <p:spPr>
          <a:xfrm>
            <a:off x="911225" y="2854326"/>
            <a:ext cx="7872413" cy="574675"/>
          </a:xfrm>
        </p:spPr>
        <p:txBody>
          <a:bodyPr>
            <a:noAutofit/>
          </a:bodyPr>
          <a:lstStyle>
            <a:lvl1pPr marL="0" indent="0" algn="l">
              <a:buNone/>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a:t>マスタ サブタイトルの書式設定</a:t>
            </a:r>
          </a:p>
        </p:txBody>
      </p:sp>
      <p:sp>
        <p:nvSpPr>
          <p:cNvPr id="5" name="フッター プレースホルダ 4">
            <a:extLst>
              <a:ext uri="{FF2B5EF4-FFF2-40B4-BE49-F238E27FC236}">
                <a16:creationId xmlns:a16="http://schemas.microsoft.com/office/drawing/2014/main" id="{DF142A43-0471-B247-94DB-812EE97196F3}"/>
              </a:ext>
            </a:extLst>
          </p:cNvPr>
          <p:cNvSpPr txBox="1">
            <a:spLocks/>
          </p:cNvSpPr>
          <p:nvPr/>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a:latin typeface="+mj-ea"/>
              <a:ea typeface="+mj-ea"/>
            </a:endParaRPr>
          </a:p>
        </p:txBody>
      </p:sp>
    </p:spTree>
  </p:cSld>
  <p:clrMapOvr>
    <a:masterClrMapping/>
  </p:clrMapOvr>
  <p:extLst>
    <p:ext uri="{DCECCB84-F9BA-43D5-87BE-67443E8EF086}">
      <p15:sldGuideLst xmlns:p15="http://schemas.microsoft.com/office/powerpoint/2012/main">
        <p15:guide id="1" orient="horz" pos="890">
          <p15:clr>
            <a:srgbClr val="FBAE40"/>
          </p15:clr>
        </p15:guide>
        <p15:guide id="2" orient="horz" pos="179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コンテンツページヘッドラインあり（コピーライト通常）">
    <p:spTree>
      <p:nvGrpSpPr>
        <p:cNvPr id="1" name=""/>
        <p:cNvGrpSpPr/>
        <p:nvPr/>
      </p:nvGrpSpPr>
      <p:grpSpPr>
        <a:xfrm>
          <a:off x="0" y="0"/>
          <a:ext cx="0" cy="0"/>
          <a:chOff x="0" y="0"/>
          <a:chExt cx="0" cy="0"/>
        </a:xfrm>
      </p:grpSpPr>
      <p:sp>
        <p:nvSpPr>
          <p:cNvPr id="8" name="タイトル 7"/>
          <p:cNvSpPr>
            <a:spLocks noGrp="1"/>
          </p:cNvSpPr>
          <p:nvPr>
            <p:ph type="title" hasCustomPrompt="1"/>
          </p:nvPr>
        </p:nvSpPr>
        <p:spPr>
          <a:xfrm>
            <a:off x="911225" y="419599"/>
            <a:ext cx="10369550" cy="274226"/>
          </a:xfrm>
        </p:spPr>
        <p:txBody>
          <a:bodyPr>
            <a:noAutofit/>
          </a:bodyPr>
          <a:lstStyle>
            <a:lvl1pPr>
              <a:defRPr sz="1200" baseline="0"/>
            </a:lvl1pPr>
          </a:lstStyle>
          <a:p>
            <a:r>
              <a:rPr kumimoji="1" lang="ja-JP" altLang="en-US" dirty="0"/>
              <a:t>ヘッドライン</a:t>
            </a:r>
          </a:p>
        </p:txBody>
      </p:sp>
      <p:sp>
        <p:nvSpPr>
          <p:cNvPr id="3" name="テキスト プレースホルダー 2"/>
          <p:cNvSpPr>
            <a:spLocks noGrp="1"/>
          </p:cNvSpPr>
          <p:nvPr>
            <p:ph type="body" sz="quarter" idx="14"/>
          </p:nvPr>
        </p:nvSpPr>
        <p:spPr>
          <a:xfrm>
            <a:off x="911226" y="1412875"/>
            <a:ext cx="10369550" cy="5040313"/>
          </a:xfrm>
        </p:spPr>
        <p:txBody>
          <a:bodyPr/>
          <a:lstStyle>
            <a:lvl1pPr marL="0" indent="0">
              <a:buFontTx/>
              <a:buNone/>
              <a:defRPr baseline="0"/>
            </a:lvl1pPr>
            <a:lvl2pPr marL="270000" indent="0">
              <a:buFontTx/>
              <a:buNone/>
              <a:defRPr baseline="0"/>
            </a:lvl2pPr>
            <a:lvl3pPr marL="540000" indent="0">
              <a:buFontTx/>
              <a:buNone/>
              <a:defRPr baseline="0"/>
            </a:lvl3pPr>
            <a:lvl4pPr marL="756000" indent="0">
              <a:buFontTx/>
              <a:buNone/>
              <a:defRPr baseline="0"/>
            </a:lvl4pPr>
            <a:lvl5pPr marL="936000" indent="0">
              <a:buFontTx/>
              <a:buNone/>
              <a:defRPr baseline="0"/>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フッター プレースホルダ 4">
            <a:extLst>
              <a:ext uri="{FF2B5EF4-FFF2-40B4-BE49-F238E27FC236}">
                <a16:creationId xmlns:a16="http://schemas.microsoft.com/office/drawing/2014/main" id="{CCBAB27C-441A-ED4E-ACF4-12046EF3111D}"/>
              </a:ext>
            </a:extLst>
          </p:cNvPr>
          <p:cNvSpPr txBox="1">
            <a:spLocks/>
          </p:cNvSpPr>
          <p:nvPr/>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a:latin typeface="+mj-ea"/>
              <a:ea typeface="+mj-ea"/>
            </a:endParaRPr>
          </a:p>
        </p:txBody>
      </p:sp>
      <p:sp>
        <p:nvSpPr>
          <p:cNvPr id="7" name="サブタイトル 2"/>
          <p:cNvSpPr>
            <a:spLocks noGrp="1"/>
          </p:cNvSpPr>
          <p:nvPr>
            <p:ph type="subTitle" idx="13" hasCustomPrompt="1"/>
          </p:nvPr>
        </p:nvSpPr>
        <p:spPr>
          <a:xfrm>
            <a:off x="911280" y="714742"/>
            <a:ext cx="10369186"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a:t>コンテンツページ（ヘッドラインあり）</a:t>
            </a:r>
            <a:endParaRPr kumimoji="1" lang="en-US" altLang="ja-JP"/>
          </a:p>
        </p:txBody>
      </p:sp>
    </p:spTree>
  </p:cSld>
  <p:clrMapOvr>
    <a:masterClrMapping/>
  </p:clrMapOvr>
  <p:extLst>
    <p:ext uri="{DCECCB84-F9BA-43D5-87BE-67443E8EF086}">
      <p15:sldGuideLst xmlns:p15="http://schemas.microsoft.com/office/powerpoint/2012/main">
        <p15:guide id="1" orient="horz" pos="89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コンテンツページヘッドラインあり（cofidential）">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A0C585A5-C819-1ADF-C7EF-62520D3EF207}"/>
              </a:ext>
            </a:extLst>
          </p:cNvPr>
          <p:cNvGraphicFramePr>
            <a:graphicFrameLocks noChangeAspect="1"/>
          </p:cNvGraphicFramePr>
          <p:nvPr>
            <p:custDataLst>
              <p:tags r:id="rId1"/>
            </p:custDataLst>
            <p:extLst>
              <p:ext uri="{D42A27DB-BD31-4B8C-83A1-F6EECF244321}">
                <p14:modId xmlns:p14="http://schemas.microsoft.com/office/powerpoint/2010/main" val="18024393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15" imgH="416" progId="TCLayout.ActiveDocument.1">
                  <p:embed/>
                </p:oleObj>
              </mc:Choice>
              <mc:Fallback>
                <p:oleObj name="think-cellスライド" r:id="rId3" imgW="415" imgH="416" progId="TCLayout.ActiveDocument.1">
                  <p:embed/>
                  <p:pic>
                    <p:nvPicPr>
                      <p:cNvPr id="2" name="オブジェクト 1" hidden="1">
                        <a:extLst>
                          <a:ext uri="{FF2B5EF4-FFF2-40B4-BE49-F238E27FC236}">
                            <a16:creationId xmlns:a16="http://schemas.microsoft.com/office/drawing/2014/main" id="{A0C585A5-C819-1ADF-C7EF-62520D3EF20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a:extLst>
              <a:ext uri="{FF2B5EF4-FFF2-40B4-BE49-F238E27FC236}">
                <a16:creationId xmlns:a16="http://schemas.microsoft.com/office/drawing/2014/main" id="{CDE4632B-0354-7C40-B64B-284D452FFC1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11225" y="6525431"/>
            <a:ext cx="3187148" cy="237600"/>
          </a:xfrm>
          <a:prstGeom prst="rect">
            <a:avLst/>
          </a:prstGeom>
        </p:spPr>
      </p:pic>
      <p:sp>
        <p:nvSpPr>
          <p:cNvPr id="8" name="サブタイトル 2">
            <a:extLst>
              <a:ext uri="{FF2B5EF4-FFF2-40B4-BE49-F238E27FC236}">
                <a16:creationId xmlns:a16="http://schemas.microsoft.com/office/drawing/2014/main" id="{3C1E7AA7-D995-084D-9C49-7FE5AB487F3C}"/>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latin typeface="Meiryo UI" panose="020B0604030504040204" pitchFamily="50" charset="-128"/>
                <a:ea typeface="Meiryo UI" panose="020B0604030504040204" pitchFamily="50" charset="-128"/>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a:t>コンテンツページ（ヘッドラインあり／</a:t>
            </a:r>
            <a:r>
              <a:rPr kumimoji="1" lang="en-US" altLang="ja-JP"/>
              <a:t>Confidential </a:t>
            </a:r>
            <a:r>
              <a:rPr kumimoji="1" lang="ja-JP" altLang="en-US"/>
              <a:t>）</a:t>
            </a:r>
            <a:endParaRPr kumimoji="1" lang="en-US" altLang="ja-JP"/>
          </a:p>
        </p:txBody>
      </p:sp>
      <p:sp>
        <p:nvSpPr>
          <p:cNvPr id="9" name="タイトル 7">
            <a:extLst>
              <a:ext uri="{FF2B5EF4-FFF2-40B4-BE49-F238E27FC236}">
                <a16:creationId xmlns:a16="http://schemas.microsoft.com/office/drawing/2014/main" id="{6F240FCF-4530-2D40-B45C-241A627F2C9D}"/>
              </a:ext>
            </a:extLst>
          </p:cNvPr>
          <p:cNvSpPr>
            <a:spLocks noGrp="1"/>
          </p:cNvSpPr>
          <p:nvPr>
            <p:ph type="title" hasCustomPrompt="1"/>
          </p:nvPr>
        </p:nvSpPr>
        <p:spPr>
          <a:xfrm>
            <a:off x="911225" y="419599"/>
            <a:ext cx="10369550" cy="274226"/>
          </a:xfrm>
        </p:spPr>
        <p:txBody>
          <a:bodyPr vert="horz">
            <a:noAutofit/>
          </a:bodyPr>
          <a:lstStyle>
            <a:lvl1pPr>
              <a:defRPr sz="1200">
                <a:latin typeface="Meiryo UI" panose="020B0604030504040204" pitchFamily="50" charset="-128"/>
                <a:ea typeface="Meiryo UI" panose="020B0604030504040204" pitchFamily="50" charset="-128"/>
              </a:defRPr>
            </a:lvl1pPr>
          </a:lstStyle>
          <a:p>
            <a:r>
              <a:rPr kumimoji="1" lang="ja-JP" altLang="en-US"/>
              <a:t>ヘッドライン</a:t>
            </a:r>
          </a:p>
        </p:txBody>
      </p:sp>
      <p:sp>
        <p:nvSpPr>
          <p:cNvPr id="11" name="テキスト プレースホルダー 2">
            <a:extLst>
              <a:ext uri="{FF2B5EF4-FFF2-40B4-BE49-F238E27FC236}">
                <a16:creationId xmlns:a16="http://schemas.microsoft.com/office/drawing/2014/main" id="{44C6614A-4096-1D44-967A-33AF626900A7}"/>
              </a:ext>
            </a:extLst>
          </p:cNvPr>
          <p:cNvSpPr>
            <a:spLocks noGrp="1"/>
          </p:cNvSpPr>
          <p:nvPr>
            <p:ph type="body" sz="quarter" idx="14"/>
          </p:nvPr>
        </p:nvSpPr>
        <p:spPr>
          <a:xfrm>
            <a:off x="911226" y="1412875"/>
            <a:ext cx="10369550" cy="5040313"/>
          </a:xfrm>
        </p:spPr>
        <p:txBody>
          <a:bodyPr/>
          <a:lstStyle>
            <a:lvl1pPr marL="0" indent="0">
              <a:buFontTx/>
              <a:buNone/>
              <a:defRPr>
                <a:latin typeface="Meiryo UI" panose="020B0604030504040204" pitchFamily="50" charset="-128"/>
                <a:ea typeface="Meiryo UI" panose="020B0604030504040204" pitchFamily="50" charset="-128"/>
              </a:defRPr>
            </a:lvl1pPr>
            <a:lvl2pPr marL="270000" indent="0">
              <a:buFontTx/>
              <a:buNone/>
              <a:defRPr>
                <a:latin typeface="Meiryo UI" panose="020B0604030504040204" pitchFamily="50" charset="-128"/>
                <a:ea typeface="Meiryo UI" panose="020B0604030504040204" pitchFamily="50" charset="-128"/>
              </a:defRPr>
            </a:lvl2pPr>
            <a:lvl3pPr marL="540000" indent="0">
              <a:buFontTx/>
              <a:buNone/>
              <a:defRPr>
                <a:latin typeface="Meiryo UI" panose="020B0604030504040204" pitchFamily="50" charset="-128"/>
                <a:ea typeface="Meiryo UI" panose="020B0604030504040204" pitchFamily="50" charset="-128"/>
              </a:defRPr>
            </a:lvl3pPr>
            <a:lvl4pPr marL="756000" indent="0">
              <a:buFontTx/>
              <a:buNone/>
              <a:defRPr>
                <a:latin typeface="Meiryo UI" panose="020B0604030504040204" pitchFamily="50" charset="-128"/>
                <a:ea typeface="Meiryo UI" panose="020B0604030504040204" pitchFamily="50" charset="-128"/>
              </a:defRPr>
            </a:lvl4pPr>
            <a:lvl5pPr marL="936000" indent="0">
              <a:buFontTx/>
              <a:buNone/>
              <a:defRPr>
                <a:latin typeface="Meiryo UI" panose="020B0604030504040204" pitchFamily="50" charset="-128"/>
                <a:ea typeface="Meiryo UI"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2" name="フッター プレースホルダ 4">
            <a:extLst>
              <a:ext uri="{FF2B5EF4-FFF2-40B4-BE49-F238E27FC236}">
                <a16:creationId xmlns:a16="http://schemas.microsoft.com/office/drawing/2014/main" id="{A2837A7C-0036-1944-AC8C-B28EF1A575CE}"/>
              </a:ext>
            </a:extLst>
          </p:cNvPr>
          <p:cNvSpPr txBox="1">
            <a:spLocks/>
          </p:cNvSpPr>
          <p:nvPr/>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a:latin typeface="+mj-ea"/>
              <a:ea typeface="+mj-ea"/>
            </a:endParaRPr>
          </a:p>
        </p:txBody>
      </p:sp>
    </p:spTree>
  </p:cSld>
  <p:clrMapOvr>
    <a:masterClrMapping/>
  </p:clrMapOvr>
  <p:extLst>
    <p:ext uri="{DCECCB84-F9BA-43D5-87BE-67443E8EF086}">
      <p15:sldGuideLst xmlns:p15="http://schemas.microsoft.com/office/powerpoint/2012/main">
        <p15:guide id="1" orient="horz" pos="89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コンテンツページヘッドラインあり（internal use only）">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8E6E3876-0A73-0C47-9E1B-F7A02400BC5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11225" y="6525431"/>
            <a:ext cx="3187153" cy="237600"/>
          </a:xfrm>
          <a:prstGeom prst="rect">
            <a:avLst/>
          </a:prstGeom>
        </p:spPr>
      </p:pic>
      <p:sp>
        <p:nvSpPr>
          <p:cNvPr id="12" name="サブタイトル 2">
            <a:extLst>
              <a:ext uri="{FF2B5EF4-FFF2-40B4-BE49-F238E27FC236}">
                <a16:creationId xmlns:a16="http://schemas.microsoft.com/office/drawing/2014/main" id="{9C66FA9F-B5FE-FD4B-831B-170FD1792039}"/>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a:t>コンテンツページ（ヘッドラインあり／</a:t>
            </a:r>
            <a:r>
              <a:rPr kumimoji="1" lang="en-US" altLang="ja-JP"/>
              <a:t>Internal Use Only </a:t>
            </a:r>
            <a:r>
              <a:rPr kumimoji="1" lang="ja-JP" altLang="en-US"/>
              <a:t>）</a:t>
            </a:r>
            <a:endParaRPr kumimoji="1" lang="en-US" altLang="ja-JP"/>
          </a:p>
        </p:txBody>
      </p:sp>
      <p:sp>
        <p:nvSpPr>
          <p:cNvPr id="13" name="タイトル 7">
            <a:extLst>
              <a:ext uri="{FF2B5EF4-FFF2-40B4-BE49-F238E27FC236}">
                <a16:creationId xmlns:a16="http://schemas.microsoft.com/office/drawing/2014/main" id="{FFEAE58A-38FE-A243-8027-4212FEE5F93E}"/>
              </a:ext>
            </a:extLst>
          </p:cNvPr>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a:t>ヘッドライン</a:t>
            </a:r>
          </a:p>
        </p:txBody>
      </p:sp>
      <p:sp>
        <p:nvSpPr>
          <p:cNvPr id="14" name="テキスト プレースホルダー 2">
            <a:extLst>
              <a:ext uri="{FF2B5EF4-FFF2-40B4-BE49-F238E27FC236}">
                <a16:creationId xmlns:a16="http://schemas.microsoft.com/office/drawing/2014/main" id="{987C7BEB-FFCC-4E44-84FC-51CA7D028B66}"/>
              </a:ext>
            </a:extLst>
          </p:cNvPr>
          <p:cNvSpPr>
            <a:spLocks noGrp="1"/>
          </p:cNvSpPr>
          <p:nvPr>
            <p:ph type="body" sz="quarter" idx="14"/>
          </p:nvPr>
        </p:nvSpPr>
        <p:spPr>
          <a:xfrm>
            <a:off x="911225"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5" name="フッター プレースホルダ 4">
            <a:extLst>
              <a:ext uri="{FF2B5EF4-FFF2-40B4-BE49-F238E27FC236}">
                <a16:creationId xmlns:a16="http://schemas.microsoft.com/office/drawing/2014/main" id="{746034EA-6B41-9345-8733-CB283619D705}"/>
              </a:ext>
            </a:extLst>
          </p:cNvPr>
          <p:cNvSpPr txBox="1">
            <a:spLocks/>
          </p:cNvSpPr>
          <p:nvPr/>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a:latin typeface="+mj-ea"/>
              <a:ea typeface="+mj-ea"/>
            </a:endParaRPr>
          </a:p>
        </p:txBody>
      </p:sp>
    </p:spTree>
  </p:cSld>
  <p:clrMapOvr>
    <a:masterClrMapping/>
  </p:clrMapOvr>
  <p:extLst>
    <p:ext uri="{DCECCB84-F9BA-43D5-87BE-67443E8EF086}">
      <p15:sldGuideLst xmlns:p15="http://schemas.microsoft.com/office/powerpoint/2012/main">
        <p15:guide id="1" orient="horz" pos="89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コンテンツページヘッドラインあり（strictly con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47F0CFFE-1854-AF4B-86B6-7DBD937EECB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11225" y="6525430"/>
            <a:ext cx="3187147" cy="237600"/>
          </a:xfrm>
          <a:prstGeom prst="rect">
            <a:avLst/>
          </a:prstGeom>
        </p:spPr>
      </p:pic>
      <p:sp>
        <p:nvSpPr>
          <p:cNvPr id="12" name="サブタイトル 2">
            <a:extLst>
              <a:ext uri="{FF2B5EF4-FFF2-40B4-BE49-F238E27FC236}">
                <a16:creationId xmlns:a16="http://schemas.microsoft.com/office/drawing/2014/main" id="{C184A073-8182-A948-92F1-F788846A8CA4}"/>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a:t>コンテンツページ（ヘッドラインあり／</a:t>
            </a:r>
            <a:r>
              <a:rPr kumimoji="1" lang="en-US" altLang="ja-JP"/>
              <a:t>Strictly Confidential </a:t>
            </a:r>
            <a:r>
              <a:rPr kumimoji="1" lang="ja-JP" altLang="en-US"/>
              <a:t>）</a:t>
            </a:r>
            <a:endParaRPr kumimoji="1" lang="en-US" altLang="ja-JP"/>
          </a:p>
        </p:txBody>
      </p:sp>
      <p:sp>
        <p:nvSpPr>
          <p:cNvPr id="13" name="タイトル 7">
            <a:extLst>
              <a:ext uri="{FF2B5EF4-FFF2-40B4-BE49-F238E27FC236}">
                <a16:creationId xmlns:a16="http://schemas.microsoft.com/office/drawing/2014/main" id="{9E8508C7-0D0D-F644-AF8C-A0CAFBCE73A9}"/>
              </a:ext>
            </a:extLst>
          </p:cNvPr>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a:t>ヘッドライン</a:t>
            </a:r>
          </a:p>
        </p:txBody>
      </p:sp>
      <p:sp>
        <p:nvSpPr>
          <p:cNvPr id="14" name="テキスト プレースホルダー 2">
            <a:extLst>
              <a:ext uri="{FF2B5EF4-FFF2-40B4-BE49-F238E27FC236}">
                <a16:creationId xmlns:a16="http://schemas.microsoft.com/office/drawing/2014/main" id="{C6EF332D-D594-5B42-ACF6-5645449247E0}"/>
              </a:ext>
            </a:extLst>
          </p:cNvPr>
          <p:cNvSpPr>
            <a:spLocks noGrp="1"/>
          </p:cNvSpPr>
          <p:nvPr>
            <p:ph type="body" sz="quarter" idx="14"/>
          </p:nvPr>
        </p:nvSpPr>
        <p:spPr>
          <a:xfrm>
            <a:off x="911226"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5" name="フッター プレースホルダ 4">
            <a:extLst>
              <a:ext uri="{FF2B5EF4-FFF2-40B4-BE49-F238E27FC236}">
                <a16:creationId xmlns:a16="http://schemas.microsoft.com/office/drawing/2014/main" id="{594245E4-BAAF-CE49-AB77-66ADFBCF1C77}"/>
              </a:ext>
            </a:extLst>
          </p:cNvPr>
          <p:cNvSpPr txBox="1">
            <a:spLocks/>
          </p:cNvSpPr>
          <p:nvPr/>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a:latin typeface="+mj-ea"/>
              <a:ea typeface="+mj-ea"/>
            </a:endParaRPr>
          </a:p>
        </p:txBody>
      </p:sp>
    </p:spTree>
  </p:cSld>
  <p:clrMapOvr>
    <a:masterClrMapping/>
  </p:clrMapOvr>
  <p:extLst>
    <p:ext uri="{DCECCB84-F9BA-43D5-87BE-67443E8EF086}">
      <p15:sldGuideLst xmlns:p15="http://schemas.microsoft.com/office/powerpoint/2012/main">
        <p15:guide id="1" orient="horz" pos="89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コンテンツページヘッドラインなし（コピーライト通常）">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フッター プレースホルダ 4">
            <a:extLst>
              <a:ext uri="{FF2B5EF4-FFF2-40B4-BE49-F238E27FC236}">
                <a16:creationId xmlns:a16="http://schemas.microsoft.com/office/drawing/2014/main" id="{FC909D65-65E6-9E42-A580-2DB4B53841E3}"/>
              </a:ext>
            </a:extLst>
          </p:cNvPr>
          <p:cNvSpPr txBox="1">
            <a:spLocks/>
          </p:cNvSpPr>
          <p:nvPr/>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a:latin typeface="+mj-ea"/>
              <a:ea typeface="+mj-ea"/>
            </a:endParaRPr>
          </a:p>
        </p:txBody>
      </p:sp>
      <p:sp>
        <p:nvSpPr>
          <p:cNvPr id="2" name="タイトル 1">
            <a:extLst>
              <a:ext uri="{FF2B5EF4-FFF2-40B4-BE49-F238E27FC236}">
                <a16:creationId xmlns:a16="http://schemas.microsoft.com/office/drawing/2014/main" id="{D7447D00-890F-6C4D-88EB-B3312DF25404}"/>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a:t>コンテンツページ（ヘッドラインなし）</a:t>
            </a:r>
            <a:endParaRPr kumimoji="1" lang="ja-JP" altLang="en-US"/>
          </a:p>
        </p:txBody>
      </p:sp>
    </p:spTree>
  </p:cSld>
  <p:clrMapOvr>
    <a:masterClrMapping/>
  </p:clrMapOvr>
  <p:extLst>
    <p:ext uri="{DCECCB84-F9BA-43D5-87BE-67443E8EF086}">
      <p15:sldGuideLst xmlns:p15="http://schemas.microsoft.com/office/powerpoint/2012/main">
        <p15:guide id="1" orient="horz" pos="89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コンテンツページヘッドラインなし（co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67431B9-5695-704A-9E52-979E6924EE7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11225" y="6525431"/>
            <a:ext cx="3187148" cy="237600"/>
          </a:xfrm>
          <a:prstGeom prst="rect">
            <a:avLst/>
          </a:prstGeom>
        </p:spPr>
      </p:pic>
      <p:sp>
        <p:nvSpPr>
          <p:cNvPr id="8" name="フッター プレースホルダ 4">
            <a:extLst>
              <a:ext uri="{FF2B5EF4-FFF2-40B4-BE49-F238E27FC236}">
                <a16:creationId xmlns:a16="http://schemas.microsoft.com/office/drawing/2014/main" id="{67B71327-E628-A84B-A5CB-D5E81F7AB913}"/>
              </a:ext>
            </a:extLst>
          </p:cNvPr>
          <p:cNvSpPr txBox="1">
            <a:spLocks/>
          </p:cNvSpPr>
          <p:nvPr/>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a:latin typeface="+mj-ea"/>
              <a:ea typeface="+mj-ea"/>
            </a:endParaRPr>
          </a:p>
        </p:txBody>
      </p:sp>
      <p:sp>
        <p:nvSpPr>
          <p:cNvPr id="2" name="タイトル 1">
            <a:extLst>
              <a:ext uri="{FF2B5EF4-FFF2-40B4-BE49-F238E27FC236}">
                <a16:creationId xmlns:a16="http://schemas.microsoft.com/office/drawing/2014/main" id="{ABE65F76-0B32-C047-9F9E-249B8C1180C7}"/>
              </a:ext>
            </a:extLst>
          </p:cNvPr>
          <p:cNvSpPr>
            <a:spLocks noGrp="1"/>
          </p:cNvSpPr>
          <p:nvPr>
            <p:ph type="title" hasCustomPrompt="1"/>
          </p:nvPr>
        </p:nvSpPr>
        <p:spPr>
          <a:xfrm>
            <a:off x="911225" y="404814"/>
            <a:ext cx="10369550" cy="792161"/>
          </a:xfrm>
        </p:spPr>
        <p:txBody>
          <a:bodyPr>
            <a:normAutofit/>
          </a:bodyPr>
          <a:lstStyle>
            <a:lvl1pPr>
              <a:defRPr sz="2400"/>
            </a:lvl1pPr>
          </a:lstStyle>
          <a:p>
            <a:r>
              <a:rPr lang="ja-JP" altLang="en-US"/>
              <a:t>コンテンツページ（ヘッドラインなし</a:t>
            </a:r>
            <a:r>
              <a:rPr kumimoji="1" lang="ja-JP" altLang="en-US"/>
              <a:t>／</a:t>
            </a:r>
            <a:r>
              <a:rPr kumimoji="1" lang="en-US" altLang="ja-JP"/>
              <a:t>Confidential </a:t>
            </a:r>
            <a:r>
              <a:rPr lang="ja-JP" altLang="en-US"/>
              <a:t>）</a:t>
            </a:r>
          </a:p>
        </p:txBody>
      </p:sp>
      <p:sp>
        <p:nvSpPr>
          <p:cNvPr id="13" name="テキスト プレースホルダー 2">
            <a:extLst>
              <a:ext uri="{FF2B5EF4-FFF2-40B4-BE49-F238E27FC236}">
                <a16:creationId xmlns:a16="http://schemas.microsoft.com/office/drawing/2014/main" id="{81F82D70-0499-4349-B363-021DF2923387}"/>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コンテンツページヘッドラインなし（internal use only）">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216C937F-81D7-734D-BDD6-53D9664F6D7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11225" y="6525431"/>
            <a:ext cx="3187153" cy="237600"/>
          </a:xfrm>
          <a:prstGeom prst="rect">
            <a:avLst/>
          </a:prstGeom>
        </p:spPr>
      </p:pic>
      <p:sp>
        <p:nvSpPr>
          <p:cNvPr id="10" name="フッター プレースホルダ 4">
            <a:extLst>
              <a:ext uri="{FF2B5EF4-FFF2-40B4-BE49-F238E27FC236}">
                <a16:creationId xmlns:a16="http://schemas.microsoft.com/office/drawing/2014/main" id="{1AAE1D54-AD8E-1443-9DAD-99BAC2F6FEE4}"/>
              </a:ext>
            </a:extLst>
          </p:cNvPr>
          <p:cNvSpPr txBox="1">
            <a:spLocks/>
          </p:cNvSpPr>
          <p:nvPr/>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a:latin typeface="+mj-ea"/>
              <a:ea typeface="+mj-ea"/>
            </a:endParaRPr>
          </a:p>
        </p:txBody>
      </p:sp>
      <p:sp>
        <p:nvSpPr>
          <p:cNvPr id="2" name="タイトル 1">
            <a:extLst>
              <a:ext uri="{FF2B5EF4-FFF2-40B4-BE49-F238E27FC236}">
                <a16:creationId xmlns:a16="http://schemas.microsoft.com/office/drawing/2014/main" id="{4CAD7DE3-D24B-724E-8B5F-43058FB383B9}"/>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a:t>コンテンツページ（ヘッドラインなし</a:t>
            </a:r>
            <a:r>
              <a:rPr kumimoji="1" lang="ja-JP" altLang="en-US"/>
              <a:t>／</a:t>
            </a:r>
            <a:r>
              <a:rPr kumimoji="1" lang="en-US" altLang="ja-JP"/>
              <a:t>Internal Use Only </a:t>
            </a:r>
            <a:r>
              <a:rPr lang="ja-JP" altLang="en-US"/>
              <a:t>）</a:t>
            </a:r>
          </a:p>
        </p:txBody>
      </p:sp>
      <p:sp>
        <p:nvSpPr>
          <p:cNvPr id="13" name="テキスト プレースホルダー 2">
            <a:extLst>
              <a:ext uri="{FF2B5EF4-FFF2-40B4-BE49-F238E27FC236}">
                <a16:creationId xmlns:a16="http://schemas.microsoft.com/office/drawing/2014/main" id="{6DD7D887-015E-BF4F-8F3C-B332A30D975D}"/>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コンテンツページヘッドラインなし（strictly con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79D50B04-C638-704B-981E-2AB27200479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11225" y="6525430"/>
            <a:ext cx="3187147" cy="237600"/>
          </a:xfrm>
          <a:prstGeom prst="rect">
            <a:avLst/>
          </a:prstGeom>
        </p:spPr>
      </p:pic>
      <p:sp>
        <p:nvSpPr>
          <p:cNvPr id="8" name="フッター プレースホルダ 4">
            <a:extLst>
              <a:ext uri="{FF2B5EF4-FFF2-40B4-BE49-F238E27FC236}">
                <a16:creationId xmlns:a16="http://schemas.microsoft.com/office/drawing/2014/main" id="{31E72946-0FD6-324D-BEB4-0585B294B2E7}"/>
              </a:ext>
            </a:extLst>
          </p:cNvPr>
          <p:cNvSpPr txBox="1">
            <a:spLocks/>
          </p:cNvSpPr>
          <p:nvPr/>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a:latin typeface="+mj-ea"/>
              <a:ea typeface="+mj-ea"/>
            </a:endParaRPr>
          </a:p>
        </p:txBody>
      </p:sp>
      <p:sp>
        <p:nvSpPr>
          <p:cNvPr id="2" name="タイトル 1">
            <a:extLst>
              <a:ext uri="{FF2B5EF4-FFF2-40B4-BE49-F238E27FC236}">
                <a16:creationId xmlns:a16="http://schemas.microsoft.com/office/drawing/2014/main" id="{B10C7FEF-368B-BF43-A6E3-4342EACADE4D}"/>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a:t>コンテンツページ（ヘッドラインなし</a:t>
            </a:r>
            <a:r>
              <a:rPr kumimoji="1" lang="ja-JP" altLang="en-US"/>
              <a:t>／</a:t>
            </a:r>
            <a:r>
              <a:rPr kumimoji="1" lang="en-US" altLang="ja-JP"/>
              <a:t>Strictly Confidential </a:t>
            </a:r>
            <a:r>
              <a:rPr lang="ja-JP" altLang="en-US"/>
              <a:t>）</a:t>
            </a:r>
          </a:p>
        </p:txBody>
      </p:sp>
      <p:sp>
        <p:nvSpPr>
          <p:cNvPr id="13" name="テキスト プレースホルダー 2">
            <a:extLst>
              <a:ext uri="{FF2B5EF4-FFF2-40B4-BE49-F238E27FC236}">
                <a16:creationId xmlns:a16="http://schemas.microsoft.com/office/drawing/2014/main" id="{C32ADB6B-C7F6-BF4A-B0C1-87E4AC1ADBD0}"/>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エンドスライド（写真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5157788"/>
            <a:ext cx="7872413" cy="792162"/>
          </a:xfrm>
        </p:spPr>
        <p:txBody>
          <a:bodyPr>
            <a:noAutofit/>
          </a:bodyPr>
          <a:lstStyle>
            <a:lvl1pPr>
              <a:defRPr sz="1400" baseline="0"/>
            </a:lvl1pPr>
          </a:lstStyle>
          <a:p>
            <a:r>
              <a:rPr kumimoji="1" lang="ja-JP" altLang="en-US"/>
              <a:t>エンドスライド（写真あり）</a:t>
            </a:r>
          </a:p>
        </p:txBody>
      </p:sp>
      <p:pic>
        <p:nvPicPr>
          <p:cNvPr id="6" name="図 5">
            <a:extLst>
              <a:ext uri="{FF2B5EF4-FFF2-40B4-BE49-F238E27FC236}">
                <a16:creationId xmlns:a16="http://schemas.microsoft.com/office/drawing/2014/main" id="{1B97A5A2-353B-9143-B145-BD5F80C18AE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495849" y="6451524"/>
            <a:ext cx="1200302" cy="361013"/>
          </a:xfrm>
          <a:prstGeom prst="rect">
            <a:avLst/>
          </a:prstGeom>
        </p:spPr>
      </p:pic>
      <p:sp>
        <p:nvSpPr>
          <p:cNvPr id="5" name="正方形/長方形 4">
            <a:extLst>
              <a:ext uri="{FF2B5EF4-FFF2-40B4-BE49-F238E27FC236}">
                <a16:creationId xmlns:a16="http://schemas.microsoft.com/office/drawing/2014/main" id="{D8A5A985-D6AF-524C-80B1-FAA8F08CAC04}"/>
              </a:ext>
            </a:extLst>
          </p:cNvPr>
          <p:cNvSpPr/>
          <p:nvPr/>
        </p:nvSpPr>
        <p:spPr>
          <a:xfrm>
            <a:off x="911225" y="759932"/>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a:solidFill>
                  <a:schemeClr val="tx1"/>
                </a:solidFill>
              </a:rPr>
              <a:t>画像挿入位置</a:t>
            </a:r>
          </a:p>
        </p:txBody>
      </p:sp>
    </p:spTree>
  </p:cSld>
  <p:clrMapOvr>
    <a:masterClrMapping/>
  </p:clrMapOvr>
  <p:extLst>
    <p:ext uri="{DCECCB84-F9BA-43D5-87BE-67443E8EF086}">
      <p15:sldGuideLst xmlns:p15="http://schemas.microsoft.com/office/powerpoint/2012/main">
        <p15:guide id="1" orient="horz" pos="3249">
          <p15:clr>
            <a:srgbClr val="FBAE40"/>
          </p15:clr>
        </p15:guide>
        <p15:guide id="2" orient="horz" pos="482">
          <p15:clr>
            <a:srgbClr val="FBAE40"/>
          </p15:clr>
        </p15:guide>
        <p15:guide id="3" orient="horz" pos="315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エンドスライド（写真なし）">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3068950"/>
            <a:ext cx="7872413" cy="720100"/>
          </a:xfrm>
        </p:spPr>
        <p:txBody>
          <a:bodyPr>
            <a:noAutofit/>
          </a:bodyPr>
          <a:lstStyle>
            <a:lvl1pPr>
              <a:defRPr sz="1400" baseline="0"/>
            </a:lvl1pPr>
          </a:lstStyle>
          <a:p>
            <a:r>
              <a:rPr kumimoji="1" lang="ja-JP" altLang="en-US"/>
              <a:t>エンドスライド（写真なし）</a:t>
            </a:r>
          </a:p>
        </p:txBody>
      </p:sp>
      <p:pic>
        <p:nvPicPr>
          <p:cNvPr id="5" name="図 4">
            <a:extLst>
              <a:ext uri="{FF2B5EF4-FFF2-40B4-BE49-F238E27FC236}">
                <a16:creationId xmlns:a16="http://schemas.microsoft.com/office/drawing/2014/main" id="{BB768CEB-FE31-E842-9DE3-DB96C3588AD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495849" y="6451524"/>
            <a:ext cx="1200302" cy="361013"/>
          </a:xfrm>
          <a:prstGeom prst="rect">
            <a:avLst/>
          </a:prstGeom>
        </p:spPr>
      </p:pic>
    </p:spTree>
    <p:extLst>
      <p:ext uri="{BB962C8B-B14F-4D97-AF65-F5344CB8AC3E}">
        <p14:creationId xmlns:p14="http://schemas.microsoft.com/office/powerpoint/2010/main" val="2142297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エンドスライド（写真あり_Pマーク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2402" y="5157788"/>
            <a:ext cx="7872413" cy="792162"/>
          </a:xfrm>
        </p:spPr>
        <p:txBody>
          <a:bodyPr>
            <a:noAutofit/>
          </a:bodyPr>
          <a:lstStyle>
            <a:lvl1pPr>
              <a:defRPr sz="1400" baseline="0"/>
            </a:lvl1pPr>
          </a:lstStyle>
          <a:p>
            <a:r>
              <a:rPr kumimoji="1" lang="ja-JP" altLang="en-US"/>
              <a:t>エンドスライド（写真あり＿</a:t>
            </a:r>
            <a:r>
              <a:rPr kumimoji="1" lang="en-US" altLang="ja-JP"/>
              <a:t>P</a:t>
            </a:r>
            <a:r>
              <a:rPr kumimoji="1" lang="ja-JP" altLang="en-US"/>
              <a:t>マークあり）</a:t>
            </a:r>
          </a:p>
        </p:txBody>
      </p:sp>
      <p:pic>
        <p:nvPicPr>
          <p:cNvPr id="8" name="図 7">
            <a:extLst>
              <a:ext uri="{FF2B5EF4-FFF2-40B4-BE49-F238E27FC236}">
                <a16:creationId xmlns:a16="http://schemas.microsoft.com/office/drawing/2014/main" id="{707A6EE8-4632-8247-AFF2-A3D53A9F22D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892911" y="5157788"/>
            <a:ext cx="366587" cy="366587"/>
          </a:xfrm>
          <a:prstGeom prst="rect">
            <a:avLst/>
          </a:prstGeom>
        </p:spPr>
      </p:pic>
      <p:pic>
        <p:nvPicPr>
          <p:cNvPr id="6" name="図 5">
            <a:extLst>
              <a:ext uri="{FF2B5EF4-FFF2-40B4-BE49-F238E27FC236}">
                <a16:creationId xmlns:a16="http://schemas.microsoft.com/office/drawing/2014/main" id="{6F34BF41-3401-1041-8389-D2F59C3441E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495849" y="6451524"/>
            <a:ext cx="1200302" cy="361013"/>
          </a:xfrm>
          <a:prstGeom prst="rect">
            <a:avLst/>
          </a:prstGeom>
        </p:spPr>
      </p:pic>
      <p:sp>
        <p:nvSpPr>
          <p:cNvPr id="7" name="正方形/長方形 6">
            <a:extLst>
              <a:ext uri="{FF2B5EF4-FFF2-40B4-BE49-F238E27FC236}">
                <a16:creationId xmlns:a16="http://schemas.microsoft.com/office/drawing/2014/main" id="{05560E4E-436A-A04B-9EE9-9F684ED122C9}"/>
              </a:ext>
            </a:extLst>
          </p:cNvPr>
          <p:cNvSpPr/>
          <p:nvPr/>
        </p:nvSpPr>
        <p:spPr>
          <a:xfrm>
            <a:off x="912402" y="765175"/>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a:solidFill>
                  <a:schemeClr val="tx1"/>
                </a:solidFill>
              </a:rPr>
              <a:t>画像挿入位置</a:t>
            </a:r>
          </a:p>
        </p:txBody>
      </p:sp>
    </p:spTree>
    <p:extLst>
      <p:ext uri="{BB962C8B-B14F-4D97-AF65-F5344CB8AC3E}">
        <p14:creationId xmlns:p14="http://schemas.microsoft.com/office/powerpoint/2010/main" val="1443319270"/>
      </p:ext>
    </p:extLst>
  </p:cSld>
  <p:clrMapOvr>
    <a:masterClrMapping/>
  </p:clrMapOvr>
  <p:extLst>
    <p:ext uri="{DCECCB84-F9BA-43D5-87BE-67443E8EF086}">
      <p15:sldGuideLst xmlns:p15="http://schemas.microsoft.com/office/powerpoint/2012/main">
        <p15:guide id="1" orient="horz" pos="482">
          <p15:clr>
            <a:srgbClr val="FBAE40"/>
          </p15:clr>
        </p15:guide>
        <p15:guide id="2" pos="3840">
          <p15:clr>
            <a:srgbClr val="FBAE40"/>
          </p15:clr>
        </p15:guide>
        <p15:guide id="3" orient="horz" pos="3249">
          <p15:clr>
            <a:srgbClr val="FBAE40"/>
          </p15:clr>
        </p15:guide>
        <p15:guide id="4" orient="horz" pos="315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エンドスライド（写真あり_Pマーク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3141103"/>
            <a:ext cx="7872413" cy="575795"/>
          </a:xfrm>
        </p:spPr>
        <p:txBody>
          <a:bodyPr>
            <a:noAutofit/>
          </a:bodyPr>
          <a:lstStyle>
            <a:lvl1pPr>
              <a:defRPr sz="1400" baseline="0"/>
            </a:lvl1pPr>
          </a:lstStyle>
          <a:p>
            <a:r>
              <a:rPr kumimoji="1" lang="ja-JP" altLang="en-US"/>
              <a:t>エンドスライド（写真なし＿</a:t>
            </a:r>
            <a:r>
              <a:rPr kumimoji="1" lang="en-US" altLang="ja-JP"/>
              <a:t>P</a:t>
            </a:r>
            <a:r>
              <a:rPr kumimoji="1" lang="ja-JP" altLang="en-US"/>
              <a:t>マークあり） ）</a:t>
            </a:r>
          </a:p>
        </p:txBody>
      </p:sp>
      <p:pic>
        <p:nvPicPr>
          <p:cNvPr id="7" name="図 6">
            <a:extLst>
              <a:ext uri="{FF2B5EF4-FFF2-40B4-BE49-F238E27FC236}">
                <a16:creationId xmlns:a16="http://schemas.microsoft.com/office/drawing/2014/main" id="{3FD1F3ED-4F2E-8C48-B469-E0F0F6267A2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914188" y="3206433"/>
            <a:ext cx="366587" cy="366587"/>
          </a:xfrm>
          <a:prstGeom prst="rect">
            <a:avLst/>
          </a:prstGeom>
        </p:spPr>
      </p:pic>
      <p:pic>
        <p:nvPicPr>
          <p:cNvPr id="5" name="図 4">
            <a:extLst>
              <a:ext uri="{FF2B5EF4-FFF2-40B4-BE49-F238E27FC236}">
                <a16:creationId xmlns:a16="http://schemas.microsoft.com/office/drawing/2014/main" id="{208CAD62-BE17-C242-BC6C-3F745BA34DB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495849" y="6451524"/>
            <a:ext cx="1200302" cy="361013"/>
          </a:xfrm>
          <a:prstGeom prst="rect">
            <a:avLst/>
          </a:prstGeom>
        </p:spPr>
      </p:pic>
    </p:spTree>
    <p:extLst>
      <p:ext uri="{BB962C8B-B14F-4D97-AF65-F5344CB8AC3E}">
        <p14:creationId xmlns:p14="http://schemas.microsoft.com/office/powerpoint/2010/main" val="3145471554"/>
      </p:ext>
    </p:extLst>
  </p:cSld>
  <p:clrMapOvr>
    <a:masterClrMapping/>
  </p:clrMapOvr>
  <p:extLst>
    <p:ext uri="{DCECCB84-F9BA-43D5-87BE-67443E8EF086}">
      <p15:sldGuideLst xmlns:p15="http://schemas.microsoft.com/office/powerpoint/2012/main">
        <p15:guide id="1" orient="horz" pos="482">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jpe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90FA6D7E-E7FE-41A1-4A99-3901A489F1B1}"/>
              </a:ext>
            </a:extLst>
          </p:cNvPr>
          <p:cNvGraphicFramePr>
            <a:graphicFrameLocks noChangeAspect="1"/>
          </p:cNvGraphicFramePr>
          <p:nvPr>
            <p:custDataLst>
              <p:tags r:id="rId20"/>
            </p:custDataLst>
            <p:extLst>
              <p:ext uri="{D42A27DB-BD31-4B8C-83A1-F6EECF244321}">
                <p14:modId xmlns:p14="http://schemas.microsoft.com/office/powerpoint/2010/main" val="10879055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1" imgW="415" imgH="416" progId="TCLayout.ActiveDocument.1">
                  <p:embed/>
                </p:oleObj>
              </mc:Choice>
              <mc:Fallback>
                <p:oleObj name="think-cellスライド" r:id="rId21" imgW="415" imgH="416" progId="TCLayout.ActiveDocument.1">
                  <p:embed/>
                  <p:pic>
                    <p:nvPicPr>
                      <p:cNvPr id="5" name="オブジェクト 4" hidden="1">
                        <a:extLst>
                          <a:ext uri="{FF2B5EF4-FFF2-40B4-BE49-F238E27FC236}">
                            <a16:creationId xmlns:a16="http://schemas.microsoft.com/office/drawing/2014/main" id="{90FA6D7E-E7FE-41A1-4A99-3901A489F1B1}"/>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2" name="タイトル プレースホルダ 1"/>
          <p:cNvSpPr>
            <a:spLocks noGrp="1"/>
          </p:cNvSpPr>
          <p:nvPr>
            <p:ph type="title"/>
          </p:nvPr>
        </p:nvSpPr>
        <p:spPr>
          <a:xfrm>
            <a:off x="911225" y="419495"/>
            <a:ext cx="10369550" cy="792161"/>
          </a:xfrm>
          <a:prstGeom prst="rect">
            <a:avLst/>
          </a:prstGeom>
        </p:spPr>
        <p:txBody>
          <a:bodyPr vert="horz" lIns="0" tIns="0" rIns="0" bIns="0" rtlCol="0" anchor="t" anchorCtr="0">
            <a:noAutofit/>
          </a:bodyPr>
          <a:lstStyle/>
          <a:p>
            <a:r>
              <a:rPr kumimoji="1" lang="ja-JP" altLang="en-US" dirty="0"/>
              <a:t>マスタ タイトルの書式設定</a:t>
            </a:r>
          </a:p>
        </p:txBody>
      </p:sp>
      <p:sp>
        <p:nvSpPr>
          <p:cNvPr id="3" name="テキスト プレースホルダ 2"/>
          <p:cNvSpPr>
            <a:spLocks noGrp="1"/>
          </p:cNvSpPr>
          <p:nvPr>
            <p:ph type="body" idx="1"/>
          </p:nvPr>
        </p:nvSpPr>
        <p:spPr>
          <a:xfrm>
            <a:off x="911225" y="1916114"/>
            <a:ext cx="10369551" cy="4537074"/>
          </a:xfrm>
          <a:prstGeom prst="rect">
            <a:avLst/>
          </a:prstGeom>
        </p:spPr>
        <p:txBody>
          <a:bodyPr vert="horz" lIns="0" tIns="0" rIns="0" bIns="0" rtlCol="0">
            <a:noAutofit/>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スライド番号プレースホルダ 5"/>
          <p:cNvSpPr>
            <a:spLocks noGrp="1"/>
          </p:cNvSpPr>
          <p:nvPr>
            <p:ph type="sldNum" sz="quarter" idx="4"/>
          </p:nvPr>
        </p:nvSpPr>
        <p:spPr>
          <a:xfrm>
            <a:off x="8616068" y="6513947"/>
            <a:ext cx="2880607" cy="260374"/>
          </a:xfrm>
          <a:prstGeom prst="rect">
            <a:avLst/>
          </a:prstGeom>
        </p:spPr>
        <p:txBody>
          <a:bodyPr vert="horz" lIns="0" tIns="0" rIns="0" bIns="0" rtlCol="0" anchor="ctr"/>
          <a:lstStyle>
            <a:lvl1pPr algn="r">
              <a:defRPr sz="800">
                <a:solidFill>
                  <a:schemeClr val="tx1"/>
                </a:solidFill>
                <a:latin typeface="+mj-ea"/>
                <a:ea typeface="+mj-ea"/>
              </a:defRPr>
            </a:lvl1pPr>
          </a:lstStyle>
          <a:p>
            <a:fld id="{2C090036-EBBF-4B93-956E-A4D69D49721E}" type="slidenum">
              <a:rPr lang="ja-JP" altLang="en-US" smtClean="0"/>
              <a:pPr/>
              <a:t>‹#›</a:t>
            </a:fld>
            <a:endParaRPr lang="ja-JP" altLang="en-US"/>
          </a:p>
        </p:txBody>
      </p:sp>
      <p:pic>
        <p:nvPicPr>
          <p:cNvPr id="8" name="図 7">
            <a:extLst>
              <a:ext uri="{FF2B5EF4-FFF2-40B4-BE49-F238E27FC236}">
                <a16:creationId xmlns:a16="http://schemas.microsoft.com/office/drawing/2014/main" id="{BE9324FF-3952-414D-A58F-E655E0C923BB}"/>
              </a:ext>
            </a:extLst>
          </p:cNvPr>
          <p:cNvPicPr>
            <a:picLocks noChangeAspect="1"/>
          </p:cNvPicPr>
          <p:nvPr/>
        </p:nvPicPr>
        <p:blipFill>
          <a:blip r:embed="rId23" cstate="screen">
            <a:extLst>
              <a:ext uri="{28A0092B-C50C-407E-A947-70E740481C1C}">
                <a14:useLocalDpi xmlns:a14="http://schemas.microsoft.com/office/drawing/2010/main"/>
              </a:ext>
            </a:extLst>
          </a:blip>
          <a:stretch>
            <a:fillRect/>
          </a:stretch>
        </p:blipFill>
        <p:spPr>
          <a:xfrm>
            <a:off x="911225" y="6525429"/>
            <a:ext cx="3184604" cy="237411"/>
          </a:xfrm>
          <a:prstGeom prst="rect">
            <a:avLst/>
          </a:prstGeom>
        </p:spPr>
      </p:pic>
    </p:spTree>
  </p:cSld>
  <p:clrMap bg1="lt1" tx1="dk1" bg2="lt2" tx2="dk2" accent1="accent1" accent2="accent2" accent3="accent3" accent4="accent4" accent5="accent5" accent6="accent6" hlink="hlink" folHlink="folHlink"/>
  <p:sldLayoutIdLst>
    <p:sldLayoutId id="2147483669" r:id="rId1"/>
    <p:sldLayoutId id="2147483681" r:id="rId2"/>
    <p:sldLayoutId id="2147483679" r:id="rId3"/>
    <p:sldLayoutId id="2147483673" r:id="rId4"/>
    <p:sldLayoutId id="2147483670" r:id="rId5"/>
    <p:sldLayoutId id="2147483671" r:id="rId6"/>
    <p:sldLayoutId id="2147483668" r:id="rId7"/>
    <p:sldLayoutId id="2147483682" r:id="rId8"/>
    <p:sldLayoutId id="2147483683" r:id="rId9"/>
    <p:sldLayoutId id="2147483684" r:id="rId10"/>
    <p:sldLayoutId id="2147483672" r:id="rId11"/>
    <p:sldLayoutId id="2147483685" r:id="rId12"/>
    <p:sldLayoutId id="2147483686" r:id="rId13"/>
    <p:sldLayoutId id="2147483687" r:id="rId14"/>
    <p:sldLayoutId id="2147483666" r:id="rId15"/>
    <p:sldLayoutId id="2147483676" r:id="rId16"/>
    <p:sldLayoutId id="2147483675" r:id="rId17"/>
    <p:sldLayoutId id="2147483678" r:id="rId18"/>
  </p:sldLayoutIdLst>
  <p:hf sldNum="0" hdr="0" ftr="0" dt="0"/>
  <p:txStyles>
    <p:titleStyle>
      <a:lvl1pPr algn="l" defTabSz="685800" rtl="0" eaLnBrk="1" latinLnBrk="0" hangingPunct="1">
        <a:spcBef>
          <a:spcPct val="0"/>
        </a:spcBef>
        <a:buNone/>
        <a:defRPr kumimoji="1" sz="2400" kern="1200" baseline="0">
          <a:solidFill>
            <a:schemeClr val="tx1"/>
          </a:solidFill>
          <a:latin typeface="Arial" panose="020B0604020202020204" pitchFamily="34" charset="0"/>
          <a:ea typeface="Meiryo UI" panose="020B0604030504040204" pitchFamily="50" charset="-128"/>
          <a:cs typeface="+mj-cs"/>
        </a:defRPr>
      </a:lvl1pPr>
    </p:titleStyle>
    <p:bodyStyle>
      <a:lvl1pPr marL="0" indent="0" algn="l" defTabSz="685800" rtl="0" eaLnBrk="1" latinLnBrk="0" hangingPunct="1">
        <a:spcBef>
          <a:spcPts val="0"/>
        </a:spcBef>
        <a:buFontTx/>
        <a:buNone/>
        <a:defRPr kumimoji="1" sz="1400" kern="1200" baseline="0">
          <a:solidFill>
            <a:schemeClr val="tx1"/>
          </a:solidFill>
          <a:latin typeface="Arial" panose="020B0604020202020204" pitchFamily="34" charset="0"/>
          <a:ea typeface="Meiryo UI" panose="020B0604030504040204" pitchFamily="50" charset="-128"/>
          <a:cs typeface="+mn-cs"/>
        </a:defRPr>
      </a:lvl1pPr>
      <a:lvl2pPr marL="270000" indent="0" algn="l" defTabSz="685800" rtl="0" eaLnBrk="1" latinLnBrk="0" hangingPunct="1">
        <a:spcBef>
          <a:spcPts val="0"/>
        </a:spcBef>
        <a:buFontTx/>
        <a:buNone/>
        <a:defRPr kumimoji="1" sz="1200" kern="1200" baseline="0">
          <a:solidFill>
            <a:schemeClr val="tx1"/>
          </a:solidFill>
          <a:latin typeface="Arial" panose="020B0604020202020204" pitchFamily="34" charset="0"/>
          <a:ea typeface="Meiryo UI" panose="020B0604030504040204" pitchFamily="50" charset="-128"/>
          <a:cs typeface="+mn-cs"/>
        </a:defRPr>
      </a:lvl2pPr>
      <a:lvl3pPr marL="540000" indent="0" algn="l" defTabSz="685800" rtl="0" eaLnBrk="1" latinLnBrk="0" hangingPunct="1">
        <a:spcBef>
          <a:spcPts val="0"/>
        </a:spcBef>
        <a:buFontTx/>
        <a:buNone/>
        <a:defRPr kumimoji="1" sz="1000" kern="1200" baseline="0">
          <a:solidFill>
            <a:schemeClr val="tx1"/>
          </a:solidFill>
          <a:latin typeface="Arial" panose="020B0604020202020204" pitchFamily="34" charset="0"/>
          <a:ea typeface="Meiryo UI" panose="020B0604030504040204" pitchFamily="50" charset="-128"/>
          <a:cs typeface="+mn-cs"/>
        </a:defRPr>
      </a:lvl3pPr>
      <a:lvl4pPr marL="756000" indent="0" algn="l" defTabSz="685800" rtl="0" eaLnBrk="1" latinLnBrk="0" hangingPunct="1">
        <a:spcBef>
          <a:spcPts val="0"/>
        </a:spcBef>
        <a:buFontTx/>
        <a:buNone/>
        <a:defRPr kumimoji="1" sz="900" kern="1200" baseline="0">
          <a:solidFill>
            <a:schemeClr val="tx1"/>
          </a:solidFill>
          <a:latin typeface="Arial" panose="020B0604020202020204" pitchFamily="34" charset="0"/>
          <a:ea typeface="Meiryo UI" panose="020B0604030504040204" pitchFamily="50" charset="-128"/>
          <a:cs typeface="+mn-cs"/>
        </a:defRPr>
      </a:lvl4pPr>
      <a:lvl5pPr marL="936000" indent="0" algn="l" defTabSz="685800" rtl="0" eaLnBrk="1" latinLnBrk="0" hangingPunct="1">
        <a:spcBef>
          <a:spcPts val="0"/>
        </a:spcBef>
        <a:buFontTx/>
        <a:buNone/>
        <a:defRPr kumimoji="1" sz="800" kern="1200" baseline="0">
          <a:solidFill>
            <a:schemeClr val="tx1"/>
          </a:solidFill>
          <a:latin typeface="Arial" panose="020B0604020202020204" pitchFamily="34" charset="0"/>
          <a:ea typeface="Meiryo UI" panose="020B0604030504040204"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54">
          <p15:clr>
            <a:srgbClr val="F26B43"/>
          </p15:clr>
        </p15:guide>
        <p15:guide id="2" pos="2147">
          <p15:clr>
            <a:srgbClr val="F26B43"/>
          </p15:clr>
        </p15:guide>
        <p15:guide id="3" orient="horz" pos="255">
          <p15:clr>
            <a:srgbClr val="F26B43"/>
          </p15:clr>
        </p15:guide>
        <p15:guide id="4" pos="7106">
          <p15:clr>
            <a:srgbClr val="F26B43"/>
          </p15:clr>
        </p15:guide>
        <p15:guide id="5" orient="horz" pos="4065">
          <p15:clr>
            <a:srgbClr val="F26B43"/>
          </p15:clr>
        </p15:guide>
        <p15:guide id="6" pos="574">
          <p15:clr>
            <a:srgbClr val="F26B43"/>
          </p15:clr>
        </p15:guide>
        <p15:guide id="7" orient="horz" pos="2160">
          <p15:clr>
            <a:srgbClr val="F26B43"/>
          </p15:clr>
        </p15:guide>
        <p15:guide id="8" pos="5533">
          <p15:clr>
            <a:srgbClr val="F26B43"/>
          </p15:clr>
        </p15:guide>
        <p15:guide id="9" pos="7242">
          <p15:clr>
            <a:srgbClr val="F26B43"/>
          </p15:clr>
        </p15:guide>
        <p15:guide id="10" orient="horz" pos="1389">
          <p15:clr>
            <a:srgbClr val="F26B43"/>
          </p15:clr>
        </p15:guide>
        <p15:guide id="11" orient="horz" pos="3113">
          <p15:clr>
            <a:srgbClr val="F26B43"/>
          </p15:clr>
        </p15:guide>
        <p15:guide id="12" orient="horz" pos="3748">
          <p15:clr>
            <a:srgbClr val="F26B43"/>
          </p15:clr>
        </p15:guide>
        <p15:guide id="13" pos="4021">
          <p15:clr>
            <a:srgbClr val="F26B43"/>
          </p15:clr>
        </p15:guide>
        <p15:guide id="14" pos="365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tags" Target="../tags/tag4.xml"/><Relationship Id="rId5" Type="http://schemas.openxmlformats.org/officeDocument/2006/relationships/image" Target="../media/image8.jpeg"/><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3.xml"/><Relationship Id="rId1" Type="http://schemas.openxmlformats.org/officeDocument/2006/relationships/tags" Target="../tags/tag5.xml"/><Relationship Id="rId5" Type="http://schemas.openxmlformats.org/officeDocument/2006/relationships/image" Target="../media/image9.jpeg"/><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8.xml"/><Relationship Id="rId1" Type="http://schemas.openxmlformats.org/officeDocument/2006/relationships/tags" Target="../tags/tag6.xml"/><Relationship Id="rId4" Type="http://schemas.openxmlformats.org/officeDocument/2006/relationships/image" Target="../media/image10.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8.xml"/><Relationship Id="rId1" Type="http://schemas.openxmlformats.org/officeDocument/2006/relationships/tags" Target="../tags/tag7.xml"/><Relationship Id="rId4" Type="http://schemas.openxmlformats.org/officeDocument/2006/relationships/image" Target="../media/image10.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8.xml"/><Relationship Id="rId1" Type="http://schemas.openxmlformats.org/officeDocument/2006/relationships/tags" Target="../tags/tag8.xml"/><Relationship Id="rId4" Type="http://schemas.openxmlformats.org/officeDocument/2006/relationships/image" Target="../media/image10.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8.xml"/><Relationship Id="rId1" Type="http://schemas.openxmlformats.org/officeDocument/2006/relationships/tags" Target="../tags/tag9.xml"/><Relationship Id="rId4" Type="http://schemas.openxmlformats.org/officeDocument/2006/relationships/image" Target="../media/image10.emf"/></Relationships>
</file>

<file path=ppt/slides/_rels/slide7.xml.rels><?xml version="1.0" encoding="UTF-8" standalone="yes"?>
<Relationships xmlns="http://schemas.openxmlformats.org/package/2006/relationships"><Relationship Id="rId117" Type="http://schemas.openxmlformats.org/officeDocument/2006/relationships/tags" Target="../tags/tag126.xml"/><Relationship Id="rId21" Type="http://schemas.openxmlformats.org/officeDocument/2006/relationships/tags" Target="../tags/tag30.xml"/><Relationship Id="rId42" Type="http://schemas.openxmlformats.org/officeDocument/2006/relationships/tags" Target="../tags/tag51.xml"/><Relationship Id="rId63" Type="http://schemas.openxmlformats.org/officeDocument/2006/relationships/tags" Target="../tags/tag72.xml"/><Relationship Id="rId84" Type="http://schemas.openxmlformats.org/officeDocument/2006/relationships/tags" Target="../tags/tag93.xml"/><Relationship Id="rId16" Type="http://schemas.openxmlformats.org/officeDocument/2006/relationships/tags" Target="../tags/tag25.xml"/><Relationship Id="rId107" Type="http://schemas.openxmlformats.org/officeDocument/2006/relationships/tags" Target="../tags/tag116.xml"/><Relationship Id="rId11" Type="http://schemas.openxmlformats.org/officeDocument/2006/relationships/tags" Target="../tags/tag20.xml"/><Relationship Id="rId32" Type="http://schemas.openxmlformats.org/officeDocument/2006/relationships/tags" Target="../tags/tag41.xml"/><Relationship Id="rId37" Type="http://schemas.openxmlformats.org/officeDocument/2006/relationships/tags" Target="../tags/tag46.xml"/><Relationship Id="rId53" Type="http://schemas.openxmlformats.org/officeDocument/2006/relationships/tags" Target="../tags/tag62.xml"/><Relationship Id="rId58" Type="http://schemas.openxmlformats.org/officeDocument/2006/relationships/tags" Target="../tags/tag67.xml"/><Relationship Id="rId74" Type="http://schemas.openxmlformats.org/officeDocument/2006/relationships/tags" Target="../tags/tag83.xml"/><Relationship Id="rId79" Type="http://schemas.openxmlformats.org/officeDocument/2006/relationships/tags" Target="../tags/tag88.xml"/><Relationship Id="rId102" Type="http://schemas.openxmlformats.org/officeDocument/2006/relationships/tags" Target="../tags/tag111.xml"/><Relationship Id="rId123" Type="http://schemas.openxmlformats.org/officeDocument/2006/relationships/tags" Target="../tags/tag132.xml"/><Relationship Id="rId128" Type="http://schemas.openxmlformats.org/officeDocument/2006/relationships/tags" Target="../tags/tag137.xml"/><Relationship Id="rId5" Type="http://schemas.openxmlformats.org/officeDocument/2006/relationships/tags" Target="../tags/tag14.xml"/><Relationship Id="rId90" Type="http://schemas.openxmlformats.org/officeDocument/2006/relationships/tags" Target="../tags/tag99.xml"/><Relationship Id="rId95" Type="http://schemas.openxmlformats.org/officeDocument/2006/relationships/tags" Target="../tags/tag104.xml"/><Relationship Id="rId22" Type="http://schemas.openxmlformats.org/officeDocument/2006/relationships/tags" Target="../tags/tag31.xml"/><Relationship Id="rId27" Type="http://schemas.openxmlformats.org/officeDocument/2006/relationships/tags" Target="../tags/tag36.xml"/><Relationship Id="rId43" Type="http://schemas.openxmlformats.org/officeDocument/2006/relationships/tags" Target="../tags/tag52.xml"/><Relationship Id="rId48" Type="http://schemas.openxmlformats.org/officeDocument/2006/relationships/tags" Target="../tags/tag57.xml"/><Relationship Id="rId64" Type="http://schemas.openxmlformats.org/officeDocument/2006/relationships/tags" Target="../tags/tag73.xml"/><Relationship Id="rId69" Type="http://schemas.openxmlformats.org/officeDocument/2006/relationships/tags" Target="../tags/tag78.xml"/><Relationship Id="rId113" Type="http://schemas.openxmlformats.org/officeDocument/2006/relationships/tags" Target="../tags/tag122.xml"/><Relationship Id="rId118" Type="http://schemas.openxmlformats.org/officeDocument/2006/relationships/tags" Target="../tags/tag127.xml"/><Relationship Id="rId134" Type="http://schemas.openxmlformats.org/officeDocument/2006/relationships/image" Target="../media/image10.emf"/><Relationship Id="rId80" Type="http://schemas.openxmlformats.org/officeDocument/2006/relationships/tags" Target="../tags/tag89.xml"/><Relationship Id="rId85" Type="http://schemas.openxmlformats.org/officeDocument/2006/relationships/tags" Target="../tags/tag94.xml"/><Relationship Id="rId12" Type="http://schemas.openxmlformats.org/officeDocument/2006/relationships/tags" Target="../tags/tag21.xml"/><Relationship Id="rId17" Type="http://schemas.openxmlformats.org/officeDocument/2006/relationships/tags" Target="../tags/tag26.xml"/><Relationship Id="rId33" Type="http://schemas.openxmlformats.org/officeDocument/2006/relationships/tags" Target="../tags/tag42.xml"/><Relationship Id="rId38" Type="http://schemas.openxmlformats.org/officeDocument/2006/relationships/tags" Target="../tags/tag47.xml"/><Relationship Id="rId59" Type="http://schemas.openxmlformats.org/officeDocument/2006/relationships/tags" Target="../tags/tag68.xml"/><Relationship Id="rId103" Type="http://schemas.openxmlformats.org/officeDocument/2006/relationships/tags" Target="../tags/tag112.xml"/><Relationship Id="rId108" Type="http://schemas.openxmlformats.org/officeDocument/2006/relationships/tags" Target="../tags/tag117.xml"/><Relationship Id="rId124" Type="http://schemas.openxmlformats.org/officeDocument/2006/relationships/tags" Target="../tags/tag133.xml"/><Relationship Id="rId129" Type="http://schemas.openxmlformats.org/officeDocument/2006/relationships/tags" Target="../tags/tag138.xml"/><Relationship Id="rId54" Type="http://schemas.openxmlformats.org/officeDocument/2006/relationships/tags" Target="../tags/tag63.xml"/><Relationship Id="rId70" Type="http://schemas.openxmlformats.org/officeDocument/2006/relationships/tags" Target="../tags/tag79.xml"/><Relationship Id="rId75" Type="http://schemas.openxmlformats.org/officeDocument/2006/relationships/tags" Target="../tags/tag84.xml"/><Relationship Id="rId91" Type="http://schemas.openxmlformats.org/officeDocument/2006/relationships/tags" Target="../tags/tag100.xml"/><Relationship Id="rId96" Type="http://schemas.openxmlformats.org/officeDocument/2006/relationships/tags" Target="../tags/tag105.xml"/><Relationship Id="rId1" Type="http://schemas.openxmlformats.org/officeDocument/2006/relationships/tags" Target="../tags/tag10.xml"/><Relationship Id="rId6" Type="http://schemas.openxmlformats.org/officeDocument/2006/relationships/tags" Target="../tags/tag15.xml"/><Relationship Id="rId23" Type="http://schemas.openxmlformats.org/officeDocument/2006/relationships/tags" Target="../tags/tag32.xml"/><Relationship Id="rId28" Type="http://schemas.openxmlformats.org/officeDocument/2006/relationships/tags" Target="../tags/tag37.xml"/><Relationship Id="rId49" Type="http://schemas.openxmlformats.org/officeDocument/2006/relationships/tags" Target="../tags/tag58.xml"/><Relationship Id="rId114" Type="http://schemas.openxmlformats.org/officeDocument/2006/relationships/tags" Target="../tags/tag123.xml"/><Relationship Id="rId119" Type="http://schemas.openxmlformats.org/officeDocument/2006/relationships/tags" Target="../tags/tag128.xml"/><Relationship Id="rId44" Type="http://schemas.openxmlformats.org/officeDocument/2006/relationships/tags" Target="../tags/tag53.xml"/><Relationship Id="rId60" Type="http://schemas.openxmlformats.org/officeDocument/2006/relationships/tags" Target="../tags/tag69.xml"/><Relationship Id="rId65" Type="http://schemas.openxmlformats.org/officeDocument/2006/relationships/tags" Target="../tags/tag74.xml"/><Relationship Id="rId81" Type="http://schemas.openxmlformats.org/officeDocument/2006/relationships/tags" Target="../tags/tag90.xml"/><Relationship Id="rId86" Type="http://schemas.openxmlformats.org/officeDocument/2006/relationships/tags" Target="../tags/tag95.xml"/><Relationship Id="rId130" Type="http://schemas.openxmlformats.org/officeDocument/2006/relationships/tags" Target="../tags/tag139.xml"/><Relationship Id="rId13" Type="http://schemas.openxmlformats.org/officeDocument/2006/relationships/tags" Target="../tags/tag22.xml"/><Relationship Id="rId18" Type="http://schemas.openxmlformats.org/officeDocument/2006/relationships/tags" Target="../tags/tag27.xml"/><Relationship Id="rId39" Type="http://schemas.openxmlformats.org/officeDocument/2006/relationships/tags" Target="../tags/tag48.xml"/><Relationship Id="rId109" Type="http://schemas.openxmlformats.org/officeDocument/2006/relationships/tags" Target="../tags/tag118.xml"/><Relationship Id="rId34" Type="http://schemas.openxmlformats.org/officeDocument/2006/relationships/tags" Target="../tags/tag43.xml"/><Relationship Id="rId50" Type="http://schemas.openxmlformats.org/officeDocument/2006/relationships/tags" Target="../tags/tag59.xml"/><Relationship Id="rId55" Type="http://schemas.openxmlformats.org/officeDocument/2006/relationships/tags" Target="../tags/tag64.xml"/><Relationship Id="rId76" Type="http://schemas.openxmlformats.org/officeDocument/2006/relationships/tags" Target="../tags/tag85.xml"/><Relationship Id="rId97" Type="http://schemas.openxmlformats.org/officeDocument/2006/relationships/tags" Target="../tags/tag106.xml"/><Relationship Id="rId104" Type="http://schemas.openxmlformats.org/officeDocument/2006/relationships/tags" Target="../tags/tag113.xml"/><Relationship Id="rId120" Type="http://schemas.openxmlformats.org/officeDocument/2006/relationships/tags" Target="../tags/tag129.xml"/><Relationship Id="rId125" Type="http://schemas.openxmlformats.org/officeDocument/2006/relationships/tags" Target="../tags/tag134.xml"/><Relationship Id="rId7" Type="http://schemas.openxmlformats.org/officeDocument/2006/relationships/tags" Target="../tags/tag16.xml"/><Relationship Id="rId71" Type="http://schemas.openxmlformats.org/officeDocument/2006/relationships/tags" Target="../tags/tag80.xml"/><Relationship Id="rId92" Type="http://schemas.openxmlformats.org/officeDocument/2006/relationships/tags" Target="../tags/tag101.xml"/><Relationship Id="rId2" Type="http://schemas.openxmlformats.org/officeDocument/2006/relationships/tags" Target="../tags/tag11.xml"/><Relationship Id="rId29" Type="http://schemas.openxmlformats.org/officeDocument/2006/relationships/tags" Target="../tags/tag38.xml"/><Relationship Id="rId24" Type="http://schemas.openxmlformats.org/officeDocument/2006/relationships/tags" Target="../tags/tag33.xml"/><Relationship Id="rId40" Type="http://schemas.openxmlformats.org/officeDocument/2006/relationships/tags" Target="../tags/tag49.xml"/><Relationship Id="rId45" Type="http://schemas.openxmlformats.org/officeDocument/2006/relationships/tags" Target="../tags/tag54.xml"/><Relationship Id="rId66" Type="http://schemas.openxmlformats.org/officeDocument/2006/relationships/tags" Target="../tags/tag75.xml"/><Relationship Id="rId87" Type="http://schemas.openxmlformats.org/officeDocument/2006/relationships/tags" Target="../tags/tag96.xml"/><Relationship Id="rId110" Type="http://schemas.openxmlformats.org/officeDocument/2006/relationships/tags" Target="../tags/tag119.xml"/><Relationship Id="rId115" Type="http://schemas.openxmlformats.org/officeDocument/2006/relationships/tags" Target="../tags/tag124.xml"/><Relationship Id="rId131" Type="http://schemas.openxmlformats.org/officeDocument/2006/relationships/tags" Target="../tags/tag140.xml"/><Relationship Id="rId61" Type="http://schemas.openxmlformats.org/officeDocument/2006/relationships/tags" Target="../tags/tag70.xml"/><Relationship Id="rId82" Type="http://schemas.openxmlformats.org/officeDocument/2006/relationships/tags" Target="../tags/tag91.xml"/><Relationship Id="rId19" Type="http://schemas.openxmlformats.org/officeDocument/2006/relationships/tags" Target="../tags/tag28.xml"/><Relationship Id="rId14" Type="http://schemas.openxmlformats.org/officeDocument/2006/relationships/tags" Target="../tags/tag23.xml"/><Relationship Id="rId30" Type="http://schemas.openxmlformats.org/officeDocument/2006/relationships/tags" Target="../tags/tag39.xml"/><Relationship Id="rId35" Type="http://schemas.openxmlformats.org/officeDocument/2006/relationships/tags" Target="../tags/tag44.xml"/><Relationship Id="rId56" Type="http://schemas.openxmlformats.org/officeDocument/2006/relationships/tags" Target="../tags/tag65.xml"/><Relationship Id="rId77" Type="http://schemas.openxmlformats.org/officeDocument/2006/relationships/tags" Target="../tags/tag86.xml"/><Relationship Id="rId100" Type="http://schemas.openxmlformats.org/officeDocument/2006/relationships/tags" Target="../tags/tag109.xml"/><Relationship Id="rId105" Type="http://schemas.openxmlformats.org/officeDocument/2006/relationships/tags" Target="../tags/tag114.xml"/><Relationship Id="rId126" Type="http://schemas.openxmlformats.org/officeDocument/2006/relationships/tags" Target="../tags/tag135.xml"/><Relationship Id="rId8" Type="http://schemas.openxmlformats.org/officeDocument/2006/relationships/tags" Target="../tags/tag17.xml"/><Relationship Id="rId51" Type="http://schemas.openxmlformats.org/officeDocument/2006/relationships/tags" Target="../tags/tag60.xml"/><Relationship Id="rId72" Type="http://schemas.openxmlformats.org/officeDocument/2006/relationships/tags" Target="../tags/tag81.xml"/><Relationship Id="rId93" Type="http://schemas.openxmlformats.org/officeDocument/2006/relationships/tags" Target="../tags/tag102.xml"/><Relationship Id="rId98" Type="http://schemas.openxmlformats.org/officeDocument/2006/relationships/tags" Target="../tags/tag107.xml"/><Relationship Id="rId121" Type="http://schemas.openxmlformats.org/officeDocument/2006/relationships/tags" Target="../tags/tag130.xml"/><Relationship Id="rId3" Type="http://schemas.openxmlformats.org/officeDocument/2006/relationships/tags" Target="../tags/tag12.xml"/><Relationship Id="rId25" Type="http://schemas.openxmlformats.org/officeDocument/2006/relationships/tags" Target="../tags/tag34.xml"/><Relationship Id="rId46" Type="http://schemas.openxmlformats.org/officeDocument/2006/relationships/tags" Target="../tags/tag55.xml"/><Relationship Id="rId67" Type="http://schemas.openxmlformats.org/officeDocument/2006/relationships/tags" Target="../tags/tag76.xml"/><Relationship Id="rId116" Type="http://schemas.openxmlformats.org/officeDocument/2006/relationships/tags" Target="../tags/tag125.xml"/><Relationship Id="rId20" Type="http://schemas.openxmlformats.org/officeDocument/2006/relationships/tags" Target="../tags/tag29.xml"/><Relationship Id="rId41" Type="http://schemas.openxmlformats.org/officeDocument/2006/relationships/tags" Target="../tags/tag50.xml"/><Relationship Id="rId62" Type="http://schemas.openxmlformats.org/officeDocument/2006/relationships/tags" Target="../tags/tag71.xml"/><Relationship Id="rId83" Type="http://schemas.openxmlformats.org/officeDocument/2006/relationships/tags" Target="../tags/tag92.xml"/><Relationship Id="rId88" Type="http://schemas.openxmlformats.org/officeDocument/2006/relationships/tags" Target="../tags/tag97.xml"/><Relationship Id="rId111" Type="http://schemas.openxmlformats.org/officeDocument/2006/relationships/tags" Target="../tags/tag120.xml"/><Relationship Id="rId132" Type="http://schemas.openxmlformats.org/officeDocument/2006/relationships/slideLayout" Target="../slideLayouts/slideLayout8.xml"/><Relationship Id="rId15" Type="http://schemas.openxmlformats.org/officeDocument/2006/relationships/tags" Target="../tags/tag24.xml"/><Relationship Id="rId36" Type="http://schemas.openxmlformats.org/officeDocument/2006/relationships/tags" Target="../tags/tag45.xml"/><Relationship Id="rId57" Type="http://schemas.openxmlformats.org/officeDocument/2006/relationships/tags" Target="../tags/tag66.xml"/><Relationship Id="rId106" Type="http://schemas.openxmlformats.org/officeDocument/2006/relationships/tags" Target="../tags/tag115.xml"/><Relationship Id="rId127" Type="http://schemas.openxmlformats.org/officeDocument/2006/relationships/tags" Target="../tags/tag136.xml"/><Relationship Id="rId10" Type="http://schemas.openxmlformats.org/officeDocument/2006/relationships/tags" Target="../tags/tag19.xml"/><Relationship Id="rId31" Type="http://schemas.openxmlformats.org/officeDocument/2006/relationships/tags" Target="../tags/tag40.xml"/><Relationship Id="rId52" Type="http://schemas.openxmlformats.org/officeDocument/2006/relationships/tags" Target="../tags/tag61.xml"/><Relationship Id="rId73" Type="http://schemas.openxmlformats.org/officeDocument/2006/relationships/tags" Target="../tags/tag82.xml"/><Relationship Id="rId78" Type="http://schemas.openxmlformats.org/officeDocument/2006/relationships/tags" Target="../tags/tag87.xml"/><Relationship Id="rId94" Type="http://schemas.openxmlformats.org/officeDocument/2006/relationships/tags" Target="../tags/tag103.xml"/><Relationship Id="rId99" Type="http://schemas.openxmlformats.org/officeDocument/2006/relationships/tags" Target="../tags/tag108.xml"/><Relationship Id="rId101" Type="http://schemas.openxmlformats.org/officeDocument/2006/relationships/tags" Target="../tags/tag110.xml"/><Relationship Id="rId122" Type="http://schemas.openxmlformats.org/officeDocument/2006/relationships/tags" Target="../tags/tag131.xml"/><Relationship Id="rId4" Type="http://schemas.openxmlformats.org/officeDocument/2006/relationships/tags" Target="../tags/tag13.xml"/><Relationship Id="rId9" Type="http://schemas.openxmlformats.org/officeDocument/2006/relationships/tags" Target="../tags/tag18.xml"/><Relationship Id="rId26" Type="http://schemas.openxmlformats.org/officeDocument/2006/relationships/tags" Target="../tags/tag35.xml"/><Relationship Id="rId47" Type="http://schemas.openxmlformats.org/officeDocument/2006/relationships/tags" Target="../tags/tag56.xml"/><Relationship Id="rId68" Type="http://schemas.openxmlformats.org/officeDocument/2006/relationships/tags" Target="../tags/tag77.xml"/><Relationship Id="rId89" Type="http://schemas.openxmlformats.org/officeDocument/2006/relationships/tags" Target="../tags/tag98.xml"/><Relationship Id="rId112" Type="http://schemas.openxmlformats.org/officeDocument/2006/relationships/tags" Target="../tags/tag121.xml"/><Relationship Id="rId133" Type="http://schemas.openxmlformats.org/officeDocument/2006/relationships/oleObject" Target="../embeddings/oleObject9.bin"/></Relationships>
</file>

<file path=ppt/slides/_rels/slide8.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oleObject" Target="../embeddings/oleObject10.bin"/><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slideLayout" Target="../slideLayouts/slideLayout8.xml"/><Relationship Id="rId1" Type="http://schemas.openxmlformats.org/officeDocument/2006/relationships/tags" Target="../tags/tag141.xml"/><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emf"/><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8.xml"/><Relationship Id="rId1" Type="http://schemas.openxmlformats.org/officeDocument/2006/relationships/tags" Target="../tags/tag142.xml"/><Relationship Id="rId4" Type="http://schemas.openxmlformats.org/officeDocument/2006/relationships/image" Target="../media/image19.emf"/></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hyperlink" Target="https://www.sigmaxyz.com/ja/company/sdgsesg/humanrights.html" TargetMode="External"/><Relationship Id="rId2" Type="http://schemas.openxmlformats.org/officeDocument/2006/relationships/image" Target="../media/image24.emf"/><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6.xml"/><Relationship Id="rId1" Type="http://schemas.openxmlformats.org/officeDocument/2006/relationships/tags" Target="../tags/tag143.xml"/><Relationship Id="rId4" Type="http://schemas.openxmlformats.org/officeDocument/2006/relationships/image" Target="../media/image10.emf"/></Relationships>
</file>

<file path=ppt/slides/_rels/slide15.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38.png"/><Relationship Id="rId3" Type="http://schemas.openxmlformats.org/officeDocument/2006/relationships/oleObject" Target="../embeddings/oleObject13.bin"/><Relationship Id="rId21" Type="http://schemas.openxmlformats.org/officeDocument/2006/relationships/image" Target="../media/image41.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slideLayout" Target="../slideLayouts/slideLayout8.xml"/><Relationship Id="rId16" Type="http://schemas.openxmlformats.org/officeDocument/2006/relationships/image" Target="../media/image36.png"/><Relationship Id="rId20" Type="http://schemas.openxmlformats.org/officeDocument/2006/relationships/image" Target="../media/image40.png"/><Relationship Id="rId1" Type="http://schemas.openxmlformats.org/officeDocument/2006/relationships/tags" Target="../tags/tag144.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35.png"/><Relationship Id="rId10" Type="http://schemas.openxmlformats.org/officeDocument/2006/relationships/image" Target="../media/image30.png"/><Relationship Id="rId19" Type="http://schemas.openxmlformats.org/officeDocument/2006/relationships/image" Target="../media/image39.png"/><Relationship Id="rId4" Type="http://schemas.openxmlformats.org/officeDocument/2006/relationships/image" Target="../media/image10.emf"/><Relationship Id="rId9" Type="http://schemas.openxmlformats.org/officeDocument/2006/relationships/image" Target="../media/image29.png"/><Relationship Id="rId14" Type="http://schemas.openxmlformats.org/officeDocument/2006/relationships/image" Target="../media/image34.png"/><Relationship Id="rId22" Type="http://schemas.openxmlformats.org/officeDocument/2006/relationships/image" Target="../media/image42.sv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8.xml"/><Relationship Id="rId1" Type="http://schemas.openxmlformats.org/officeDocument/2006/relationships/tags" Target="../tags/tag145.xml"/><Relationship Id="rId4" Type="http://schemas.openxmlformats.org/officeDocument/2006/relationships/image" Target="../media/image10.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8.xml"/><Relationship Id="rId1" Type="http://schemas.openxmlformats.org/officeDocument/2006/relationships/tags" Target="../tags/tag146.xml"/><Relationship Id="rId4" Type="http://schemas.openxmlformats.org/officeDocument/2006/relationships/image" Target="../media/image10.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8.xml"/><Relationship Id="rId1" Type="http://schemas.openxmlformats.org/officeDocument/2006/relationships/tags" Target="../tags/tag147.xml"/><Relationship Id="rId4" Type="http://schemas.openxmlformats.org/officeDocument/2006/relationships/image" Target="../media/image10.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7.xml"/><Relationship Id="rId1" Type="http://schemas.openxmlformats.org/officeDocument/2006/relationships/tags" Target="../tags/tag148.xml"/><Relationship Id="rId5" Type="http://schemas.openxmlformats.org/officeDocument/2006/relationships/image" Target="../media/image43.jpeg"/><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5A9C4F4D-63B1-FA0B-165B-8D8BD36F6CCB}"/>
              </a:ext>
            </a:extLst>
          </p:cNvPr>
          <p:cNvGraphicFramePr>
            <a:graphicFrameLocks noChangeAspect="1"/>
          </p:cNvGraphicFramePr>
          <p:nvPr>
            <p:custDataLst>
              <p:tags r:id="rId1"/>
            </p:custDataLst>
            <p:extLst>
              <p:ext uri="{D42A27DB-BD31-4B8C-83A1-F6EECF244321}">
                <p14:modId xmlns:p14="http://schemas.microsoft.com/office/powerpoint/2010/main" val="3439446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15" imgH="416" progId="TCLayout.ActiveDocument.1">
                  <p:embed/>
                </p:oleObj>
              </mc:Choice>
              <mc:Fallback>
                <p:oleObj name="think-cellスライド" r:id="rId3" imgW="415" imgH="416" progId="TCLayout.ActiveDocument.1">
                  <p:embed/>
                  <p:pic>
                    <p:nvPicPr>
                      <p:cNvPr id="4" name="オブジェクト 3" hidden="1">
                        <a:extLst>
                          <a:ext uri="{FF2B5EF4-FFF2-40B4-BE49-F238E27FC236}">
                            <a16:creationId xmlns:a16="http://schemas.microsoft.com/office/drawing/2014/main" id="{5A9C4F4D-63B1-FA0B-165B-8D8BD36F6CC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サブタイトル 1"/>
          <p:cNvSpPr>
            <a:spLocks noGrp="1"/>
          </p:cNvSpPr>
          <p:nvPr>
            <p:ph type="subTitle" idx="1"/>
          </p:nvPr>
        </p:nvSpPr>
        <p:spPr/>
        <p:txBody>
          <a:bodyPr/>
          <a:lstStyle/>
          <a:p>
            <a:pPr algn="r"/>
            <a:r>
              <a:rPr lang="ja-JP" altLang="en-US" dirty="0">
                <a:latin typeface="ＭＳ Ｐゴシック" panose="020B0600070205080204" pitchFamily="50" charset="-128"/>
              </a:rPr>
              <a:t>株式会社シグマクシス</a:t>
            </a:r>
            <a:endParaRPr lang="en-US" altLang="ja-JP" dirty="0">
              <a:latin typeface="ＭＳ Ｐゴシック" panose="020B0600070205080204" pitchFamily="50" charset="-128"/>
            </a:endParaRPr>
          </a:p>
          <a:p>
            <a:pPr algn="r"/>
            <a:r>
              <a:rPr kumimoji="1" lang="en-US" altLang="ja-JP" dirty="0">
                <a:latin typeface="ＭＳ Ｐゴシック" panose="020B0600070205080204" pitchFamily="50" charset="-128"/>
              </a:rPr>
              <a:t>2025</a:t>
            </a:r>
            <a:r>
              <a:rPr kumimoji="1" lang="ja-JP" altLang="en-US" dirty="0">
                <a:latin typeface="ＭＳ Ｐゴシック" panose="020B0600070205080204" pitchFamily="50" charset="-128"/>
              </a:rPr>
              <a:t>年</a:t>
            </a:r>
            <a:r>
              <a:rPr kumimoji="1" lang="en-US" altLang="ja-JP" dirty="0">
                <a:latin typeface="ＭＳ Ｐゴシック" panose="020B0600070205080204" pitchFamily="50" charset="-128"/>
              </a:rPr>
              <a:t>10</a:t>
            </a:r>
            <a:r>
              <a:rPr kumimoji="1" lang="ja-JP" altLang="en-US" dirty="0">
                <a:latin typeface="ＭＳ Ｐゴシック" panose="020B0600070205080204" pitchFamily="50" charset="-128"/>
              </a:rPr>
              <a:t>月</a:t>
            </a:r>
            <a:r>
              <a:rPr lang="en-US" altLang="ja-JP" dirty="0">
                <a:latin typeface="ＭＳ Ｐゴシック" panose="020B0600070205080204" pitchFamily="50" charset="-128"/>
              </a:rPr>
              <a:t>31</a:t>
            </a:r>
            <a:r>
              <a:rPr kumimoji="1" lang="ja-JP" altLang="en-US" dirty="0">
                <a:latin typeface="ＭＳ Ｐゴシック" panose="020B0600070205080204" pitchFamily="50" charset="-128"/>
              </a:rPr>
              <a:t>日</a:t>
            </a:r>
          </a:p>
        </p:txBody>
      </p:sp>
      <p:sp>
        <p:nvSpPr>
          <p:cNvPr id="3" name="タイトル 2"/>
          <p:cNvSpPr>
            <a:spLocks noGrp="1"/>
          </p:cNvSpPr>
          <p:nvPr>
            <p:ph type="title"/>
          </p:nvPr>
        </p:nvSpPr>
        <p:spPr>
          <a:xfrm>
            <a:off x="911225" y="751604"/>
            <a:ext cx="10369550" cy="445086"/>
          </a:xfrm>
        </p:spPr>
        <p:txBody>
          <a:bodyPr vert="horz"/>
          <a:lstStyle/>
          <a:p>
            <a:r>
              <a:rPr lang="en-US" altLang="ja-JP" sz="2000" dirty="0">
                <a:latin typeface="ＭＳ Ｐゴシック" panose="020B0600070205080204" pitchFamily="50" charset="-128"/>
              </a:rPr>
              <a:t>JR</a:t>
            </a:r>
            <a:r>
              <a:rPr lang="ja-JP" altLang="en-US" sz="2000" dirty="0">
                <a:latin typeface="ＭＳ Ｐゴシック" panose="020B0600070205080204" pitchFamily="50" charset="-128"/>
              </a:rPr>
              <a:t>東日本様</a:t>
            </a:r>
            <a:r>
              <a:rPr lang="en-US" altLang="ja-JP" sz="2000" dirty="0" err="1">
                <a:latin typeface="ＭＳ Ｐゴシック" panose="020B0600070205080204" pitchFamily="50" charset="-128"/>
              </a:rPr>
              <a:t>Suica</a:t>
            </a:r>
            <a:r>
              <a:rPr lang="ja-JP" altLang="en-US" sz="2000" dirty="0">
                <a:latin typeface="ＭＳ Ｐゴシック" panose="020B0600070205080204" pitchFamily="50" charset="-128"/>
              </a:rPr>
              <a:t>アプリ等で実装するサービスの検討支援等に係るご支援の</a:t>
            </a:r>
            <a:r>
              <a:rPr kumimoji="1" lang="ja-JP" altLang="en-US" sz="2000" dirty="0">
                <a:latin typeface="ＭＳ Ｐゴシック" panose="020B0600070205080204" pitchFamily="50" charset="-128"/>
              </a:rPr>
              <a:t>ご提案書</a:t>
            </a:r>
          </a:p>
        </p:txBody>
      </p:sp>
      <p:sp>
        <p:nvSpPr>
          <p:cNvPr id="5" name="サブタイトル 1">
            <a:extLst>
              <a:ext uri="{FF2B5EF4-FFF2-40B4-BE49-F238E27FC236}">
                <a16:creationId xmlns:a16="http://schemas.microsoft.com/office/drawing/2014/main" id="{50434046-D0BD-16CE-54E8-69DA25255D77}"/>
              </a:ext>
            </a:extLst>
          </p:cNvPr>
          <p:cNvSpPr txBox="1">
            <a:spLocks/>
          </p:cNvSpPr>
          <p:nvPr/>
        </p:nvSpPr>
        <p:spPr>
          <a:xfrm>
            <a:off x="911225" y="439545"/>
            <a:ext cx="10369550" cy="213422"/>
          </a:xfrm>
          <a:prstGeom prst="rect">
            <a:avLst/>
          </a:prstGeom>
        </p:spPr>
        <p:txBody>
          <a:bodyPr vert="horz" lIns="0" tIns="0" rIns="0" bIns="0" rtlCol="0">
            <a:noAutofit/>
          </a:bodyPr>
          <a:lstStyle>
            <a:lvl1pPr marL="0" marR="0" indent="0" algn="l" defTabSz="685800" rtl="0" eaLnBrk="1" fontAlgn="auto" latinLnBrk="0" hangingPunct="1">
              <a:lnSpc>
                <a:spcPct val="100000"/>
              </a:lnSpc>
              <a:spcBef>
                <a:spcPts val="0"/>
              </a:spcBef>
              <a:spcAft>
                <a:spcPts val="0"/>
              </a:spcAft>
              <a:buClrTx/>
              <a:buSzTx/>
              <a:buFontTx/>
              <a:buNone/>
              <a:tabLst/>
              <a:defRPr kumimoji="1" sz="1200" kern="1200">
                <a:solidFill>
                  <a:schemeClr val="tx1"/>
                </a:solidFill>
                <a:latin typeface="Meiryo UI" panose="020B0604030504040204" pitchFamily="50" charset="-128"/>
                <a:ea typeface="Meiryo UI" panose="020B0604030504040204" pitchFamily="50" charset="-128"/>
                <a:cs typeface="+mn-cs"/>
              </a:defRPr>
            </a:lvl1pPr>
            <a:lvl2pPr marL="342900" indent="0" algn="ctr" defTabSz="685800" rtl="0" eaLnBrk="1" latinLnBrk="0" hangingPunct="1">
              <a:spcBef>
                <a:spcPts val="0"/>
              </a:spcBef>
              <a:buFontTx/>
              <a:buNone/>
              <a:defRPr kumimoji="1" sz="1200" kern="1200">
                <a:solidFill>
                  <a:schemeClr val="tx1">
                    <a:tint val="75000"/>
                  </a:schemeClr>
                </a:solidFill>
                <a:latin typeface="Meiryo UI" panose="020B0604030504040204" pitchFamily="50" charset="-128"/>
                <a:ea typeface="Meiryo UI" panose="020B0604030504040204" pitchFamily="50" charset="-128"/>
                <a:cs typeface="+mn-cs"/>
              </a:defRPr>
            </a:lvl2pPr>
            <a:lvl3pPr marL="685800" indent="0" algn="ctr" defTabSz="685800" rtl="0" eaLnBrk="1" latinLnBrk="0" hangingPunct="1">
              <a:spcBef>
                <a:spcPts val="0"/>
              </a:spcBef>
              <a:buFontTx/>
              <a:buNone/>
              <a:defRPr kumimoji="1" sz="1000" kern="1200">
                <a:solidFill>
                  <a:schemeClr val="tx1">
                    <a:tint val="75000"/>
                  </a:schemeClr>
                </a:solidFill>
                <a:latin typeface="Meiryo UI" panose="020B0604030504040204" pitchFamily="50" charset="-128"/>
                <a:ea typeface="Meiryo UI" panose="020B0604030504040204" pitchFamily="50" charset="-128"/>
                <a:cs typeface="+mn-cs"/>
              </a:defRPr>
            </a:lvl3pPr>
            <a:lvl4pPr marL="1028700" indent="0" algn="ctr" defTabSz="685800" rtl="0" eaLnBrk="1" latinLnBrk="0" hangingPunct="1">
              <a:spcBef>
                <a:spcPts val="0"/>
              </a:spcBef>
              <a:buFontTx/>
              <a:buNone/>
              <a:defRPr kumimoji="1" sz="900" kern="1200">
                <a:solidFill>
                  <a:schemeClr val="tx1">
                    <a:tint val="75000"/>
                  </a:schemeClr>
                </a:solidFill>
                <a:latin typeface="Meiryo UI" panose="020B0604030504040204" pitchFamily="50" charset="-128"/>
                <a:ea typeface="Meiryo UI" panose="020B0604030504040204" pitchFamily="50" charset="-128"/>
                <a:cs typeface="+mn-cs"/>
              </a:defRPr>
            </a:lvl4pPr>
            <a:lvl5pPr marL="1371600" indent="0" algn="ctr" defTabSz="685800" rtl="0" eaLnBrk="1" latinLnBrk="0" hangingPunct="1">
              <a:spcBef>
                <a:spcPts val="0"/>
              </a:spcBef>
              <a:buFontTx/>
              <a:buNone/>
              <a:defRPr kumimoji="1" sz="800" kern="1200">
                <a:solidFill>
                  <a:schemeClr val="tx1">
                    <a:tint val="75000"/>
                  </a:schemeClr>
                </a:solidFill>
                <a:latin typeface="Meiryo UI" panose="020B0604030504040204" pitchFamily="50" charset="-128"/>
                <a:ea typeface="Meiryo UI" panose="020B0604030504040204" pitchFamily="50" charset="-128"/>
                <a:cs typeface="+mn-cs"/>
              </a:defRPr>
            </a:lvl5pPr>
            <a:lvl6pPr marL="17145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9pPr>
          </a:lstStyle>
          <a:p>
            <a:r>
              <a:rPr lang="ja-JP" altLang="en-US" dirty="0">
                <a:latin typeface="Arial" panose="020B0604020202020204" pitchFamily="34" charset="0"/>
              </a:rPr>
              <a:t>伊藤忠テクノソリューションズ株式会社 </a:t>
            </a:r>
            <a:r>
              <a:rPr lang="en-US" altLang="ja-JP" dirty="0">
                <a:latin typeface="Arial" panose="020B0604020202020204" pitchFamily="34" charset="0"/>
              </a:rPr>
              <a:t>Build</a:t>
            </a:r>
            <a:r>
              <a:rPr lang="ja-JP" altLang="en-US" dirty="0">
                <a:latin typeface="Arial" panose="020B0604020202020204" pitchFamily="34" charset="0"/>
              </a:rPr>
              <a:t>サービス部　御中</a:t>
            </a:r>
          </a:p>
        </p:txBody>
      </p:sp>
      <p:pic>
        <p:nvPicPr>
          <p:cNvPr id="6" name="図 5" descr="馬の群れの白黒写真&#10;&#10;中程度の精度で自動的に生成された説明">
            <a:extLst>
              <a:ext uri="{FF2B5EF4-FFF2-40B4-BE49-F238E27FC236}">
                <a16:creationId xmlns:a16="http://schemas.microsoft.com/office/drawing/2014/main" id="{80AB9684-FDCF-224A-C949-D51E60E6922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0514" y="2060575"/>
            <a:ext cx="10370771" cy="4248150"/>
          </a:xfrm>
          <a:prstGeom prst="rect">
            <a:avLst/>
          </a:prstGeom>
        </p:spPr>
      </p:pic>
      <p:sp>
        <p:nvSpPr>
          <p:cNvPr id="7" name="サブタイトル 1">
            <a:extLst>
              <a:ext uri="{FF2B5EF4-FFF2-40B4-BE49-F238E27FC236}">
                <a16:creationId xmlns:a16="http://schemas.microsoft.com/office/drawing/2014/main" id="{E5B8DFB2-6252-8419-DEA1-945F07AA4766}"/>
              </a:ext>
            </a:extLst>
          </p:cNvPr>
          <p:cNvSpPr txBox="1">
            <a:spLocks/>
          </p:cNvSpPr>
          <p:nvPr/>
        </p:nvSpPr>
        <p:spPr>
          <a:xfrm>
            <a:off x="911225" y="6320264"/>
            <a:ext cx="10369550" cy="213422"/>
          </a:xfrm>
          <a:prstGeom prst="rect">
            <a:avLst/>
          </a:prstGeom>
        </p:spPr>
        <p:txBody>
          <a:bodyPr vert="horz" lIns="0" tIns="0" rIns="0" bIns="0" rtlCol="0">
            <a:noAutofit/>
          </a:bodyPr>
          <a:lstStyle>
            <a:lvl1pPr marL="0" marR="0" indent="0" algn="l" defTabSz="685800" rtl="0" eaLnBrk="1" fontAlgn="auto" latinLnBrk="0" hangingPunct="1">
              <a:lnSpc>
                <a:spcPct val="100000"/>
              </a:lnSpc>
              <a:spcBef>
                <a:spcPts val="0"/>
              </a:spcBef>
              <a:spcAft>
                <a:spcPts val="0"/>
              </a:spcAft>
              <a:buClrTx/>
              <a:buSzTx/>
              <a:buFontTx/>
              <a:buNone/>
              <a:tabLst/>
              <a:defRPr kumimoji="1" sz="1200" kern="1200">
                <a:solidFill>
                  <a:schemeClr val="tx1"/>
                </a:solidFill>
                <a:latin typeface="Meiryo UI" panose="020B0604030504040204" pitchFamily="50" charset="-128"/>
                <a:ea typeface="Meiryo UI" panose="020B0604030504040204" pitchFamily="50" charset="-128"/>
                <a:cs typeface="+mn-cs"/>
              </a:defRPr>
            </a:lvl1pPr>
            <a:lvl2pPr marL="342900" indent="0" algn="ctr" defTabSz="685800" rtl="0" eaLnBrk="1" latinLnBrk="0" hangingPunct="1">
              <a:spcBef>
                <a:spcPts val="0"/>
              </a:spcBef>
              <a:buFontTx/>
              <a:buNone/>
              <a:defRPr kumimoji="1" sz="1200" kern="1200">
                <a:solidFill>
                  <a:schemeClr val="tx1">
                    <a:tint val="75000"/>
                  </a:schemeClr>
                </a:solidFill>
                <a:latin typeface="Meiryo UI" panose="020B0604030504040204" pitchFamily="50" charset="-128"/>
                <a:ea typeface="Meiryo UI" panose="020B0604030504040204" pitchFamily="50" charset="-128"/>
                <a:cs typeface="+mn-cs"/>
              </a:defRPr>
            </a:lvl2pPr>
            <a:lvl3pPr marL="685800" indent="0" algn="ctr" defTabSz="685800" rtl="0" eaLnBrk="1" latinLnBrk="0" hangingPunct="1">
              <a:spcBef>
                <a:spcPts val="0"/>
              </a:spcBef>
              <a:buFontTx/>
              <a:buNone/>
              <a:defRPr kumimoji="1" sz="1000" kern="1200">
                <a:solidFill>
                  <a:schemeClr val="tx1">
                    <a:tint val="75000"/>
                  </a:schemeClr>
                </a:solidFill>
                <a:latin typeface="Meiryo UI" panose="020B0604030504040204" pitchFamily="50" charset="-128"/>
                <a:ea typeface="Meiryo UI" panose="020B0604030504040204" pitchFamily="50" charset="-128"/>
                <a:cs typeface="+mn-cs"/>
              </a:defRPr>
            </a:lvl3pPr>
            <a:lvl4pPr marL="1028700" indent="0" algn="ctr" defTabSz="685800" rtl="0" eaLnBrk="1" latinLnBrk="0" hangingPunct="1">
              <a:spcBef>
                <a:spcPts val="0"/>
              </a:spcBef>
              <a:buFontTx/>
              <a:buNone/>
              <a:defRPr kumimoji="1" sz="900" kern="1200">
                <a:solidFill>
                  <a:schemeClr val="tx1">
                    <a:tint val="75000"/>
                  </a:schemeClr>
                </a:solidFill>
                <a:latin typeface="Meiryo UI" panose="020B0604030504040204" pitchFamily="50" charset="-128"/>
                <a:ea typeface="Meiryo UI" panose="020B0604030504040204" pitchFamily="50" charset="-128"/>
                <a:cs typeface="+mn-cs"/>
              </a:defRPr>
            </a:lvl4pPr>
            <a:lvl5pPr marL="1371600" indent="0" algn="ctr" defTabSz="685800" rtl="0" eaLnBrk="1" latinLnBrk="0" hangingPunct="1">
              <a:spcBef>
                <a:spcPts val="0"/>
              </a:spcBef>
              <a:buFontTx/>
              <a:buNone/>
              <a:defRPr kumimoji="1" sz="800" kern="1200">
                <a:solidFill>
                  <a:schemeClr val="tx1">
                    <a:tint val="75000"/>
                  </a:schemeClr>
                </a:solidFill>
                <a:latin typeface="Meiryo UI" panose="020B0604030504040204" pitchFamily="50" charset="-128"/>
                <a:ea typeface="Meiryo UI" panose="020B0604030504040204" pitchFamily="50" charset="-128"/>
                <a:cs typeface="+mn-cs"/>
              </a:defRPr>
            </a:lvl5pPr>
            <a:lvl6pPr marL="17145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9pPr>
          </a:lstStyle>
          <a:p>
            <a:r>
              <a:rPr lang="ja-JP" altLang="en-US" dirty="0">
                <a:latin typeface="Arial" panose="020B0604020202020204" pitchFamily="34" charset="0"/>
              </a:rPr>
              <a:t>提案書番号：</a:t>
            </a:r>
            <a:r>
              <a:rPr lang="ja-JP" altLang="en-US" dirty="0"/>
              <a:t> </a:t>
            </a:r>
            <a:r>
              <a:rPr lang="en-US" altLang="ja-JP"/>
              <a:t>21021185-1056-0642</a:t>
            </a:r>
            <a:endParaRPr lang="ja-JP" altLang="en-US" dirty="0">
              <a:highlight>
                <a:srgbClr val="FFFF00"/>
              </a:highlight>
              <a:latin typeface="Arial" panose="020B0604020202020204" pitchFamily="34" charset="0"/>
            </a:endParaRPr>
          </a:p>
        </p:txBody>
      </p:sp>
    </p:spTree>
    <p:extLst>
      <p:ext uri="{BB962C8B-B14F-4D97-AF65-F5344CB8AC3E}">
        <p14:creationId xmlns:p14="http://schemas.microsoft.com/office/powerpoint/2010/main" val="1897361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2BFA5537-911D-FD1E-D7A9-0F920BACD08B}"/>
              </a:ext>
            </a:extLst>
          </p:cNvPr>
          <p:cNvGraphicFramePr>
            <a:graphicFrameLocks noChangeAspect="1"/>
          </p:cNvGraphicFramePr>
          <p:nvPr>
            <p:custDataLst>
              <p:tags r:id="rId1"/>
            </p:custDataLst>
            <p:extLst>
              <p:ext uri="{D42A27DB-BD31-4B8C-83A1-F6EECF244321}">
                <p14:modId xmlns:p14="http://schemas.microsoft.com/office/powerpoint/2010/main" val="32927468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15" imgH="416" progId="TCLayout.ActiveDocument.1">
                  <p:embed/>
                </p:oleObj>
              </mc:Choice>
              <mc:Fallback>
                <p:oleObj name="think-cellスライド" r:id="rId3" imgW="415" imgH="416" progId="TCLayout.ActiveDocument.1">
                  <p:embed/>
                  <p:pic>
                    <p:nvPicPr>
                      <p:cNvPr id="5" name="オブジェクト 4" hidden="1">
                        <a:extLst>
                          <a:ext uri="{FF2B5EF4-FFF2-40B4-BE49-F238E27FC236}">
                            <a16:creationId xmlns:a16="http://schemas.microsoft.com/office/drawing/2014/main" id="{2BFA5537-911D-FD1E-D7A9-0F920BACD08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E0080B1F-96F0-F842-A056-DBCEF58B7F73}"/>
              </a:ext>
            </a:extLst>
          </p:cNvPr>
          <p:cNvSpPr>
            <a:spLocks noGrp="1"/>
          </p:cNvSpPr>
          <p:nvPr>
            <p:ph type="ctrTitle"/>
          </p:nvPr>
        </p:nvSpPr>
        <p:spPr/>
        <p:txBody>
          <a:bodyPr vert="horz"/>
          <a:lstStyle/>
          <a:p>
            <a:r>
              <a:rPr kumimoji="1" lang="ja-JP" altLang="en-US" dirty="0">
                <a:latin typeface="ＭＳ Ｐゴシック" panose="020B0600070205080204" pitchFamily="50" charset="-128"/>
              </a:rPr>
              <a:t>アジェンダ</a:t>
            </a:r>
          </a:p>
        </p:txBody>
      </p:sp>
      <p:sp>
        <p:nvSpPr>
          <p:cNvPr id="3" name="テキスト プレースホルダー 2">
            <a:extLst>
              <a:ext uri="{FF2B5EF4-FFF2-40B4-BE49-F238E27FC236}">
                <a16:creationId xmlns:a16="http://schemas.microsoft.com/office/drawing/2014/main" id="{B078451F-8CE6-E14D-86C5-90B981305742}"/>
              </a:ext>
            </a:extLst>
          </p:cNvPr>
          <p:cNvSpPr>
            <a:spLocks noGrp="1"/>
          </p:cNvSpPr>
          <p:nvPr>
            <p:ph type="body" sz="quarter" idx="10"/>
          </p:nvPr>
        </p:nvSpPr>
        <p:spPr/>
        <p:txBody>
          <a:bodyPr/>
          <a:lstStyle/>
          <a:p>
            <a:pPr marL="342900" indent="-342900">
              <a:spcAft>
                <a:spcPts val="600"/>
              </a:spcAft>
              <a:buFont typeface="+mj-lt"/>
              <a:buAutoNum type="arabicPeriod"/>
            </a:pPr>
            <a:r>
              <a:rPr lang="ja-JP" altLang="en-US" sz="1800" dirty="0"/>
              <a:t>ご提案サマリ</a:t>
            </a:r>
            <a:endParaRPr lang="en-US" altLang="ja-JP" sz="1800" dirty="0"/>
          </a:p>
          <a:p>
            <a:pPr marL="342900" indent="-342900">
              <a:spcAft>
                <a:spcPts val="600"/>
              </a:spcAft>
              <a:buFont typeface="+mj-lt"/>
              <a:buAutoNum type="arabicPeriod"/>
            </a:pPr>
            <a:r>
              <a:rPr lang="ja-JP" altLang="en-US" sz="1800" dirty="0"/>
              <a:t>背景・課題・目的</a:t>
            </a:r>
            <a:endParaRPr lang="en-US" altLang="ja-JP" sz="1800" dirty="0"/>
          </a:p>
          <a:p>
            <a:pPr marL="342900" indent="-342900">
              <a:spcAft>
                <a:spcPts val="600"/>
              </a:spcAft>
              <a:buFont typeface="+mj-lt"/>
              <a:buAutoNum type="arabicPeriod"/>
            </a:pPr>
            <a:r>
              <a:rPr lang="ja-JP" altLang="en-US" sz="1800" dirty="0"/>
              <a:t>重要論点、およびプロジェクトワーク</a:t>
            </a:r>
            <a:endParaRPr lang="en-US" altLang="ja-JP" sz="1800" dirty="0"/>
          </a:p>
          <a:p>
            <a:pPr marL="342900" indent="-342900">
              <a:spcAft>
                <a:spcPts val="600"/>
              </a:spcAft>
              <a:buFont typeface="+mj-lt"/>
              <a:buAutoNum type="arabicPeriod"/>
            </a:pPr>
            <a:r>
              <a:rPr lang="ja-JP" altLang="en-US" sz="1800" dirty="0"/>
              <a:t>ご支援スコープ</a:t>
            </a:r>
            <a:endParaRPr lang="en-US" altLang="ja-JP" sz="1800" dirty="0"/>
          </a:p>
          <a:p>
            <a:pPr marL="342900" indent="-342900">
              <a:spcAft>
                <a:spcPts val="600"/>
              </a:spcAft>
              <a:buFont typeface="+mj-lt"/>
              <a:buAutoNum type="arabicPeriod"/>
            </a:pPr>
            <a:r>
              <a:rPr lang="ja-JP" altLang="en-US" sz="1800" dirty="0"/>
              <a:t>スケジュール（案）</a:t>
            </a:r>
            <a:endParaRPr lang="en-US" altLang="ja-JP" sz="1800" dirty="0"/>
          </a:p>
          <a:p>
            <a:pPr marL="342900" indent="-342900">
              <a:spcAft>
                <a:spcPts val="600"/>
              </a:spcAft>
              <a:buFont typeface="+mj-lt"/>
              <a:buAutoNum type="arabicPeriod"/>
            </a:pPr>
            <a:r>
              <a:rPr lang="ja-JP" altLang="en-US" sz="1800" dirty="0"/>
              <a:t>ご支援体制</a:t>
            </a:r>
            <a:endParaRPr lang="en-US" altLang="ja-JP" sz="1800" dirty="0"/>
          </a:p>
          <a:p>
            <a:pPr marL="342900" indent="-342900">
              <a:spcAft>
                <a:spcPts val="600"/>
              </a:spcAft>
              <a:buFont typeface="+mj-lt"/>
              <a:buAutoNum type="arabicPeriod"/>
            </a:pPr>
            <a:r>
              <a:rPr lang="ja-JP" altLang="en-US" sz="1800" dirty="0"/>
              <a:t>お見積り</a:t>
            </a:r>
            <a:endParaRPr lang="en-US" altLang="ja-JP" sz="1800" dirty="0"/>
          </a:p>
          <a:p>
            <a:pPr marL="342900" indent="-342900">
              <a:spcAft>
                <a:spcPts val="600"/>
              </a:spcAft>
              <a:buFont typeface="+mj-lt"/>
              <a:buAutoNum type="arabicPeriod"/>
            </a:pPr>
            <a:r>
              <a:rPr lang="ja-JP" altLang="en-US" sz="1800" dirty="0"/>
              <a:t>ご依頼事項</a:t>
            </a:r>
            <a:endParaRPr lang="en-US" altLang="ja-JP" sz="1800" dirty="0"/>
          </a:p>
          <a:p>
            <a:pPr marL="342900" indent="-342900">
              <a:spcAft>
                <a:spcPts val="600"/>
              </a:spcAft>
              <a:buFont typeface="+mj-lt"/>
              <a:buAutoNum type="arabicPeriod"/>
            </a:pPr>
            <a:r>
              <a:rPr lang="en-US" altLang="ja-JP" sz="1800" dirty="0"/>
              <a:t>Appendix</a:t>
            </a:r>
          </a:p>
        </p:txBody>
      </p:sp>
      <p:pic>
        <p:nvPicPr>
          <p:cNvPr id="6" name="図 5" descr="馬の群れ&#10;&#10;自動的に生成された説明">
            <a:extLst>
              <a:ext uri="{FF2B5EF4-FFF2-40B4-BE49-F238E27FC236}">
                <a16:creationId xmlns:a16="http://schemas.microsoft.com/office/drawing/2014/main" id="{954A15AB-1B64-0254-07A1-C71E7C38023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83338" y="404813"/>
            <a:ext cx="4897437" cy="6050721"/>
          </a:xfrm>
          <a:prstGeom prst="rect">
            <a:avLst/>
          </a:prstGeom>
        </p:spPr>
      </p:pic>
    </p:spTree>
    <p:extLst>
      <p:ext uri="{BB962C8B-B14F-4D97-AF65-F5344CB8AC3E}">
        <p14:creationId xmlns:p14="http://schemas.microsoft.com/office/powerpoint/2010/main" val="713323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91EDE1AE-76D3-36C4-14C0-959978AF0765}"/>
              </a:ext>
            </a:extLst>
          </p:cNvPr>
          <p:cNvGraphicFramePr>
            <a:graphicFrameLocks noChangeAspect="1"/>
          </p:cNvGraphicFramePr>
          <p:nvPr>
            <p:custDataLst>
              <p:tags r:id="rId1"/>
            </p:custDataLst>
            <p:extLst>
              <p:ext uri="{D42A27DB-BD31-4B8C-83A1-F6EECF244321}">
                <p14:modId xmlns:p14="http://schemas.microsoft.com/office/powerpoint/2010/main" val="17546710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11" name="think-cell data - do not delete" hidden="1">
                        <a:extLst>
                          <a:ext uri="{FF2B5EF4-FFF2-40B4-BE49-F238E27FC236}">
                            <a16:creationId xmlns:a16="http://schemas.microsoft.com/office/drawing/2014/main" id="{91EDE1AE-76D3-36C4-14C0-959978AF07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字幕 3">
            <a:extLst>
              <a:ext uri="{FF2B5EF4-FFF2-40B4-BE49-F238E27FC236}">
                <a16:creationId xmlns:a16="http://schemas.microsoft.com/office/drawing/2014/main" id="{E8E91604-21EB-0096-0A97-3FCC9023A264}"/>
              </a:ext>
            </a:extLst>
          </p:cNvPr>
          <p:cNvSpPr>
            <a:spLocks noGrp="1"/>
          </p:cNvSpPr>
          <p:nvPr>
            <p:ph type="subTitle" idx="13"/>
          </p:nvPr>
        </p:nvSpPr>
        <p:spPr/>
        <p:txBody>
          <a:bodyPr/>
          <a:lstStyle/>
          <a:p>
            <a:r>
              <a:rPr kumimoji="1" lang="en-US" altLang="ja-JP" dirty="0"/>
              <a:t>JR</a:t>
            </a:r>
            <a:r>
              <a:rPr kumimoji="1" lang="ja-JP" altLang="en-US" dirty="0"/>
              <a:t>東日本の</a:t>
            </a:r>
            <a:r>
              <a:rPr kumimoji="1" lang="en-US" altLang="ja-JP" dirty="0"/>
              <a:t>2034</a:t>
            </a:r>
            <a:r>
              <a:rPr kumimoji="1" lang="ja-JP" altLang="en-US" dirty="0"/>
              <a:t>年のグループ経営ビジョンの実現に資する「新</a:t>
            </a:r>
            <a:r>
              <a:rPr kumimoji="1" lang="en-US" altLang="ja-JP" dirty="0" err="1"/>
              <a:t>Suica</a:t>
            </a:r>
            <a:r>
              <a:rPr kumimoji="1" lang="ja-JP" altLang="en-US" dirty="0"/>
              <a:t>」の構想を具体化に</a:t>
            </a:r>
            <a:r>
              <a:rPr lang="ja-JP" altLang="en-US" dirty="0"/>
              <a:t>向けて、</a:t>
            </a:r>
            <a:r>
              <a:rPr kumimoji="1" lang="ja-JP" altLang="en-US" dirty="0"/>
              <a:t>ヒト起点に拘りながら新サービスやデジタル</a:t>
            </a:r>
            <a:r>
              <a:rPr kumimoji="1" lang="en-US" altLang="ja-JP" dirty="0"/>
              <a:t>PF</a:t>
            </a:r>
            <a:r>
              <a:rPr kumimoji="1" lang="ja-JP" altLang="en-US" dirty="0"/>
              <a:t>の仮説構築・検証を実施する</a:t>
            </a:r>
          </a:p>
          <a:p>
            <a:endParaRPr kumimoji="1" lang="ja-JP" altLang="en-US" dirty="0"/>
          </a:p>
        </p:txBody>
      </p:sp>
      <p:sp>
        <p:nvSpPr>
          <p:cNvPr id="2" name="タイトル 1">
            <a:extLst>
              <a:ext uri="{FF2B5EF4-FFF2-40B4-BE49-F238E27FC236}">
                <a16:creationId xmlns:a16="http://schemas.microsoft.com/office/drawing/2014/main" id="{4205069F-7D71-DE50-76AA-E6E2B39CFB7E}"/>
              </a:ext>
            </a:extLst>
          </p:cNvPr>
          <p:cNvSpPr>
            <a:spLocks noGrp="1"/>
          </p:cNvSpPr>
          <p:nvPr>
            <p:ph type="title"/>
          </p:nvPr>
        </p:nvSpPr>
        <p:spPr/>
        <p:txBody>
          <a:bodyPr vert="horz"/>
          <a:lstStyle/>
          <a:p>
            <a:r>
              <a:rPr lang="en-US" altLang="ja-JP" dirty="0"/>
              <a:t>1_</a:t>
            </a:r>
            <a:r>
              <a:rPr lang="ja-JP" altLang="en-US" dirty="0"/>
              <a:t>ご提案サマリ</a:t>
            </a:r>
            <a:endParaRPr kumimoji="1" lang="ja-JP" altLang="en-US" dirty="0"/>
          </a:p>
        </p:txBody>
      </p:sp>
      <p:sp>
        <p:nvSpPr>
          <p:cNvPr id="5" name="正方形/長方形 4">
            <a:extLst>
              <a:ext uri="{FF2B5EF4-FFF2-40B4-BE49-F238E27FC236}">
                <a16:creationId xmlns:a16="http://schemas.microsoft.com/office/drawing/2014/main" id="{C9452949-EE33-F5C2-7E2E-290984EE202F}"/>
              </a:ext>
            </a:extLst>
          </p:cNvPr>
          <p:cNvSpPr/>
          <p:nvPr/>
        </p:nvSpPr>
        <p:spPr>
          <a:xfrm>
            <a:off x="914401" y="1416051"/>
            <a:ext cx="1800000" cy="1440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kumimoji="1" lang="ja-JP" altLang="en-US" sz="1400" dirty="0">
                <a:latin typeface="Arial" panose="020B0604020202020204" pitchFamily="34" charset="0"/>
                <a:ea typeface="Meiryo UI" panose="020B0604030504040204" pitchFamily="50" charset="-128"/>
              </a:rPr>
              <a:t>本プロジェクトで</a:t>
            </a:r>
            <a:br>
              <a:rPr kumimoji="1" lang="en-US" altLang="ja-JP" sz="1400" dirty="0">
                <a:latin typeface="Arial" panose="020B0604020202020204" pitchFamily="34" charset="0"/>
                <a:ea typeface="Meiryo UI" panose="020B0604030504040204" pitchFamily="50" charset="-128"/>
              </a:rPr>
            </a:br>
            <a:r>
              <a:rPr kumimoji="1" lang="ja-JP" altLang="en-US" sz="1400" dirty="0">
                <a:latin typeface="Arial" panose="020B0604020202020204" pitchFamily="34" charset="0"/>
                <a:ea typeface="Meiryo UI" panose="020B0604030504040204" pitchFamily="50" charset="-128"/>
              </a:rPr>
              <a:t>目指す事</a:t>
            </a:r>
          </a:p>
        </p:txBody>
      </p:sp>
      <p:sp>
        <p:nvSpPr>
          <p:cNvPr id="6" name="正方形/長方形 5">
            <a:extLst>
              <a:ext uri="{FF2B5EF4-FFF2-40B4-BE49-F238E27FC236}">
                <a16:creationId xmlns:a16="http://schemas.microsoft.com/office/drawing/2014/main" id="{13AA77F5-47B1-5A4F-4630-EBFF38805FC2}"/>
              </a:ext>
            </a:extLst>
          </p:cNvPr>
          <p:cNvSpPr/>
          <p:nvPr/>
        </p:nvSpPr>
        <p:spPr>
          <a:xfrm>
            <a:off x="3002146" y="1341873"/>
            <a:ext cx="8280000" cy="1588356"/>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nSpc>
                <a:spcPct val="130000"/>
              </a:lnSpc>
            </a:pPr>
            <a:r>
              <a:rPr kumimoji="1" lang="en-US" altLang="ja-JP" sz="1400" b="1" dirty="0">
                <a:solidFill>
                  <a:schemeClr val="tx1"/>
                </a:solidFill>
                <a:latin typeface="Arial" panose="020B0604020202020204" pitchFamily="34" charset="0"/>
                <a:ea typeface="Meiryo UI" panose="020B0604030504040204" pitchFamily="50" charset="-128"/>
              </a:rPr>
              <a:t>2034</a:t>
            </a:r>
            <a:r>
              <a:rPr kumimoji="1" lang="ja-JP" altLang="en-US" sz="1400" b="1" dirty="0">
                <a:solidFill>
                  <a:schemeClr val="tx1"/>
                </a:solidFill>
                <a:latin typeface="Arial" panose="020B0604020202020204" pitchFamily="34" charset="0"/>
                <a:ea typeface="Meiryo UI" panose="020B0604030504040204" pitchFamily="50" charset="-128"/>
              </a:rPr>
              <a:t>年のグループ経営ビジョンの実現に資する「新</a:t>
            </a:r>
            <a:r>
              <a:rPr kumimoji="1" lang="en-US" altLang="ja-JP" sz="1400" b="1" dirty="0" err="1">
                <a:solidFill>
                  <a:schemeClr val="tx1"/>
                </a:solidFill>
                <a:latin typeface="Arial" panose="020B0604020202020204" pitchFamily="34" charset="0"/>
                <a:ea typeface="Meiryo UI" panose="020B0604030504040204" pitchFamily="50" charset="-128"/>
              </a:rPr>
              <a:t>Suica</a:t>
            </a:r>
            <a:r>
              <a:rPr kumimoji="1" lang="ja-JP" altLang="en-US" sz="1400" b="1" dirty="0">
                <a:solidFill>
                  <a:schemeClr val="tx1"/>
                </a:solidFill>
                <a:latin typeface="Arial" panose="020B0604020202020204" pitchFamily="34" charset="0"/>
                <a:ea typeface="Meiryo UI" panose="020B0604030504040204" pitchFamily="50" charset="-128"/>
              </a:rPr>
              <a:t>」の構想を当年度内に具体化する事</a:t>
            </a:r>
            <a:endParaRPr kumimoji="1" lang="en-US" altLang="ja-JP" sz="1400" b="1" dirty="0">
              <a:solidFill>
                <a:schemeClr val="tx1"/>
              </a:solidFill>
              <a:latin typeface="Arial" panose="020B0604020202020204" pitchFamily="34" charset="0"/>
              <a:ea typeface="Meiryo UI" panose="020B0604030504040204" pitchFamily="50" charset="-128"/>
            </a:endParaRPr>
          </a:p>
          <a:p>
            <a:pPr marL="285750" indent="-285750">
              <a:lnSpc>
                <a:spcPct val="130000"/>
              </a:lnSpc>
              <a:buFont typeface="Wingdings" panose="05000000000000000000" pitchFamily="2" charset="2"/>
              <a:buChar char="Ø"/>
            </a:pPr>
            <a:r>
              <a:rPr kumimoji="1" lang="ja-JP" altLang="en-US" sz="1400" dirty="0">
                <a:solidFill>
                  <a:schemeClr val="tx1"/>
                </a:solidFill>
                <a:latin typeface="Arial" panose="020B0604020202020204" pitchFamily="34" charset="0"/>
                <a:ea typeface="Meiryo UI" panose="020B0604030504040204" pitchFamily="50" charset="-128"/>
              </a:rPr>
              <a:t>生活者にとっては「</a:t>
            </a:r>
            <a:r>
              <a:rPr kumimoji="1" lang="en-US" altLang="ja-JP" sz="1400" dirty="0" err="1">
                <a:solidFill>
                  <a:schemeClr val="tx1"/>
                </a:solidFill>
                <a:latin typeface="Arial" panose="020B0604020202020204" pitchFamily="34" charset="0"/>
                <a:ea typeface="Meiryo UI" panose="020B0604030504040204" pitchFamily="50" charset="-128"/>
              </a:rPr>
              <a:t>Suica</a:t>
            </a:r>
            <a:r>
              <a:rPr kumimoji="1" lang="ja-JP" altLang="en-US" sz="1400" dirty="0">
                <a:solidFill>
                  <a:schemeClr val="tx1"/>
                </a:solidFill>
                <a:latin typeface="Arial" panose="020B0604020202020204" pitchFamily="34" charset="0"/>
                <a:ea typeface="Meiryo UI" panose="020B0604030504040204" pitchFamily="50" charset="-128"/>
              </a:rPr>
              <a:t>が生活のデバイスと等しい存在」になっている</a:t>
            </a:r>
            <a:endParaRPr kumimoji="1" lang="en-US" altLang="ja-JP" sz="1400" dirty="0">
              <a:solidFill>
                <a:schemeClr val="tx1"/>
              </a:solidFill>
              <a:latin typeface="Arial" panose="020B0604020202020204" pitchFamily="34" charset="0"/>
              <a:ea typeface="Meiryo UI" panose="020B0604030504040204" pitchFamily="50" charset="-128"/>
            </a:endParaRPr>
          </a:p>
          <a:p>
            <a:pPr marL="285750" indent="-285750">
              <a:lnSpc>
                <a:spcPct val="130000"/>
              </a:lnSpc>
              <a:buFont typeface="Wingdings" panose="05000000000000000000" pitchFamily="2" charset="2"/>
              <a:buChar char="Ø"/>
            </a:pPr>
            <a:r>
              <a:rPr kumimoji="1" lang="ja-JP" altLang="en-US" sz="1400" dirty="0">
                <a:solidFill>
                  <a:schemeClr val="tx1"/>
                </a:solidFill>
                <a:latin typeface="Arial" panose="020B0604020202020204" pitchFamily="34" charset="0"/>
                <a:ea typeface="Meiryo UI" panose="020B0604030504040204" pitchFamily="50" charset="-128"/>
              </a:rPr>
              <a:t>事業者にとっては「</a:t>
            </a:r>
            <a:r>
              <a:rPr kumimoji="1" lang="en-US" altLang="ja-JP" sz="1400" dirty="0" err="1">
                <a:solidFill>
                  <a:schemeClr val="tx1"/>
                </a:solidFill>
                <a:latin typeface="Arial" panose="020B0604020202020204" pitchFamily="34" charset="0"/>
                <a:ea typeface="Meiryo UI" panose="020B0604030504040204" pitchFamily="50" charset="-128"/>
              </a:rPr>
              <a:t>Suica</a:t>
            </a:r>
            <a:r>
              <a:rPr kumimoji="1" lang="ja-JP" altLang="en-US" sz="1400" dirty="0">
                <a:solidFill>
                  <a:schemeClr val="tx1"/>
                </a:solidFill>
                <a:latin typeface="Arial" panose="020B0604020202020204" pitchFamily="34" charset="0"/>
                <a:ea typeface="Meiryo UI" panose="020B0604030504040204" pitchFamily="50" charset="-128"/>
              </a:rPr>
              <a:t> </a:t>
            </a:r>
            <a:r>
              <a:rPr kumimoji="1" lang="en-US" altLang="ja-JP" sz="1400" dirty="0">
                <a:solidFill>
                  <a:schemeClr val="tx1"/>
                </a:solidFill>
                <a:latin typeface="Arial" panose="020B0604020202020204" pitchFamily="34" charset="0"/>
                <a:ea typeface="Meiryo UI" panose="020B0604030504040204" pitchFamily="50" charset="-128"/>
              </a:rPr>
              <a:t>PF</a:t>
            </a:r>
            <a:r>
              <a:rPr kumimoji="1" lang="ja-JP" altLang="en-US" sz="1400" dirty="0">
                <a:solidFill>
                  <a:schemeClr val="tx1"/>
                </a:solidFill>
                <a:latin typeface="Arial" panose="020B0604020202020204" pitchFamily="34" charset="0"/>
                <a:ea typeface="Meiryo UI" panose="020B0604030504040204" pitchFamily="50" charset="-128"/>
              </a:rPr>
              <a:t>が経営に役立つサービス」になっている</a:t>
            </a:r>
            <a:endParaRPr kumimoji="1" lang="en-US" altLang="ja-JP" sz="1400" dirty="0">
              <a:solidFill>
                <a:schemeClr val="tx1"/>
              </a:solidFill>
              <a:latin typeface="Arial" panose="020B0604020202020204" pitchFamily="34" charset="0"/>
              <a:ea typeface="Meiryo UI" panose="020B0604030504040204" pitchFamily="50" charset="-128"/>
            </a:endParaRPr>
          </a:p>
          <a:p>
            <a:pPr marL="285750" indent="-285750">
              <a:lnSpc>
                <a:spcPct val="130000"/>
              </a:lnSpc>
              <a:buFont typeface="Wingdings" panose="05000000000000000000" pitchFamily="2" charset="2"/>
              <a:buChar char="Ø"/>
            </a:pPr>
            <a:r>
              <a:rPr kumimoji="1" lang="ja-JP" altLang="en-US" sz="1400" dirty="0">
                <a:solidFill>
                  <a:schemeClr val="tx1"/>
                </a:solidFill>
                <a:latin typeface="Arial" panose="020B0604020202020204" pitchFamily="34" charset="0"/>
                <a:ea typeface="Meiryo UI" panose="020B0604030504040204" pitchFamily="50" charset="-128"/>
              </a:rPr>
              <a:t>地域社会にとっては「</a:t>
            </a:r>
            <a:r>
              <a:rPr kumimoji="1" lang="en-US" altLang="ja-JP" sz="1400" dirty="0" err="1">
                <a:solidFill>
                  <a:schemeClr val="tx1"/>
                </a:solidFill>
                <a:latin typeface="Arial" panose="020B0604020202020204" pitchFamily="34" charset="0"/>
                <a:ea typeface="Meiryo UI" panose="020B0604030504040204" pitchFamily="50" charset="-128"/>
              </a:rPr>
              <a:t>Suica</a:t>
            </a:r>
            <a:r>
              <a:rPr kumimoji="1" lang="ja-JP" altLang="en-US" sz="1400" dirty="0">
                <a:solidFill>
                  <a:schemeClr val="tx1"/>
                </a:solidFill>
                <a:latin typeface="Arial" panose="020B0604020202020204" pitchFamily="34" charset="0"/>
                <a:ea typeface="Meiryo UI" panose="020B0604030504040204" pitchFamily="50" charset="-128"/>
              </a:rPr>
              <a:t> がヒトの快適な移動や、マチの賑わいとデジタル経済の基盤」になっている</a:t>
            </a:r>
            <a:endParaRPr kumimoji="1" lang="en-US" altLang="ja-JP" sz="1400" dirty="0">
              <a:solidFill>
                <a:schemeClr val="tx1"/>
              </a:solidFill>
              <a:latin typeface="Arial" panose="020B0604020202020204" pitchFamily="34" charset="0"/>
              <a:ea typeface="Meiryo UI" panose="020B0604030504040204" pitchFamily="50" charset="-128"/>
            </a:endParaRPr>
          </a:p>
          <a:p>
            <a:pPr marL="285750" indent="-285750">
              <a:lnSpc>
                <a:spcPct val="130000"/>
              </a:lnSpc>
              <a:buFont typeface="Wingdings" panose="05000000000000000000" pitchFamily="2" charset="2"/>
              <a:buChar char="Ø"/>
            </a:pPr>
            <a:r>
              <a:rPr kumimoji="1" lang="en-US" altLang="ja-JP" sz="1400" dirty="0">
                <a:solidFill>
                  <a:schemeClr val="tx1"/>
                </a:solidFill>
                <a:latin typeface="Arial" panose="020B0604020202020204" pitchFamily="34" charset="0"/>
                <a:ea typeface="Meiryo UI" panose="020B0604030504040204" pitchFamily="50" charset="-128"/>
              </a:rPr>
              <a:t>JR</a:t>
            </a:r>
            <a:r>
              <a:rPr kumimoji="1" lang="ja-JP" altLang="en-US" sz="1400" dirty="0">
                <a:solidFill>
                  <a:schemeClr val="tx1"/>
                </a:solidFill>
                <a:latin typeface="Arial" panose="020B0604020202020204" pitchFamily="34" charset="0"/>
                <a:ea typeface="Meiryo UI" panose="020B0604030504040204" pitchFamily="50" charset="-128"/>
              </a:rPr>
              <a:t>東日本グループにとっては「</a:t>
            </a:r>
            <a:r>
              <a:rPr kumimoji="1" lang="en-US" altLang="ja-JP" sz="1400" dirty="0" err="1">
                <a:solidFill>
                  <a:schemeClr val="tx1"/>
                </a:solidFill>
                <a:latin typeface="Arial" panose="020B0604020202020204" pitchFamily="34" charset="0"/>
                <a:ea typeface="Meiryo UI" panose="020B0604030504040204" pitchFamily="50" charset="-128"/>
              </a:rPr>
              <a:t>Suica</a:t>
            </a:r>
            <a:r>
              <a:rPr kumimoji="1" lang="ja-JP" altLang="en-US" sz="1400" dirty="0">
                <a:solidFill>
                  <a:schemeClr val="tx1"/>
                </a:solidFill>
                <a:latin typeface="Arial" panose="020B0604020202020204" pitchFamily="34" charset="0"/>
                <a:ea typeface="Meiryo UI" panose="020B0604030504040204" pitchFamily="50" charset="-128"/>
              </a:rPr>
              <a:t>がキャッシュフローと新たな雇用を創る成長エンジン」になっている</a:t>
            </a:r>
          </a:p>
        </p:txBody>
      </p:sp>
      <p:sp>
        <p:nvSpPr>
          <p:cNvPr id="7" name="正方形/長方形 6">
            <a:extLst>
              <a:ext uri="{FF2B5EF4-FFF2-40B4-BE49-F238E27FC236}">
                <a16:creationId xmlns:a16="http://schemas.microsoft.com/office/drawing/2014/main" id="{08F1FE6C-748E-236A-5940-146E30510958}"/>
              </a:ext>
            </a:extLst>
          </p:cNvPr>
          <p:cNvSpPr/>
          <p:nvPr/>
        </p:nvSpPr>
        <p:spPr>
          <a:xfrm>
            <a:off x="914401" y="2974868"/>
            <a:ext cx="1800000" cy="1800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kumimoji="1" lang="ja-JP" altLang="en-US" sz="1400" dirty="0">
                <a:latin typeface="Arial" panose="020B0604020202020204" pitchFamily="34" charset="0"/>
                <a:ea typeface="Meiryo UI" panose="020B0604030504040204" pitchFamily="50" charset="-128"/>
              </a:rPr>
              <a:t>本プロジェクトで</a:t>
            </a:r>
            <a:br>
              <a:rPr kumimoji="1" lang="en-US" altLang="ja-JP" sz="1400" dirty="0">
                <a:latin typeface="Arial" panose="020B0604020202020204" pitchFamily="34" charset="0"/>
                <a:ea typeface="Meiryo UI" panose="020B0604030504040204" pitchFamily="50" charset="-128"/>
              </a:rPr>
            </a:br>
            <a:r>
              <a:rPr kumimoji="1" lang="ja-JP" altLang="en-US" sz="1400" dirty="0">
                <a:latin typeface="Arial" panose="020B0604020202020204" pitchFamily="34" charset="0"/>
                <a:ea typeface="Meiryo UI" panose="020B0604030504040204" pitchFamily="50" charset="-128"/>
              </a:rPr>
              <a:t>行っていく事</a:t>
            </a:r>
          </a:p>
        </p:txBody>
      </p:sp>
      <p:sp>
        <p:nvSpPr>
          <p:cNvPr id="8" name="正方形/長方形 7">
            <a:extLst>
              <a:ext uri="{FF2B5EF4-FFF2-40B4-BE49-F238E27FC236}">
                <a16:creationId xmlns:a16="http://schemas.microsoft.com/office/drawing/2014/main" id="{127F8B48-468F-2CEF-6310-09FBA983B10F}"/>
              </a:ext>
            </a:extLst>
          </p:cNvPr>
          <p:cNvSpPr/>
          <p:nvPr/>
        </p:nvSpPr>
        <p:spPr>
          <a:xfrm>
            <a:off x="3002146" y="2940652"/>
            <a:ext cx="8280000" cy="1868433"/>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nSpc>
                <a:spcPct val="130000"/>
              </a:lnSpc>
            </a:pPr>
            <a:r>
              <a:rPr kumimoji="1" lang="ja-JP" altLang="en-US" sz="1400" b="1" dirty="0">
                <a:solidFill>
                  <a:schemeClr val="tx1"/>
                </a:solidFill>
                <a:latin typeface="Arial" panose="020B0604020202020204" pitchFamily="34" charset="0"/>
                <a:ea typeface="Meiryo UI" panose="020B0604030504040204" pitchFamily="50" charset="-128"/>
              </a:rPr>
              <a:t>ヒト起点に拘り、</a:t>
            </a:r>
            <a:r>
              <a:rPr kumimoji="1" lang="en-US" altLang="ja-JP" sz="1400" b="1" dirty="0" err="1">
                <a:solidFill>
                  <a:schemeClr val="tx1"/>
                </a:solidFill>
                <a:latin typeface="Arial" panose="020B0604020202020204" pitchFamily="34" charset="0"/>
                <a:ea typeface="Meiryo UI" panose="020B0604030504040204" pitchFamily="50" charset="-128"/>
              </a:rPr>
              <a:t>Suica</a:t>
            </a:r>
            <a:r>
              <a:rPr kumimoji="1" lang="ja-JP" altLang="en-US" sz="1400" b="1" dirty="0">
                <a:solidFill>
                  <a:schemeClr val="tx1"/>
                </a:solidFill>
                <a:latin typeface="Arial" panose="020B0604020202020204" pitchFamily="34" charset="0"/>
                <a:ea typeface="Meiryo UI" panose="020B0604030504040204" pitchFamily="50" charset="-128"/>
              </a:rPr>
              <a:t>サービスとデジタル経済の基盤としての受容性・実現性・持続可能性を高めていく事</a:t>
            </a:r>
            <a:endParaRPr kumimoji="1" lang="en-US" altLang="ja-JP" sz="1400" b="1" dirty="0">
              <a:solidFill>
                <a:schemeClr val="tx1"/>
              </a:solidFill>
              <a:latin typeface="Arial" panose="020B0604020202020204" pitchFamily="34" charset="0"/>
              <a:ea typeface="Meiryo UI" panose="020B0604030504040204" pitchFamily="50" charset="-128"/>
            </a:endParaRPr>
          </a:p>
          <a:p>
            <a:pPr marL="285750" indent="-285750">
              <a:lnSpc>
                <a:spcPct val="130000"/>
              </a:lnSpc>
              <a:buFont typeface="Wingdings" panose="05000000000000000000" pitchFamily="2" charset="2"/>
              <a:buChar char="Ø"/>
            </a:pPr>
            <a:r>
              <a:rPr kumimoji="1" lang="ja-JP" altLang="en-US" sz="1400" dirty="0">
                <a:solidFill>
                  <a:schemeClr val="tx1"/>
                </a:solidFill>
                <a:latin typeface="Arial" panose="020B0604020202020204" pitchFamily="34" charset="0"/>
                <a:ea typeface="Meiryo UI" panose="020B0604030504040204" pitchFamily="50" charset="-128"/>
              </a:rPr>
              <a:t>新</a:t>
            </a:r>
            <a:r>
              <a:rPr kumimoji="1" lang="en-US" altLang="ja-JP" sz="1400" dirty="0" err="1">
                <a:solidFill>
                  <a:schemeClr val="tx1"/>
                </a:solidFill>
                <a:latin typeface="Arial" panose="020B0604020202020204" pitchFamily="34" charset="0"/>
                <a:ea typeface="Meiryo UI" panose="020B0604030504040204" pitchFamily="50" charset="-128"/>
              </a:rPr>
              <a:t>Suica</a:t>
            </a:r>
            <a:r>
              <a:rPr kumimoji="1" lang="ja-JP" altLang="en-US" sz="1400" dirty="0">
                <a:solidFill>
                  <a:schemeClr val="tx1"/>
                </a:solidFill>
                <a:latin typeface="Arial" panose="020B0604020202020204" pitchFamily="34" charset="0"/>
                <a:ea typeface="Meiryo UI" panose="020B0604030504040204" pitchFamily="50" charset="-128"/>
              </a:rPr>
              <a:t>に関わる「中長期ビジョン」の（もう一段の）具体化</a:t>
            </a:r>
            <a:endParaRPr kumimoji="1" lang="en-US" altLang="ja-JP" sz="1400" dirty="0">
              <a:solidFill>
                <a:schemeClr val="tx1"/>
              </a:solidFill>
              <a:latin typeface="Arial" panose="020B0604020202020204" pitchFamily="34" charset="0"/>
              <a:ea typeface="Meiryo UI" panose="020B0604030504040204" pitchFamily="50" charset="-128"/>
            </a:endParaRPr>
          </a:p>
          <a:p>
            <a:pPr marL="285750" indent="-285750">
              <a:lnSpc>
                <a:spcPct val="130000"/>
              </a:lnSpc>
              <a:buFont typeface="Wingdings" panose="05000000000000000000" pitchFamily="2" charset="2"/>
              <a:buChar char="Ø"/>
            </a:pPr>
            <a:r>
              <a:rPr kumimoji="1" lang="ja-JP" altLang="en-US" sz="1400" dirty="0">
                <a:solidFill>
                  <a:schemeClr val="tx1"/>
                </a:solidFill>
                <a:latin typeface="Arial" panose="020B0604020202020204" pitchFamily="34" charset="0"/>
                <a:ea typeface="Meiryo UI" panose="020B0604030504040204" pitchFamily="50" charset="-128"/>
              </a:rPr>
              <a:t>生活者向け新サービスの企画と検証</a:t>
            </a:r>
            <a:endParaRPr kumimoji="1" lang="en-US" altLang="ja-JP" sz="1400" dirty="0">
              <a:solidFill>
                <a:schemeClr val="tx1"/>
              </a:solidFill>
              <a:latin typeface="Arial" panose="020B0604020202020204" pitchFamily="34" charset="0"/>
              <a:ea typeface="Meiryo UI" panose="020B0604030504040204" pitchFamily="50" charset="-128"/>
            </a:endParaRPr>
          </a:p>
          <a:p>
            <a:pPr marL="285750" indent="-285750">
              <a:lnSpc>
                <a:spcPct val="130000"/>
              </a:lnSpc>
              <a:buFont typeface="Wingdings" panose="05000000000000000000" pitchFamily="2" charset="2"/>
              <a:buChar char="Ø"/>
            </a:pPr>
            <a:r>
              <a:rPr kumimoji="1" lang="ja-JP" altLang="en-US" sz="1400" dirty="0">
                <a:solidFill>
                  <a:schemeClr val="tx1"/>
                </a:solidFill>
                <a:latin typeface="Arial" panose="020B0604020202020204" pitchFamily="34" charset="0"/>
                <a:ea typeface="Meiryo UI" panose="020B0604030504040204" pitchFamily="50" charset="-128"/>
              </a:rPr>
              <a:t>事業者向け</a:t>
            </a:r>
            <a:r>
              <a:rPr kumimoji="1" lang="en-US" altLang="ja-JP" sz="1400" dirty="0" err="1">
                <a:solidFill>
                  <a:schemeClr val="tx1"/>
                </a:solidFill>
                <a:latin typeface="Arial" panose="020B0604020202020204" pitchFamily="34" charset="0"/>
                <a:ea typeface="Meiryo UI" panose="020B0604030504040204" pitchFamily="50" charset="-128"/>
              </a:rPr>
              <a:t>Suica</a:t>
            </a:r>
            <a:r>
              <a:rPr kumimoji="1" lang="ja-JP" altLang="en-US" sz="1400" dirty="0">
                <a:solidFill>
                  <a:schemeClr val="tx1"/>
                </a:solidFill>
                <a:latin typeface="Arial" panose="020B0604020202020204" pitchFamily="34" charset="0"/>
                <a:ea typeface="Meiryo UI" panose="020B0604030504040204" pitchFamily="50" charset="-128"/>
              </a:rPr>
              <a:t> デジタル</a:t>
            </a:r>
            <a:r>
              <a:rPr kumimoji="1" lang="en-US" altLang="ja-JP" sz="1400" dirty="0">
                <a:solidFill>
                  <a:schemeClr val="tx1"/>
                </a:solidFill>
                <a:latin typeface="Arial" panose="020B0604020202020204" pitchFamily="34" charset="0"/>
                <a:ea typeface="Meiryo UI" panose="020B0604030504040204" pitchFamily="50" charset="-128"/>
              </a:rPr>
              <a:t>PF</a:t>
            </a:r>
            <a:r>
              <a:rPr kumimoji="1" lang="ja-JP" altLang="en-US" sz="1400" dirty="0">
                <a:solidFill>
                  <a:schemeClr val="tx1"/>
                </a:solidFill>
                <a:latin typeface="Arial" panose="020B0604020202020204" pitchFamily="34" charset="0"/>
                <a:ea typeface="Meiryo UI" panose="020B0604030504040204" pitchFamily="50" charset="-128"/>
              </a:rPr>
              <a:t>が提供するサービスの企画と検証</a:t>
            </a:r>
            <a:endParaRPr kumimoji="1" lang="en-US" altLang="ja-JP" sz="1400" dirty="0">
              <a:solidFill>
                <a:schemeClr val="tx1"/>
              </a:solidFill>
              <a:latin typeface="Arial" panose="020B0604020202020204" pitchFamily="34" charset="0"/>
              <a:ea typeface="Meiryo UI" panose="020B0604030504040204" pitchFamily="50" charset="-128"/>
            </a:endParaRPr>
          </a:p>
          <a:p>
            <a:pPr marL="285750" indent="-285750">
              <a:lnSpc>
                <a:spcPct val="130000"/>
              </a:lnSpc>
              <a:buFont typeface="Wingdings" panose="05000000000000000000" pitchFamily="2" charset="2"/>
              <a:buChar char="Ø"/>
            </a:pPr>
            <a:r>
              <a:rPr kumimoji="1" lang="ja-JP" altLang="en-US" sz="1400" dirty="0">
                <a:solidFill>
                  <a:schemeClr val="tx1"/>
                </a:solidFill>
                <a:latin typeface="Arial" panose="020B0604020202020204" pitchFamily="34" charset="0"/>
                <a:ea typeface="Meiryo UI" panose="020B0604030504040204" pitchFamily="50" charset="-128"/>
              </a:rPr>
              <a:t>新</a:t>
            </a:r>
            <a:r>
              <a:rPr kumimoji="1" lang="en-US" altLang="ja-JP" sz="1400" dirty="0" err="1">
                <a:solidFill>
                  <a:schemeClr val="tx1"/>
                </a:solidFill>
                <a:latin typeface="Arial" panose="020B0604020202020204" pitchFamily="34" charset="0"/>
                <a:ea typeface="Meiryo UI" panose="020B0604030504040204" pitchFamily="50" charset="-128"/>
              </a:rPr>
              <a:t>Suica</a:t>
            </a:r>
            <a:r>
              <a:rPr kumimoji="1" lang="ja-JP" altLang="en-US" sz="1400" dirty="0">
                <a:solidFill>
                  <a:schemeClr val="tx1"/>
                </a:solidFill>
                <a:latin typeface="Arial" panose="020B0604020202020204" pitchFamily="34" charset="0"/>
                <a:ea typeface="Meiryo UI" panose="020B0604030504040204" pitchFamily="50" charset="-128"/>
              </a:rPr>
              <a:t>サービス及び</a:t>
            </a:r>
            <a:r>
              <a:rPr kumimoji="1" lang="en-US" altLang="ja-JP" sz="1400" dirty="0" err="1">
                <a:solidFill>
                  <a:schemeClr val="tx1"/>
                </a:solidFill>
                <a:latin typeface="Arial" panose="020B0604020202020204" pitchFamily="34" charset="0"/>
                <a:ea typeface="Meiryo UI" panose="020B0604030504040204" pitchFamily="50" charset="-128"/>
              </a:rPr>
              <a:t>Suica</a:t>
            </a:r>
            <a:r>
              <a:rPr kumimoji="1" lang="ja-JP" altLang="en-US" sz="1400" dirty="0">
                <a:solidFill>
                  <a:schemeClr val="tx1"/>
                </a:solidFill>
                <a:latin typeface="Arial" panose="020B0604020202020204" pitchFamily="34" charset="0"/>
                <a:ea typeface="Meiryo UI" panose="020B0604030504040204" pitchFamily="50" charset="-128"/>
              </a:rPr>
              <a:t> デジタルプラットフォーム全体の実現性と事業性の検討・検証</a:t>
            </a:r>
          </a:p>
          <a:p>
            <a:pPr marL="285750" indent="-285750">
              <a:lnSpc>
                <a:spcPct val="130000"/>
              </a:lnSpc>
              <a:buFont typeface="Wingdings" panose="05000000000000000000" pitchFamily="2" charset="2"/>
              <a:buChar char="Ø"/>
            </a:pPr>
            <a:r>
              <a:rPr kumimoji="1" lang="ja-JP" altLang="en-US" sz="1400" dirty="0">
                <a:solidFill>
                  <a:schemeClr val="tx1"/>
                </a:solidFill>
                <a:latin typeface="Arial" panose="020B0604020202020204" pitchFamily="34" charset="0"/>
                <a:ea typeface="Meiryo UI" panose="020B0604030504040204" pitchFamily="50" charset="-128"/>
              </a:rPr>
              <a:t>グループ内外の重要ステークホルダーとの対話・議論を通じた、構想の磨き込みと我が事化</a:t>
            </a:r>
            <a:endParaRPr kumimoji="1" lang="en-US" altLang="ja-JP" sz="1400" dirty="0">
              <a:solidFill>
                <a:schemeClr val="tx1"/>
              </a:solidFill>
              <a:latin typeface="Arial" panose="020B0604020202020204" pitchFamily="34" charset="0"/>
              <a:ea typeface="Meiryo UI" panose="020B0604030504040204" pitchFamily="50" charset="-128"/>
            </a:endParaRPr>
          </a:p>
        </p:txBody>
      </p:sp>
      <p:sp>
        <p:nvSpPr>
          <p:cNvPr id="9" name="正方形/長方形 8">
            <a:extLst>
              <a:ext uri="{FF2B5EF4-FFF2-40B4-BE49-F238E27FC236}">
                <a16:creationId xmlns:a16="http://schemas.microsoft.com/office/drawing/2014/main" id="{58BBEB32-E677-C607-9E28-B91ECE4BDD1A}"/>
              </a:ext>
            </a:extLst>
          </p:cNvPr>
          <p:cNvSpPr/>
          <p:nvPr/>
        </p:nvSpPr>
        <p:spPr>
          <a:xfrm>
            <a:off x="914401" y="4893685"/>
            <a:ext cx="1800000" cy="1080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kumimoji="1" lang="ja-JP" altLang="en-US" sz="1400" dirty="0">
                <a:latin typeface="Arial" panose="020B0604020202020204" pitchFamily="34" charset="0"/>
                <a:ea typeface="Meiryo UI" panose="020B0604030504040204" pitchFamily="50" charset="-128"/>
              </a:rPr>
              <a:t>なぜ私たちが</a:t>
            </a:r>
            <a:endParaRPr kumimoji="1" lang="en-US" altLang="ja-JP" sz="1400" dirty="0">
              <a:latin typeface="Arial" panose="020B0604020202020204" pitchFamily="34" charset="0"/>
              <a:ea typeface="Meiryo UI" panose="020B0604030504040204" pitchFamily="50" charset="-128"/>
            </a:endParaRPr>
          </a:p>
          <a:p>
            <a:pPr algn="ctr"/>
            <a:r>
              <a:rPr kumimoji="1" lang="ja-JP" altLang="en-US" sz="1400" dirty="0">
                <a:latin typeface="Arial" panose="020B0604020202020204" pitchFamily="34" charset="0"/>
                <a:ea typeface="Meiryo UI" panose="020B0604030504040204" pitchFamily="50" charset="-128"/>
              </a:rPr>
              <a:t>それをできるのか？</a:t>
            </a:r>
          </a:p>
        </p:txBody>
      </p:sp>
      <p:sp>
        <p:nvSpPr>
          <p:cNvPr id="10" name="正方形/長方形 9">
            <a:extLst>
              <a:ext uri="{FF2B5EF4-FFF2-40B4-BE49-F238E27FC236}">
                <a16:creationId xmlns:a16="http://schemas.microsoft.com/office/drawing/2014/main" id="{64192541-991E-C9C4-5F29-D005441A157C}"/>
              </a:ext>
            </a:extLst>
          </p:cNvPr>
          <p:cNvSpPr/>
          <p:nvPr/>
        </p:nvSpPr>
        <p:spPr>
          <a:xfrm>
            <a:off x="3002146" y="4869545"/>
            <a:ext cx="8280000" cy="1080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nSpc>
                <a:spcPct val="130000"/>
              </a:lnSpc>
            </a:pPr>
            <a:r>
              <a:rPr kumimoji="1" lang="ja-JP" altLang="en-US" sz="1400" b="1">
                <a:solidFill>
                  <a:schemeClr val="tx1"/>
                </a:solidFill>
                <a:latin typeface="Arial" panose="020B0604020202020204" pitchFamily="34" charset="0"/>
                <a:ea typeface="Meiryo UI" panose="020B0604030504040204" pitchFamily="50" charset="-128"/>
              </a:rPr>
              <a:t>サービスデザイン </a:t>
            </a:r>
            <a:r>
              <a:rPr kumimoji="1" lang="en-US" altLang="ja-JP" sz="1400" b="1">
                <a:solidFill>
                  <a:schemeClr val="tx1"/>
                </a:solidFill>
                <a:latin typeface="Arial" panose="020B0604020202020204" pitchFamily="34" charset="0"/>
                <a:ea typeface="Meiryo UI" panose="020B0604030504040204" pitchFamily="50" charset="-128"/>
              </a:rPr>
              <a:t>x </a:t>
            </a:r>
            <a:r>
              <a:rPr kumimoji="1" lang="ja-JP" altLang="en-US" sz="1400" b="1">
                <a:solidFill>
                  <a:schemeClr val="tx1"/>
                </a:solidFill>
                <a:latin typeface="Arial" panose="020B0604020202020204" pitchFamily="34" charset="0"/>
                <a:ea typeface="Meiryo UI" panose="020B0604030504040204" pitchFamily="50" charset="-128"/>
              </a:rPr>
              <a:t>ビジネスデザインのチーム編成</a:t>
            </a:r>
            <a:endParaRPr kumimoji="1" lang="en-US" altLang="ja-JP" sz="1400" b="1">
              <a:solidFill>
                <a:schemeClr val="tx1"/>
              </a:solidFill>
              <a:latin typeface="Arial" panose="020B0604020202020204" pitchFamily="34" charset="0"/>
              <a:ea typeface="Meiryo UI" panose="020B0604030504040204" pitchFamily="50" charset="-128"/>
            </a:endParaRPr>
          </a:p>
          <a:p>
            <a:pPr marL="285750" indent="-285750">
              <a:lnSpc>
                <a:spcPct val="130000"/>
              </a:lnSpc>
              <a:buFont typeface="Wingdings" panose="05000000000000000000" pitchFamily="2" charset="2"/>
              <a:buChar char="Ø"/>
            </a:pPr>
            <a:r>
              <a:rPr kumimoji="1" lang="ja-JP" altLang="en-US" sz="1400">
                <a:solidFill>
                  <a:schemeClr val="tx1"/>
                </a:solidFill>
                <a:latin typeface="Arial" panose="020B0604020202020204" pitchFamily="34" charset="0"/>
                <a:ea typeface="Meiryo UI" panose="020B0604030504040204" pitchFamily="50" charset="-128"/>
              </a:rPr>
              <a:t>貴社文化や組織、経営としての意思の理解</a:t>
            </a:r>
            <a:endParaRPr kumimoji="1" lang="en-US" altLang="ja-JP" sz="1400">
              <a:solidFill>
                <a:schemeClr val="tx1"/>
              </a:solidFill>
              <a:latin typeface="Arial" panose="020B0604020202020204" pitchFamily="34" charset="0"/>
              <a:ea typeface="Meiryo UI" panose="020B0604030504040204" pitchFamily="50" charset="-128"/>
            </a:endParaRPr>
          </a:p>
          <a:p>
            <a:pPr marL="285750" indent="-285750">
              <a:lnSpc>
                <a:spcPct val="130000"/>
              </a:lnSpc>
              <a:buFont typeface="Wingdings" panose="05000000000000000000" pitchFamily="2" charset="2"/>
              <a:buChar char="Ø"/>
            </a:pPr>
            <a:r>
              <a:rPr kumimoji="1" lang="ja-JP" altLang="en-US" sz="1400">
                <a:solidFill>
                  <a:schemeClr val="tx1"/>
                </a:solidFill>
                <a:latin typeface="Arial" panose="020B0604020202020204" pitchFamily="34" charset="0"/>
                <a:ea typeface="Meiryo UI" panose="020B0604030504040204" pitchFamily="50" charset="-128"/>
              </a:rPr>
              <a:t>サービスデザインの基本プロセスの理解と実戦経験</a:t>
            </a:r>
            <a:endParaRPr kumimoji="1" lang="en-US" altLang="ja-JP" sz="1400">
              <a:solidFill>
                <a:schemeClr val="tx1"/>
              </a:solidFill>
              <a:latin typeface="Arial" panose="020B0604020202020204" pitchFamily="34" charset="0"/>
              <a:ea typeface="Meiryo UI" panose="020B0604030504040204" pitchFamily="50" charset="-128"/>
            </a:endParaRPr>
          </a:p>
          <a:p>
            <a:pPr marL="285750" indent="-285750">
              <a:lnSpc>
                <a:spcPct val="130000"/>
              </a:lnSpc>
              <a:buFont typeface="Wingdings" panose="05000000000000000000" pitchFamily="2" charset="2"/>
              <a:buChar char="Ø"/>
            </a:pPr>
            <a:r>
              <a:rPr kumimoji="1" lang="ja-JP" altLang="en-US" sz="1400">
                <a:solidFill>
                  <a:schemeClr val="tx1"/>
                </a:solidFill>
                <a:latin typeface="Arial" panose="020B0604020202020204" pitchFamily="34" charset="0"/>
                <a:ea typeface="Meiryo UI" panose="020B0604030504040204" pitchFamily="50" charset="-128"/>
              </a:rPr>
              <a:t>ビジネスデザインの定石と事業開発伴走の経験</a:t>
            </a:r>
          </a:p>
        </p:txBody>
      </p:sp>
    </p:spTree>
    <p:extLst>
      <p:ext uri="{BB962C8B-B14F-4D97-AF65-F5344CB8AC3E}">
        <p14:creationId xmlns:p14="http://schemas.microsoft.com/office/powerpoint/2010/main" val="3429832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56DCB-9B4C-8D13-B983-F9F832E5CE8D}"/>
            </a:ext>
          </a:extLst>
        </p:cNvPr>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DA541EAD-B1E5-1F84-5B9D-34D6A166A652}"/>
              </a:ext>
            </a:extLst>
          </p:cNvPr>
          <p:cNvGraphicFramePr>
            <a:graphicFrameLocks noChangeAspect="1"/>
          </p:cNvGraphicFramePr>
          <p:nvPr>
            <p:custDataLst>
              <p:tags r:id="rId1"/>
            </p:custDataLst>
            <p:extLst>
              <p:ext uri="{D42A27DB-BD31-4B8C-83A1-F6EECF244321}">
                <p14:modId xmlns:p14="http://schemas.microsoft.com/office/powerpoint/2010/main" val="12822980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11" name="think-cell data - do not delete" hidden="1">
                        <a:extLst>
                          <a:ext uri="{FF2B5EF4-FFF2-40B4-BE49-F238E27FC236}">
                            <a16:creationId xmlns:a16="http://schemas.microsoft.com/office/drawing/2014/main" id="{DA541EAD-B1E5-1F84-5B9D-34D6A166A65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字幕 3">
            <a:extLst>
              <a:ext uri="{FF2B5EF4-FFF2-40B4-BE49-F238E27FC236}">
                <a16:creationId xmlns:a16="http://schemas.microsoft.com/office/drawing/2014/main" id="{09B1FE20-4807-B535-8E73-F6CAEEAD2760}"/>
              </a:ext>
            </a:extLst>
          </p:cNvPr>
          <p:cNvSpPr>
            <a:spLocks noGrp="1"/>
          </p:cNvSpPr>
          <p:nvPr>
            <p:ph type="subTitle" idx="13"/>
          </p:nvPr>
        </p:nvSpPr>
        <p:spPr/>
        <p:txBody>
          <a:bodyPr/>
          <a:lstStyle/>
          <a:p>
            <a:r>
              <a:rPr kumimoji="1" lang="en-US" altLang="ja-JP" dirty="0" err="1"/>
              <a:t>Suica</a:t>
            </a:r>
            <a:r>
              <a:rPr kumimoji="1" lang="ja-JP" altLang="en-US" dirty="0"/>
              <a:t>を「生活のデバイス」へと進化させ、生活者・事業者・</a:t>
            </a:r>
            <a:r>
              <a:rPr kumimoji="1" lang="en-US" altLang="ja-JP" dirty="0"/>
              <a:t>JR</a:t>
            </a:r>
            <a:r>
              <a:rPr kumimoji="1" lang="ja-JP" altLang="en-US" dirty="0"/>
              <a:t>東日本グループに加え、社会全体の“四方よし”を実現するためのサービス企画・全体設計をご支援する</a:t>
            </a:r>
          </a:p>
          <a:p>
            <a:endParaRPr kumimoji="1" lang="ja-JP" altLang="en-US" dirty="0"/>
          </a:p>
        </p:txBody>
      </p:sp>
      <p:sp>
        <p:nvSpPr>
          <p:cNvPr id="2" name="タイトル 1">
            <a:extLst>
              <a:ext uri="{FF2B5EF4-FFF2-40B4-BE49-F238E27FC236}">
                <a16:creationId xmlns:a16="http://schemas.microsoft.com/office/drawing/2014/main" id="{C146A87D-EFE7-967C-76EE-F65CB3565534}"/>
              </a:ext>
            </a:extLst>
          </p:cNvPr>
          <p:cNvSpPr>
            <a:spLocks noGrp="1"/>
          </p:cNvSpPr>
          <p:nvPr>
            <p:ph type="title"/>
          </p:nvPr>
        </p:nvSpPr>
        <p:spPr/>
        <p:txBody>
          <a:bodyPr vert="horz"/>
          <a:lstStyle/>
          <a:p>
            <a:r>
              <a:rPr lang="en-US" altLang="ja-JP" dirty="0"/>
              <a:t>2_</a:t>
            </a:r>
            <a:r>
              <a:rPr lang="ja-JP" altLang="en-US" dirty="0"/>
              <a:t>背景認識・目的</a:t>
            </a:r>
            <a:endParaRPr kumimoji="1" lang="ja-JP" altLang="en-US" dirty="0"/>
          </a:p>
        </p:txBody>
      </p:sp>
      <p:sp>
        <p:nvSpPr>
          <p:cNvPr id="5" name="正方形/長方形 4">
            <a:extLst>
              <a:ext uri="{FF2B5EF4-FFF2-40B4-BE49-F238E27FC236}">
                <a16:creationId xmlns:a16="http://schemas.microsoft.com/office/drawing/2014/main" id="{69857D03-574A-74AE-183D-53DE23B1AB04}"/>
              </a:ext>
            </a:extLst>
          </p:cNvPr>
          <p:cNvSpPr/>
          <p:nvPr/>
        </p:nvSpPr>
        <p:spPr>
          <a:xfrm>
            <a:off x="914401" y="1416051"/>
            <a:ext cx="1800000" cy="2160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kumimoji="1" lang="ja-JP" altLang="en-US" sz="1400" dirty="0">
                <a:latin typeface="Arial" panose="020B0604020202020204" pitchFamily="34" charset="0"/>
                <a:ea typeface="Meiryo UI" panose="020B0604030504040204" pitchFamily="50" charset="-128"/>
              </a:rPr>
              <a:t>現状認識</a:t>
            </a:r>
          </a:p>
        </p:txBody>
      </p:sp>
      <p:sp>
        <p:nvSpPr>
          <p:cNvPr id="6" name="正方形/長方形 5">
            <a:extLst>
              <a:ext uri="{FF2B5EF4-FFF2-40B4-BE49-F238E27FC236}">
                <a16:creationId xmlns:a16="http://schemas.microsoft.com/office/drawing/2014/main" id="{3BBB277E-AC8B-1664-EF94-ED0FA6B5DDF2}"/>
              </a:ext>
            </a:extLst>
          </p:cNvPr>
          <p:cNvSpPr/>
          <p:nvPr/>
        </p:nvSpPr>
        <p:spPr>
          <a:xfrm>
            <a:off x="3002146" y="1416051"/>
            <a:ext cx="8280000" cy="2160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marL="285750" indent="-285750">
              <a:lnSpc>
                <a:spcPct val="130000"/>
              </a:lnSpc>
              <a:buFont typeface="Arial" panose="020B0604020202020204" pitchFamily="34" charset="0"/>
              <a:buChar char="•"/>
            </a:pPr>
            <a:r>
              <a:rPr kumimoji="1" lang="en-US" altLang="ja-JP" sz="1400" dirty="0">
                <a:solidFill>
                  <a:schemeClr val="tx1"/>
                </a:solidFill>
                <a:latin typeface="Arial" panose="020B0604020202020204" pitchFamily="34" charset="0"/>
                <a:ea typeface="Meiryo UI" panose="020B0604030504040204" pitchFamily="50" charset="-128"/>
              </a:rPr>
              <a:t>JR</a:t>
            </a:r>
            <a:r>
              <a:rPr kumimoji="1" lang="ja-JP" altLang="en-US" sz="1400" dirty="0">
                <a:solidFill>
                  <a:schemeClr val="tx1"/>
                </a:solidFill>
                <a:latin typeface="Arial" panose="020B0604020202020204" pitchFamily="34" charset="0"/>
                <a:ea typeface="Meiryo UI" panose="020B0604030504040204" pitchFamily="50" charset="-128"/>
              </a:rPr>
              <a:t>東日本グループは、経営ビジョン「勇翔</a:t>
            </a:r>
            <a:r>
              <a:rPr kumimoji="1" lang="en-US" altLang="ja-JP" sz="1400" dirty="0">
                <a:solidFill>
                  <a:schemeClr val="tx1"/>
                </a:solidFill>
                <a:latin typeface="Arial" panose="020B0604020202020204" pitchFamily="34" charset="0"/>
                <a:ea typeface="Meiryo UI" panose="020B0604030504040204" pitchFamily="50" charset="-128"/>
              </a:rPr>
              <a:t>2034</a:t>
            </a:r>
            <a:r>
              <a:rPr kumimoji="1" lang="ja-JP" altLang="en-US" sz="1400" dirty="0">
                <a:solidFill>
                  <a:schemeClr val="tx1"/>
                </a:solidFill>
                <a:latin typeface="Arial" panose="020B0604020202020204" pitchFamily="34" charset="0"/>
                <a:ea typeface="Meiryo UI" panose="020B0604030504040204" pitchFamily="50" charset="-128"/>
              </a:rPr>
              <a:t>」のもと、中長期ビジネス成長戦略「</a:t>
            </a:r>
            <a:r>
              <a:rPr kumimoji="1" lang="en-US" altLang="ja-JP" sz="1400" dirty="0">
                <a:solidFill>
                  <a:schemeClr val="tx1"/>
                </a:solidFill>
                <a:latin typeface="Arial" panose="020B0604020202020204" pitchFamily="34" charset="0"/>
                <a:ea typeface="Meiryo UI" panose="020B0604030504040204" pitchFamily="50" charset="-128"/>
              </a:rPr>
              <a:t>Beyond the Border</a:t>
            </a:r>
            <a:r>
              <a:rPr kumimoji="1" lang="ja-JP" altLang="en-US" sz="1400" dirty="0">
                <a:solidFill>
                  <a:schemeClr val="tx1"/>
                </a:solidFill>
                <a:latin typeface="Arial" panose="020B0604020202020204" pitchFamily="34" charset="0"/>
                <a:ea typeface="Meiryo UI" panose="020B0604030504040204" pitchFamily="50" charset="-128"/>
              </a:rPr>
              <a:t>」を掲げ、お客さまの生活を豊かにするライフスタイル・トランスフォーメーション（</a:t>
            </a:r>
            <a:r>
              <a:rPr kumimoji="1" lang="en-US" altLang="ja-JP" sz="1400" dirty="0">
                <a:solidFill>
                  <a:schemeClr val="tx1"/>
                </a:solidFill>
                <a:latin typeface="Arial" panose="020B0604020202020204" pitchFamily="34" charset="0"/>
                <a:ea typeface="Meiryo UI" panose="020B0604030504040204" pitchFamily="50" charset="-128"/>
              </a:rPr>
              <a:t>LX</a:t>
            </a:r>
            <a:r>
              <a:rPr kumimoji="1" lang="ja-JP" altLang="en-US" sz="1400" dirty="0">
                <a:solidFill>
                  <a:schemeClr val="tx1"/>
                </a:solidFill>
                <a:latin typeface="Arial" panose="020B0604020202020204" pitchFamily="34" charset="0"/>
                <a:ea typeface="Meiryo UI" panose="020B0604030504040204" pitchFamily="50" charset="-128"/>
              </a:rPr>
              <a:t>）を目指している</a:t>
            </a:r>
          </a:p>
          <a:p>
            <a:pPr marL="285750" indent="-285750">
              <a:lnSpc>
                <a:spcPct val="130000"/>
              </a:lnSpc>
              <a:buFont typeface="Arial" panose="020B0604020202020204" pitchFamily="34" charset="0"/>
              <a:buChar char="•"/>
            </a:pPr>
            <a:r>
              <a:rPr kumimoji="1" lang="ja-JP" altLang="en-US" sz="1400" dirty="0">
                <a:solidFill>
                  <a:schemeClr val="tx1"/>
                </a:solidFill>
                <a:latin typeface="Arial" panose="020B0604020202020204" pitchFamily="34" charset="0"/>
                <a:ea typeface="Meiryo UI" panose="020B0604030504040204" pitchFamily="50" charset="-128"/>
              </a:rPr>
              <a:t>その中で、デジタルビジネスユニットでは、</a:t>
            </a:r>
            <a:r>
              <a:rPr kumimoji="1" lang="en-US" altLang="ja-JP" sz="1400" dirty="0" err="1">
                <a:solidFill>
                  <a:schemeClr val="tx1"/>
                </a:solidFill>
                <a:latin typeface="Arial" panose="020B0604020202020204" pitchFamily="34" charset="0"/>
                <a:ea typeface="Meiryo UI" panose="020B0604030504040204" pitchFamily="50" charset="-128"/>
              </a:rPr>
              <a:t>Suica</a:t>
            </a:r>
            <a:r>
              <a:rPr kumimoji="1" lang="ja-JP" altLang="en-US" sz="1400" dirty="0">
                <a:solidFill>
                  <a:schemeClr val="tx1"/>
                </a:solidFill>
                <a:latin typeface="Arial" panose="020B0604020202020204" pitchFamily="34" charset="0"/>
                <a:ea typeface="Meiryo UI" panose="020B0604030504040204" pitchFamily="50" charset="-128"/>
              </a:rPr>
              <a:t>経済圏と銘打ったお客さま・クライアントさま・</a:t>
            </a:r>
            <a:r>
              <a:rPr kumimoji="1" lang="en-US" altLang="ja-JP" sz="1400" dirty="0">
                <a:solidFill>
                  <a:schemeClr val="tx1"/>
                </a:solidFill>
                <a:latin typeface="Arial" panose="020B0604020202020204" pitchFamily="34" charset="0"/>
                <a:ea typeface="Meiryo UI" panose="020B0604030504040204" pitchFamily="50" charset="-128"/>
              </a:rPr>
              <a:t>JR</a:t>
            </a:r>
            <a:r>
              <a:rPr kumimoji="1" lang="ja-JP" altLang="en-US" sz="1400" dirty="0">
                <a:solidFill>
                  <a:schemeClr val="tx1"/>
                </a:solidFill>
                <a:latin typeface="Arial" panose="020B0604020202020204" pitchFamily="34" charset="0"/>
                <a:ea typeface="Meiryo UI" panose="020B0604030504040204" pitchFamily="50" charset="-128"/>
              </a:rPr>
              <a:t>東日本グループの三方よしの関係を築くデジタルプラットフォーム、およびサービス構築を進めており、新</a:t>
            </a:r>
            <a:r>
              <a:rPr kumimoji="1" lang="en-US" altLang="ja-JP" sz="1400" dirty="0" err="1">
                <a:solidFill>
                  <a:schemeClr val="tx1"/>
                </a:solidFill>
                <a:latin typeface="Arial" panose="020B0604020202020204" pitchFamily="34" charset="0"/>
                <a:ea typeface="Meiryo UI" panose="020B0604030504040204" pitchFamily="50" charset="-128"/>
              </a:rPr>
              <a:t>Suica</a:t>
            </a:r>
            <a:r>
              <a:rPr kumimoji="1" lang="ja-JP" altLang="en-US" sz="1400" dirty="0">
                <a:solidFill>
                  <a:schemeClr val="tx1"/>
                </a:solidFill>
                <a:latin typeface="Arial" panose="020B0604020202020204" pitchFamily="34" charset="0"/>
                <a:ea typeface="Meiryo UI" panose="020B0604030504040204" pitchFamily="50" charset="-128"/>
              </a:rPr>
              <a:t>アプリ全体の企画構想を推進中</a:t>
            </a:r>
          </a:p>
          <a:p>
            <a:pPr marL="285750" indent="-285750">
              <a:lnSpc>
                <a:spcPct val="130000"/>
              </a:lnSpc>
              <a:buFont typeface="Arial" panose="020B0604020202020204" pitchFamily="34" charset="0"/>
              <a:buChar char="•"/>
            </a:pPr>
            <a:r>
              <a:rPr lang="ja-JP" altLang="en-US" sz="1400" dirty="0">
                <a:solidFill>
                  <a:schemeClr val="tx1"/>
                </a:solidFill>
                <a:latin typeface="Arial" panose="020B0604020202020204" pitchFamily="34" charset="0"/>
                <a:ea typeface="Meiryo UI" panose="020B0604030504040204" pitchFamily="50" charset="-128"/>
              </a:rPr>
              <a:t>本</a:t>
            </a:r>
            <a:r>
              <a:rPr kumimoji="1" lang="ja-JP" altLang="en-US" sz="1400" dirty="0">
                <a:solidFill>
                  <a:schemeClr val="tx1"/>
                </a:solidFill>
                <a:latin typeface="Arial" panose="020B0604020202020204" pitchFamily="34" charset="0"/>
                <a:ea typeface="Meiryo UI" panose="020B0604030504040204" pitchFamily="50" charset="-128"/>
              </a:rPr>
              <a:t>企画構想の核となるのが、</a:t>
            </a:r>
            <a:r>
              <a:rPr kumimoji="1" lang="en-US" altLang="ja-JP" sz="1400" dirty="0" err="1">
                <a:solidFill>
                  <a:schemeClr val="tx1"/>
                </a:solidFill>
                <a:latin typeface="Arial" panose="020B0604020202020204" pitchFamily="34" charset="0"/>
                <a:ea typeface="Meiryo UI" panose="020B0604030504040204" pitchFamily="50" charset="-128"/>
              </a:rPr>
              <a:t>Suica</a:t>
            </a:r>
            <a:r>
              <a:rPr kumimoji="1" lang="ja-JP" altLang="en-US" sz="1400" dirty="0">
                <a:solidFill>
                  <a:schemeClr val="tx1"/>
                </a:solidFill>
                <a:latin typeface="Arial" panose="020B0604020202020204" pitchFamily="34" charset="0"/>
                <a:ea typeface="Meiryo UI" panose="020B0604030504040204" pitchFamily="50" charset="-128"/>
              </a:rPr>
              <a:t>を「生活のデバイス」へと進化させるためのサービス企画、および全体設計</a:t>
            </a:r>
            <a:br>
              <a:rPr kumimoji="1" lang="en-US" altLang="ja-JP" sz="1400" dirty="0">
                <a:solidFill>
                  <a:schemeClr val="tx1"/>
                </a:solidFill>
                <a:latin typeface="Arial" panose="020B0604020202020204" pitchFamily="34" charset="0"/>
                <a:ea typeface="Meiryo UI" panose="020B0604030504040204" pitchFamily="50" charset="-128"/>
              </a:rPr>
            </a:br>
            <a:r>
              <a:rPr kumimoji="1" lang="ja-JP" altLang="en-US" sz="1400" dirty="0">
                <a:solidFill>
                  <a:schemeClr val="tx1"/>
                </a:solidFill>
                <a:latin typeface="Arial" panose="020B0604020202020204" pitchFamily="34" charset="0"/>
                <a:ea typeface="Meiryo UI" panose="020B0604030504040204" pitchFamily="50" charset="-128"/>
              </a:rPr>
              <a:t>であり、加速が求められている</a:t>
            </a:r>
          </a:p>
        </p:txBody>
      </p:sp>
      <p:sp>
        <p:nvSpPr>
          <p:cNvPr id="7" name="正方形/長方形 6">
            <a:extLst>
              <a:ext uri="{FF2B5EF4-FFF2-40B4-BE49-F238E27FC236}">
                <a16:creationId xmlns:a16="http://schemas.microsoft.com/office/drawing/2014/main" id="{EC01F2DB-4265-169F-E455-CBBB5F409FF0}"/>
              </a:ext>
            </a:extLst>
          </p:cNvPr>
          <p:cNvSpPr/>
          <p:nvPr/>
        </p:nvSpPr>
        <p:spPr>
          <a:xfrm>
            <a:off x="914401" y="3748673"/>
            <a:ext cx="1800000" cy="130828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kumimoji="1" lang="ja-JP" altLang="en-US" sz="1400" dirty="0">
                <a:latin typeface="Arial" panose="020B0604020202020204" pitchFamily="34" charset="0"/>
                <a:ea typeface="Meiryo UI" panose="020B0604030504040204" pitchFamily="50" charset="-128"/>
              </a:rPr>
              <a:t>課題</a:t>
            </a:r>
          </a:p>
          <a:p>
            <a:pPr algn="ctr"/>
            <a:r>
              <a:rPr kumimoji="1" lang="ja-JP" altLang="en-US" sz="1400" dirty="0">
                <a:latin typeface="Arial" panose="020B0604020202020204" pitchFamily="34" charset="0"/>
                <a:ea typeface="Meiryo UI" panose="020B0604030504040204" pitchFamily="50" charset="-128"/>
              </a:rPr>
              <a:t>（見立て）</a:t>
            </a:r>
          </a:p>
        </p:txBody>
      </p:sp>
      <p:sp>
        <p:nvSpPr>
          <p:cNvPr id="8" name="正方形/長方形 7">
            <a:extLst>
              <a:ext uri="{FF2B5EF4-FFF2-40B4-BE49-F238E27FC236}">
                <a16:creationId xmlns:a16="http://schemas.microsoft.com/office/drawing/2014/main" id="{C80C9C3C-962C-A886-E5C0-E6BC89C11A8F}"/>
              </a:ext>
            </a:extLst>
          </p:cNvPr>
          <p:cNvSpPr/>
          <p:nvPr/>
        </p:nvSpPr>
        <p:spPr>
          <a:xfrm>
            <a:off x="3002146" y="3748673"/>
            <a:ext cx="8280000" cy="130828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marL="285750" indent="-285750">
              <a:lnSpc>
                <a:spcPct val="130000"/>
              </a:lnSpc>
              <a:buFont typeface="Arial" panose="020B0604020202020204" pitchFamily="34" charset="0"/>
              <a:buChar char="•"/>
            </a:pPr>
            <a:r>
              <a:rPr kumimoji="1" lang="ja-JP" altLang="en-US" sz="1400" dirty="0">
                <a:solidFill>
                  <a:schemeClr val="tx1"/>
                </a:solidFill>
                <a:latin typeface="Arial" panose="020B0604020202020204" pitchFamily="34" charset="0"/>
                <a:ea typeface="Meiryo UI" panose="020B0604030504040204" pitchFamily="50" charset="-128"/>
              </a:rPr>
              <a:t>多様なテーマ（</a:t>
            </a:r>
            <a:r>
              <a:rPr kumimoji="1" lang="en-US" altLang="ja-JP" sz="1400" dirty="0" err="1">
                <a:solidFill>
                  <a:schemeClr val="tx1"/>
                </a:solidFill>
                <a:latin typeface="Arial" panose="020B0604020202020204" pitchFamily="34" charset="0"/>
                <a:ea typeface="Meiryo UI" panose="020B0604030504040204" pitchFamily="50" charset="-128"/>
              </a:rPr>
              <a:t>MaaS</a:t>
            </a:r>
            <a:r>
              <a:rPr kumimoji="1" lang="ja-JP" altLang="en-US" sz="1400" dirty="0">
                <a:solidFill>
                  <a:schemeClr val="tx1"/>
                </a:solidFill>
                <a:latin typeface="Arial" panose="020B0604020202020204" pitchFamily="34" charset="0"/>
                <a:ea typeface="Meiryo UI" panose="020B0604030504040204" pitchFamily="50" charset="-128"/>
              </a:rPr>
              <a:t>、</a:t>
            </a:r>
            <a:r>
              <a:rPr kumimoji="1" lang="en-US" altLang="ja-JP" sz="1400" dirty="0">
                <a:solidFill>
                  <a:schemeClr val="tx1"/>
                </a:solidFill>
                <a:latin typeface="Arial" panose="020B0604020202020204" pitchFamily="34" charset="0"/>
                <a:ea typeface="Meiryo UI" panose="020B0604030504040204" pitchFamily="50" charset="-128"/>
              </a:rPr>
              <a:t>FinTech</a:t>
            </a:r>
            <a:r>
              <a:rPr kumimoji="1" lang="ja-JP" altLang="en-US" sz="1400" dirty="0">
                <a:solidFill>
                  <a:schemeClr val="tx1"/>
                </a:solidFill>
                <a:latin typeface="Arial" panose="020B0604020202020204" pitchFamily="34" charset="0"/>
                <a:ea typeface="Meiryo UI" panose="020B0604030504040204" pitchFamily="50" charset="-128"/>
              </a:rPr>
              <a:t>、ヘルスケア、エンタメなど）が並行検討されているが、共通の体験設計原則やサービスコンセプトや提供価値の検証が未着手</a:t>
            </a:r>
          </a:p>
          <a:p>
            <a:pPr marL="285750" indent="-285750">
              <a:lnSpc>
                <a:spcPct val="130000"/>
              </a:lnSpc>
              <a:buFont typeface="Arial" panose="020B0604020202020204" pitchFamily="34" charset="0"/>
              <a:buChar char="•"/>
            </a:pPr>
            <a:r>
              <a:rPr kumimoji="1" lang="ja-JP" altLang="en-US" sz="1400" dirty="0">
                <a:solidFill>
                  <a:schemeClr val="tx1"/>
                </a:solidFill>
                <a:latin typeface="Arial" panose="020B0604020202020204" pitchFamily="34" charset="0"/>
                <a:ea typeface="Meiryo UI" panose="020B0604030504040204" pitchFamily="50" charset="-128"/>
              </a:rPr>
              <a:t>個別テーマでの検討・実証が進む一方で、事業化に向けた全体整理・統合の仕組みは未整備</a:t>
            </a:r>
          </a:p>
          <a:p>
            <a:pPr marL="285750" indent="-285750">
              <a:lnSpc>
                <a:spcPct val="130000"/>
              </a:lnSpc>
              <a:buFont typeface="Arial" panose="020B0604020202020204" pitchFamily="34" charset="0"/>
              <a:buChar char="•"/>
            </a:pPr>
            <a:r>
              <a:rPr kumimoji="1" lang="ja-JP" altLang="en-US" sz="1400" dirty="0">
                <a:solidFill>
                  <a:schemeClr val="tx1"/>
                </a:solidFill>
                <a:latin typeface="Arial" panose="020B0604020202020204" pitchFamily="34" charset="0"/>
                <a:ea typeface="Meiryo UI" panose="020B0604030504040204" pitchFamily="50" charset="-128"/>
              </a:rPr>
              <a:t>アプリ機能やシステムアーキテクチャ検討に重点があるが、ビジネスモデルやガバナンスについては未検討</a:t>
            </a:r>
          </a:p>
        </p:txBody>
      </p:sp>
      <p:sp>
        <p:nvSpPr>
          <p:cNvPr id="9" name="正方形/長方形 8">
            <a:extLst>
              <a:ext uri="{FF2B5EF4-FFF2-40B4-BE49-F238E27FC236}">
                <a16:creationId xmlns:a16="http://schemas.microsoft.com/office/drawing/2014/main" id="{DCCFA4F6-01B4-44B8-BA70-ED45E251A390}"/>
              </a:ext>
            </a:extLst>
          </p:cNvPr>
          <p:cNvSpPr/>
          <p:nvPr/>
        </p:nvSpPr>
        <p:spPr>
          <a:xfrm>
            <a:off x="914401" y="5229575"/>
            <a:ext cx="1800000" cy="720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kumimoji="1" lang="ja-JP" altLang="en-US" sz="1400" dirty="0">
                <a:latin typeface="Arial" panose="020B0604020202020204" pitchFamily="34" charset="0"/>
                <a:ea typeface="Meiryo UI" panose="020B0604030504040204" pitchFamily="50" charset="-128"/>
              </a:rPr>
              <a:t>ご支援の</a:t>
            </a:r>
            <a:br>
              <a:rPr kumimoji="1" lang="en-US" altLang="ja-JP" sz="1400" dirty="0">
                <a:latin typeface="Arial" panose="020B0604020202020204" pitchFamily="34" charset="0"/>
                <a:ea typeface="Meiryo UI" panose="020B0604030504040204" pitchFamily="50" charset="-128"/>
              </a:rPr>
            </a:br>
            <a:r>
              <a:rPr kumimoji="1" lang="ja-JP" altLang="en-US" sz="1400" dirty="0">
                <a:latin typeface="Arial" panose="020B0604020202020204" pitchFamily="34" charset="0"/>
                <a:ea typeface="Meiryo UI" panose="020B0604030504040204" pitchFamily="50" charset="-128"/>
              </a:rPr>
              <a:t>目的</a:t>
            </a:r>
          </a:p>
        </p:txBody>
      </p:sp>
      <p:sp>
        <p:nvSpPr>
          <p:cNvPr id="10" name="正方形/長方形 9">
            <a:extLst>
              <a:ext uri="{FF2B5EF4-FFF2-40B4-BE49-F238E27FC236}">
                <a16:creationId xmlns:a16="http://schemas.microsoft.com/office/drawing/2014/main" id="{8F9BCE09-3C82-4A8D-5A46-9D022B244392}"/>
              </a:ext>
            </a:extLst>
          </p:cNvPr>
          <p:cNvSpPr/>
          <p:nvPr/>
        </p:nvSpPr>
        <p:spPr>
          <a:xfrm>
            <a:off x="3002146" y="5215512"/>
            <a:ext cx="8280000" cy="748126"/>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marL="285750" indent="-285750">
              <a:lnSpc>
                <a:spcPct val="130000"/>
              </a:lnSpc>
              <a:buFont typeface="Arial" panose="020B0604020202020204" pitchFamily="34" charset="0"/>
              <a:buChar char="•"/>
            </a:pPr>
            <a:r>
              <a:rPr kumimoji="1" lang="ja-JP" altLang="en-US" sz="1400" dirty="0">
                <a:solidFill>
                  <a:schemeClr val="tx1"/>
                </a:solidFill>
                <a:latin typeface="Arial" panose="020B0604020202020204" pitchFamily="34" charset="0"/>
                <a:ea typeface="Meiryo UI" panose="020B0604030504040204" pitchFamily="50" charset="-128"/>
              </a:rPr>
              <a:t>お客さま・クライアントさま・</a:t>
            </a:r>
            <a:r>
              <a:rPr kumimoji="1" lang="en-US" altLang="ja-JP" sz="1400" dirty="0">
                <a:solidFill>
                  <a:schemeClr val="tx1"/>
                </a:solidFill>
                <a:latin typeface="Arial" panose="020B0604020202020204" pitchFamily="34" charset="0"/>
                <a:ea typeface="Meiryo UI" panose="020B0604030504040204" pitchFamily="50" charset="-128"/>
              </a:rPr>
              <a:t>JR</a:t>
            </a:r>
            <a:r>
              <a:rPr kumimoji="1" lang="ja-JP" altLang="en-US" sz="1400" dirty="0">
                <a:solidFill>
                  <a:schemeClr val="tx1"/>
                </a:solidFill>
                <a:latin typeface="Arial" panose="020B0604020202020204" pitchFamily="34" charset="0"/>
                <a:ea typeface="Meiryo UI" panose="020B0604030504040204" pitchFamily="50" charset="-128"/>
              </a:rPr>
              <a:t>東日本グループに加え、社会全体の四方よしを実現する新</a:t>
            </a:r>
            <a:r>
              <a:rPr kumimoji="1" lang="en-US" altLang="ja-JP" sz="1400" dirty="0" err="1">
                <a:solidFill>
                  <a:schemeClr val="tx1"/>
                </a:solidFill>
                <a:latin typeface="Arial" panose="020B0604020202020204" pitchFamily="34" charset="0"/>
                <a:ea typeface="Meiryo UI" panose="020B0604030504040204" pitchFamily="50" charset="-128"/>
              </a:rPr>
              <a:t>Suica</a:t>
            </a:r>
            <a:r>
              <a:rPr kumimoji="1" lang="ja-JP" altLang="en-US" sz="1400" dirty="0">
                <a:solidFill>
                  <a:schemeClr val="tx1"/>
                </a:solidFill>
                <a:latin typeface="Arial" panose="020B0604020202020204" pitchFamily="34" charset="0"/>
                <a:ea typeface="Meiryo UI" panose="020B0604030504040204" pitchFamily="50" charset="-128"/>
              </a:rPr>
              <a:t>アプリの</a:t>
            </a:r>
            <a:br>
              <a:rPr kumimoji="1" lang="ja-JP" altLang="en-US" sz="1400" dirty="0">
                <a:solidFill>
                  <a:schemeClr val="tx1"/>
                </a:solidFill>
                <a:latin typeface="Arial" panose="020B0604020202020204" pitchFamily="34" charset="0"/>
                <a:ea typeface="Meiryo UI" panose="020B0604030504040204" pitchFamily="50" charset="-128"/>
              </a:rPr>
            </a:br>
            <a:r>
              <a:rPr kumimoji="1" lang="ja-JP" altLang="en-US" sz="1400" dirty="0">
                <a:solidFill>
                  <a:schemeClr val="tx1"/>
                </a:solidFill>
                <a:latin typeface="Arial" panose="020B0604020202020204" pitchFamily="34" charset="0"/>
                <a:ea typeface="Meiryo UI" panose="020B0604030504040204" pitchFamily="50" charset="-128"/>
              </a:rPr>
              <a:t>サービス・テーマの構想を具体化すること</a:t>
            </a:r>
          </a:p>
        </p:txBody>
      </p:sp>
    </p:spTree>
    <p:extLst>
      <p:ext uri="{BB962C8B-B14F-4D97-AF65-F5344CB8AC3E}">
        <p14:creationId xmlns:p14="http://schemas.microsoft.com/office/powerpoint/2010/main" val="2868598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AE033-DEA0-D699-87B6-526793344A1D}"/>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B77AC9E-186F-B647-2309-3D80A94B620E}"/>
              </a:ext>
            </a:extLst>
          </p:cNvPr>
          <p:cNvGraphicFramePr>
            <a:graphicFrameLocks noChangeAspect="1"/>
          </p:cNvGraphicFramePr>
          <p:nvPr>
            <p:custDataLst>
              <p:tags r:id="rId1"/>
            </p:custDataLst>
            <p:extLst>
              <p:ext uri="{D42A27DB-BD31-4B8C-83A1-F6EECF244321}">
                <p14:modId xmlns:p14="http://schemas.microsoft.com/office/powerpoint/2010/main" val="3901939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5" name="think-cell data - do not delete" hidden="1">
                        <a:extLst>
                          <a:ext uri="{FF2B5EF4-FFF2-40B4-BE49-F238E27FC236}">
                            <a16:creationId xmlns:a16="http://schemas.microsoft.com/office/drawing/2014/main" id="{CB77AC9E-186F-B647-2309-3D80A94B620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字幕 3">
            <a:extLst>
              <a:ext uri="{FF2B5EF4-FFF2-40B4-BE49-F238E27FC236}">
                <a16:creationId xmlns:a16="http://schemas.microsoft.com/office/drawing/2014/main" id="{3957DF9A-4A0F-D854-F3FF-199C2DBE245C}"/>
              </a:ext>
            </a:extLst>
          </p:cNvPr>
          <p:cNvSpPr>
            <a:spLocks noGrp="1"/>
          </p:cNvSpPr>
          <p:nvPr>
            <p:ph type="subTitle" idx="13"/>
          </p:nvPr>
        </p:nvSpPr>
        <p:spPr/>
        <p:txBody>
          <a:bodyPr/>
          <a:lstStyle/>
          <a:p>
            <a:r>
              <a:rPr kumimoji="1" lang="ja-JP" altLang="en-US" dirty="0"/>
              <a:t>当ご支援において、重要論点をプロジェクトワークを通じて解いていく</a:t>
            </a:r>
          </a:p>
        </p:txBody>
      </p:sp>
      <p:sp>
        <p:nvSpPr>
          <p:cNvPr id="2" name="タイトル 1">
            <a:extLst>
              <a:ext uri="{FF2B5EF4-FFF2-40B4-BE49-F238E27FC236}">
                <a16:creationId xmlns:a16="http://schemas.microsoft.com/office/drawing/2014/main" id="{13B4D5A7-174D-DB86-2DF3-902C95CEC574}"/>
              </a:ext>
            </a:extLst>
          </p:cNvPr>
          <p:cNvSpPr>
            <a:spLocks noGrp="1"/>
          </p:cNvSpPr>
          <p:nvPr>
            <p:ph type="title"/>
          </p:nvPr>
        </p:nvSpPr>
        <p:spPr/>
        <p:txBody>
          <a:bodyPr vert="horz"/>
          <a:lstStyle/>
          <a:p>
            <a:r>
              <a:rPr lang="en-US" altLang="ja-JP" dirty="0"/>
              <a:t>3_</a:t>
            </a:r>
            <a:r>
              <a:rPr lang="ja-JP" altLang="en-US" dirty="0"/>
              <a:t>重要論点、およびプロジェクトワーク</a:t>
            </a:r>
            <a:endParaRPr kumimoji="1" lang="ja-JP" altLang="en-US" dirty="0"/>
          </a:p>
        </p:txBody>
      </p:sp>
      <p:grpSp>
        <p:nvGrpSpPr>
          <p:cNvPr id="59" name="グループ化 58">
            <a:extLst>
              <a:ext uri="{FF2B5EF4-FFF2-40B4-BE49-F238E27FC236}">
                <a16:creationId xmlns:a16="http://schemas.microsoft.com/office/drawing/2014/main" id="{3346F3F3-FDEC-98C4-7815-34E38CF705D0}"/>
              </a:ext>
            </a:extLst>
          </p:cNvPr>
          <p:cNvGrpSpPr/>
          <p:nvPr/>
        </p:nvGrpSpPr>
        <p:grpSpPr>
          <a:xfrm>
            <a:off x="914018" y="1416936"/>
            <a:ext cx="7200000" cy="360000"/>
            <a:chOff x="914018" y="1416936"/>
            <a:chExt cx="7200000" cy="360000"/>
          </a:xfrm>
        </p:grpSpPr>
        <p:sp>
          <p:nvSpPr>
            <p:cNvPr id="56" name="正方形/長方形 55">
              <a:extLst>
                <a:ext uri="{FF2B5EF4-FFF2-40B4-BE49-F238E27FC236}">
                  <a16:creationId xmlns:a16="http://schemas.microsoft.com/office/drawing/2014/main" id="{606B9A34-8D32-FC84-8F5B-59934140120E}"/>
                </a:ext>
              </a:extLst>
            </p:cNvPr>
            <p:cNvSpPr/>
            <p:nvPr/>
          </p:nvSpPr>
          <p:spPr>
            <a:xfrm>
              <a:off x="914018" y="1416936"/>
              <a:ext cx="7200000" cy="36000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Arial" panose="020B0604020202020204" pitchFamily="34" charset="0"/>
                  <a:ea typeface="Meiryo UI" panose="020B0604030504040204" pitchFamily="50" charset="-128"/>
                </a:rPr>
                <a:t>重要論点</a:t>
              </a:r>
            </a:p>
          </p:txBody>
        </p:sp>
        <p:cxnSp>
          <p:nvCxnSpPr>
            <p:cNvPr id="57" name="直線コネクタ 56">
              <a:extLst>
                <a:ext uri="{FF2B5EF4-FFF2-40B4-BE49-F238E27FC236}">
                  <a16:creationId xmlns:a16="http://schemas.microsoft.com/office/drawing/2014/main" id="{D2C86840-4100-E899-E3B5-A7048520B507}"/>
                </a:ext>
              </a:extLst>
            </p:cNvPr>
            <p:cNvCxnSpPr>
              <a:cxnSpLocks/>
            </p:cNvCxnSpPr>
            <p:nvPr/>
          </p:nvCxnSpPr>
          <p:spPr>
            <a:xfrm>
              <a:off x="914018" y="1776936"/>
              <a:ext cx="7200000" cy="0"/>
            </a:xfrm>
            <a:prstGeom prst="lin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60" name="グループ化 59">
            <a:extLst>
              <a:ext uri="{FF2B5EF4-FFF2-40B4-BE49-F238E27FC236}">
                <a16:creationId xmlns:a16="http://schemas.microsoft.com/office/drawing/2014/main" id="{57C558FB-99A6-1B51-6ACA-9B88B6C05405}"/>
              </a:ext>
            </a:extLst>
          </p:cNvPr>
          <p:cNvGrpSpPr/>
          <p:nvPr/>
        </p:nvGrpSpPr>
        <p:grpSpPr>
          <a:xfrm>
            <a:off x="8264556" y="1416936"/>
            <a:ext cx="2772000" cy="360000"/>
            <a:chOff x="8264556" y="1416936"/>
            <a:chExt cx="2772000" cy="360000"/>
          </a:xfrm>
        </p:grpSpPr>
        <p:sp>
          <p:nvSpPr>
            <p:cNvPr id="54" name="正方形/長方形 53">
              <a:extLst>
                <a:ext uri="{FF2B5EF4-FFF2-40B4-BE49-F238E27FC236}">
                  <a16:creationId xmlns:a16="http://schemas.microsoft.com/office/drawing/2014/main" id="{36D0CD72-5EEF-EA3F-F4AB-50C7F1B276C0}"/>
                </a:ext>
              </a:extLst>
            </p:cNvPr>
            <p:cNvSpPr/>
            <p:nvPr/>
          </p:nvSpPr>
          <p:spPr>
            <a:xfrm>
              <a:off x="8264556" y="1416936"/>
              <a:ext cx="2772000" cy="36000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Arial" panose="020B0604020202020204" pitchFamily="34" charset="0"/>
                  <a:ea typeface="Meiryo UI" panose="020B0604030504040204" pitchFamily="50" charset="-128"/>
                </a:rPr>
                <a:t>プロジェクトワーク</a:t>
              </a:r>
            </a:p>
          </p:txBody>
        </p:sp>
        <p:cxnSp>
          <p:nvCxnSpPr>
            <p:cNvPr id="55" name="直線コネクタ 54">
              <a:extLst>
                <a:ext uri="{FF2B5EF4-FFF2-40B4-BE49-F238E27FC236}">
                  <a16:creationId xmlns:a16="http://schemas.microsoft.com/office/drawing/2014/main" id="{E1B43738-C44C-7402-A6F4-7E57A6B86C15}"/>
                </a:ext>
              </a:extLst>
            </p:cNvPr>
            <p:cNvCxnSpPr>
              <a:cxnSpLocks/>
            </p:cNvCxnSpPr>
            <p:nvPr/>
          </p:nvCxnSpPr>
          <p:spPr>
            <a:xfrm>
              <a:off x="8264556" y="1776936"/>
              <a:ext cx="2772000" cy="0"/>
            </a:xfrm>
            <a:prstGeom prst="lin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52" name="正方形/長方形 51">
            <a:extLst>
              <a:ext uri="{FF2B5EF4-FFF2-40B4-BE49-F238E27FC236}">
                <a16:creationId xmlns:a16="http://schemas.microsoft.com/office/drawing/2014/main" id="{4F43B5F0-A483-87EC-5D7F-E40FBEA1E680}"/>
              </a:ext>
            </a:extLst>
          </p:cNvPr>
          <p:cNvSpPr/>
          <p:nvPr/>
        </p:nvSpPr>
        <p:spPr>
          <a:xfrm>
            <a:off x="914018" y="1874730"/>
            <a:ext cx="7200000" cy="54000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t">
            <a:spAutoFit/>
          </a:bodyPr>
          <a:lstStyle/>
          <a:p>
            <a:pPr>
              <a:buClr>
                <a:schemeClr val="tx1"/>
              </a:buClr>
            </a:pPr>
            <a:r>
              <a:rPr kumimoji="1" lang="ja-JP" altLang="en-US" sz="1400" dirty="0">
                <a:solidFill>
                  <a:schemeClr val="tx1"/>
                </a:solidFill>
                <a:latin typeface="Arial" panose="020B0604020202020204" pitchFamily="34" charset="0"/>
                <a:ea typeface="Meiryo UI" panose="020B0604030504040204" pitchFamily="50" charset="-128"/>
              </a:rPr>
              <a:t>新</a:t>
            </a:r>
            <a:r>
              <a:rPr kumimoji="1" lang="en-US" altLang="ja-JP" sz="1400" dirty="0" err="1">
                <a:solidFill>
                  <a:schemeClr val="tx1"/>
                </a:solidFill>
                <a:latin typeface="Arial" panose="020B0604020202020204" pitchFamily="34" charset="0"/>
                <a:ea typeface="Meiryo UI" panose="020B0604030504040204" pitchFamily="50" charset="-128"/>
              </a:rPr>
              <a:t>Suica</a:t>
            </a:r>
            <a:r>
              <a:rPr kumimoji="1" lang="ja-JP" altLang="en-US" sz="1400" dirty="0">
                <a:solidFill>
                  <a:schemeClr val="tx1"/>
                </a:solidFill>
                <a:latin typeface="Arial" panose="020B0604020202020204" pitchFamily="34" charset="0"/>
                <a:ea typeface="Meiryo UI" panose="020B0604030504040204" pitchFamily="50" charset="-128"/>
              </a:rPr>
              <a:t>のアプリ「生活のデバイス化」やデジタル</a:t>
            </a:r>
            <a:r>
              <a:rPr kumimoji="1" lang="en-US" altLang="ja-JP" sz="1400" dirty="0">
                <a:solidFill>
                  <a:schemeClr val="tx1"/>
                </a:solidFill>
                <a:latin typeface="Arial" panose="020B0604020202020204" pitchFamily="34" charset="0"/>
                <a:ea typeface="Meiryo UI" panose="020B0604030504040204" pitchFamily="50" charset="-128"/>
              </a:rPr>
              <a:t>PF</a:t>
            </a:r>
            <a:r>
              <a:rPr kumimoji="1" lang="ja-JP" altLang="en-US" sz="1400" dirty="0">
                <a:solidFill>
                  <a:schemeClr val="tx1"/>
                </a:solidFill>
                <a:latin typeface="Arial" panose="020B0604020202020204" pitchFamily="34" charset="0"/>
                <a:ea typeface="Meiryo UI" panose="020B0604030504040204" pitchFamily="50" charset="-128"/>
              </a:rPr>
              <a:t>のありたい姿を、「勇翔</a:t>
            </a:r>
            <a:r>
              <a:rPr kumimoji="1" lang="en-US" altLang="ja-JP" sz="1400" dirty="0">
                <a:solidFill>
                  <a:schemeClr val="tx1"/>
                </a:solidFill>
                <a:latin typeface="Arial" panose="020B0604020202020204" pitchFamily="34" charset="0"/>
                <a:ea typeface="Meiryo UI" panose="020B0604030504040204" pitchFamily="50" charset="-128"/>
              </a:rPr>
              <a:t>2034</a:t>
            </a:r>
            <a:r>
              <a:rPr kumimoji="1" lang="ja-JP" altLang="en-US" sz="1400" dirty="0">
                <a:solidFill>
                  <a:schemeClr val="tx1"/>
                </a:solidFill>
                <a:latin typeface="Arial" panose="020B0604020202020204" pitchFamily="34" charset="0"/>
                <a:ea typeface="Meiryo UI" panose="020B0604030504040204" pitchFamily="50" charset="-128"/>
              </a:rPr>
              <a:t>」と如何に整合させ、重要なステークホルダーに分かり易い共通のビジョンとするか？</a:t>
            </a:r>
          </a:p>
        </p:txBody>
      </p:sp>
      <p:sp>
        <p:nvSpPr>
          <p:cNvPr id="53" name="楕円 52">
            <a:extLst>
              <a:ext uri="{FF2B5EF4-FFF2-40B4-BE49-F238E27FC236}">
                <a16:creationId xmlns:a16="http://schemas.microsoft.com/office/drawing/2014/main" id="{22D8DF70-AF97-C932-ADFE-52CA571AD12D}"/>
              </a:ext>
            </a:extLst>
          </p:cNvPr>
          <p:cNvSpPr/>
          <p:nvPr/>
        </p:nvSpPr>
        <p:spPr>
          <a:xfrm>
            <a:off x="624019" y="2000730"/>
            <a:ext cx="288000" cy="288000"/>
          </a:xfrm>
          <a:prstGeom prst="ellipse">
            <a:avLst/>
          </a:prstGeom>
          <a:solidFill>
            <a:srgbClr val="FFFFFF"/>
          </a:solidFill>
          <a:ln w="127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400">
                <a:solidFill>
                  <a:srgbClr val="000000"/>
                </a:solidFill>
                <a:latin typeface="Arial" panose="020B0604020202020204" pitchFamily="34" charset="0"/>
                <a:ea typeface="Meiryo UI" panose="020B0604030504040204" pitchFamily="50" charset="-128"/>
              </a:rPr>
              <a:t>1</a:t>
            </a:r>
            <a:endParaRPr kumimoji="1" lang="ja-JP" altLang="en-US" sz="1400">
              <a:solidFill>
                <a:srgbClr val="000000"/>
              </a:solidFill>
              <a:latin typeface="Arial" panose="020B0604020202020204" pitchFamily="34" charset="0"/>
              <a:ea typeface="Meiryo UI" panose="020B0604030504040204" pitchFamily="50" charset="-128"/>
            </a:endParaRPr>
          </a:p>
        </p:txBody>
      </p:sp>
      <p:sp>
        <p:nvSpPr>
          <p:cNvPr id="50" name="正方形/長方形 49">
            <a:extLst>
              <a:ext uri="{FF2B5EF4-FFF2-40B4-BE49-F238E27FC236}">
                <a16:creationId xmlns:a16="http://schemas.microsoft.com/office/drawing/2014/main" id="{6864565B-AAA5-825D-E0A4-9657BCA50DA6}"/>
              </a:ext>
            </a:extLst>
          </p:cNvPr>
          <p:cNvSpPr/>
          <p:nvPr/>
        </p:nvSpPr>
        <p:spPr>
          <a:xfrm>
            <a:off x="914018" y="2463627"/>
            <a:ext cx="7200000" cy="54000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t">
            <a:spAutoFit/>
          </a:bodyPr>
          <a:lstStyle/>
          <a:p>
            <a:pPr>
              <a:buClr>
                <a:schemeClr val="tx1"/>
              </a:buClr>
            </a:pPr>
            <a:r>
              <a:rPr kumimoji="1" lang="ja-JP" altLang="en-US" sz="1400" dirty="0">
                <a:solidFill>
                  <a:schemeClr val="tx1"/>
                </a:solidFill>
                <a:latin typeface="Arial" panose="020B0604020202020204" pitchFamily="34" charset="0"/>
                <a:ea typeface="Meiryo UI" panose="020B0604030504040204" pitchFamily="50" charset="-128"/>
              </a:rPr>
              <a:t>新</a:t>
            </a:r>
            <a:r>
              <a:rPr kumimoji="1" lang="en-US" altLang="ja-JP" sz="1400" dirty="0" err="1">
                <a:solidFill>
                  <a:schemeClr val="tx1"/>
                </a:solidFill>
                <a:latin typeface="Arial" panose="020B0604020202020204" pitchFamily="34" charset="0"/>
                <a:ea typeface="Meiryo UI" panose="020B0604030504040204" pitchFamily="50" charset="-128"/>
              </a:rPr>
              <a:t>Suica</a:t>
            </a:r>
            <a:r>
              <a:rPr kumimoji="1" lang="ja-JP" altLang="en-US" sz="1400" dirty="0">
                <a:solidFill>
                  <a:schemeClr val="tx1"/>
                </a:solidFill>
                <a:latin typeface="Arial" panose="020B0604020202020204" pitchFamily="34" charset="0"/>
                <a:ea typeface="Meiryo UI" panose="020B0604030504040204" pitchFamily="50" charset="-128"/>
              </a:rPr>
              <a:t>アプリは、どのような共通のユーザー体験原則（拠り所）を持って「生活のデバイス」となるべく開発を進めて行くか？</a:t>
            </a:r>
          </a:p>
        </p:txBody>
      </p:sp>
      <p:sp>
        <p:nvSpPr>
          <p:cNvPr id="51" name="楕円 50">
            <a:extLst>
              <a:ext uri="{FF2B5EF4-FFF2-40B4-BE49-F238E27FC236}">
                <a16:creationId xmlns:a16="http://schemas.microsoft.com/office/drawing/2014/main" id="{29E16A38-53F4-E71D-5B61-54C0FB26BB14}"/>
              </a:ext>
            </a:extLst>
          </p:cNvPr>
          <p:cNvSpPr/>
          <p:nvPr/>
        </p:nvSpPr>
        <p:spPr>
          <a:xfrm>
            <a:off x="624019" y="2589627"/>
            <a:ext cx="288000" cy="288000"/>
          </a:xfrm>
          <a:prstGeom prst="ellipse">
            <a:avLst/>
          </a:prstGeom>
          <a:solidFill>
            <a:srgbClr val="FFFFFF"/>
          </a:solidFill>
          <a:ln w="127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400">
                <a:solidFill>
                  <a:srgbClr val="000000"/>
                </a:solidFill>
                <a:latin typeface="Arial" panose="020B0604020202020204" pitchFamily="34" charset="0"/>
                <a:ea typeface="Meiryo UI" panose="020B0604030504040204" pitchFamily="50" charset="-128"/>
              </a:rPr>
              <a:t>2</a:t>
            </a:r>
            <a:endParaRPr kumimoji="1" lang="ja-JP" altLang="en-US" sz="1400">
              <a:solidFill>
                <a:srgbClr val="000000"/>
              </a:solidFill>
              <a:latin typeface="Arial" panose="020B0604020202020204" pitchFamily="34" charset="0"/>
              <a:ea typeface="Meiryo UI" panose="020B0604030504040204" pitchFamily="50" charset="-128"/>
            </a:endParaRPr>
          </a:p>
        </p:txBody>
      </p:sp>
      <p:sp>
        <p:nvSpPr>
          <p:cNvPr id="48" name="正方形/長方形 47">
            <a:extLst>
              <a:ext uri="{FF2B5EF4-FFF2-40B4-BE49-F238E27FC236}">
                <a16:creationId xmlns:a16="http://schemas.microsoft.com/office/drawing/2014/main" id="{BD15C1C9-6D16-2D11-8CFF-A7B473B04FCA}"/>
              </a:ext>
            </a:extLst>
          </p:cNvPr>
          <p:cNvSpPr/>
          <p:nvPr/>
        </p:nvSpPr>
        <p:spPr>
          <a:xfrm>
            <a:off x="914018" y="3052524"/>
            <a:ext cx="7200000" cy="54000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t">
            <a:spAutoFit/>
          </a:bodyPr>
          <a:lstStyle/>
          <a:p>
            <a:pPr>
              <a:buClr>
                <a:schemeClr val="tx1"/>
              </a:buClr>
            </a:pPr>
            <a:r>
              <a:rPr kumimoji="1" lang="ja-JP" altLang="en-US" sz="1400" dirty="0">
                <a:solidFill>
                  <a:schemeClr val="tx1"/>
                </a:solidFill>
                <a:latin typeface="Arial" panose="020B0604020202020204" pitchFamily="34" charset="0"/>
                <a:ea typeface="Meiryo UI" panose="020B0604030504040204" pitchFamily="50" charset="-128"/>
              </a:rPr>
              <a:t>新</a:t>
            </a:r>
            <a:r>
              <a:rPr kumimoji="1" lang="en-US" altLang="ja-JP" sz="1400" dirty="0" err="1">
                <a:solidFill>
                  <a:schemeClr val="tx1"/>
                </a:solidFill>
                <a:latin typeface="Arial" panose="020B0604020202020204" pitchFamily="34" charset="0"/>
                <a:ea typeface="Meiryo UI" panose="020B0604030504040204" pitchFamily="50" charset="-128"/>
              </a:rPr>
              <a:t>Suica</a:t>
            </a:r>
            <a:r>
              <a:rPr kumimoji="1" lang="ja-JP" altLang="en-US" sz="1400" dirty="0">
                <a:solidFill>
                  <a:schemeClr val="tx1"/>
                </a:solidFill>
                <a:latin typeface="Arial" panose="020B0604020202020204" pitchFamily="34" charset="0"/>
                <a:ea typeface="Meiryo UI" panose="020B0604030504040204" pitchFamily="50" charset="-128"/>
              </a:rPr>
              <a:t>アプリは、</a:t>
            </a:r>
            <a:r>
              <a:rPr kumimoji="1" lang="en-US" altLang="ja-JP" sz="1400" dirty="0">
                <a:solidFill>
                  <a:schemeClr val="tx1"/>
                </a:solidFill>
                <a:latin typeface="Arial" panose="020B0604020202020204" pitchFamily="34" charset="0"/>
                <a:ea typeface="Meiryo UI" panose="020B0604030504040204" pitchFamily="50" charset="-128"/>
              </a:rPr>
              <a:t>1</a:t>
            </a:r>
            <a:r>
              <a:rPr kumimoji="1" lang="ja-JP" altLang="en-US" sz="1400" dirty="0">
                <a:solidFill>
                  <a:schemeClr val="tx1"/>
                </a:solidFill>
                <a:latin typeface="Arial" panose="020B0604020202020204" pitchFamily="34" charset="0"/>
                <a:ea typeface="Meiryo UI" panose="020B0604030504040204" pitchFamily="50" charset="-128"/>
              </a:rPr>
              <a:t>億以上の</a:t>
            </a:r>
            <a:r>
              <a:rPr kumimoji="1" lang="en-US" altLang="ja-JP" sz="1400" dirty="0" err="1">
                <a:solidFill>
                  <a:schemeClr val="tx1"/>
                </a:solidFill>
                <a:latin typeface="Arial" panose="020B0604020202020204" pitchFamily="34" charset="0"/>
                <a:ea typeface="Meiryo UI" panose="020B0604030504040204" pitchFamily="50" charset="-128"/>
              </a:rPr>
              <a:t>Suica</a:t>
            </a:r>
            <a:r>
              <a:rPr kumimoji="1" lang="ja-JP" altLang="en-US" sz="1400" dirty="0">
                <a:solidFill>
                  <a:schemeClr val="tx1"/>
                </a:solidFill>
                <a:latin typeface="Arial" panose="020B0604020202020204" pitchFamily="34" charset="0"/>
                <a:ea typeface="Meiryo UI" panose="020B0604030504040204" pitchFamily="50" charset="-128"/>
              </a:rPr>
              <a:t>ユーザー（生活者）の誰をターゲットにして、どんな価値をどのように提供する事を目指すか？また、それが</a:t>
            </a:r>
            <a:r>
              <a:rPr kumimoji="1" lang="en-US" altLang="ja-JP" sz="1400" dirty="0" err="1">
                <a:solidFill>
                  <a:schemeClr val="tx1"/>
                </a:solidFill>
                <a:latin typeface="Arial" panose="020B0604020202020204" pitchFamily="34" charset="0"/>
                <a:ea typeface="Meiryo UI" panose="020B0604030504040204" pitchFamily="50" charset="-128"/>
              </a:rPr>
              <a:t>Suica</a:t>
            </a:r>
            <a:r>
              <a:rPr kumimoji="1" lang="ja-JP" altLang="en-US" sz="1400" dirty="0">
                <a:solidFill>
                  <a:schemeClr val="tx1"/>
                </a:solidFill>
                <a:latin typeface="Arial" panose="020B0604020202020204" pitchFamily="34" charset="0"/>
                <a:ea typeface="Meiryo UI" panose="020B0604030504040204" pitchFamily="50" charset="-128"/>
              </a:rPr>
              <a:t>でなければならない理由は何か？</a:t>
            </a:r>
          </a:p>
        </p:txBody>
      </p:sp>
      <p:sp>
        <p:nvSpPr>
          <p:cNvPr id="49" name="楕円 48">
            <a:extLst>
              <a:ext uri="{FF2B5EF4-FFF2-40B4-BE49-F238E27FC236}">
                <a16:creationId xmlns:a16="http://schemas.microsoft.com/office/drawing/2014/main" id="{8DED2E01-DA0E-8657-562B-797A6CCA48DE}"/>
              </a:ext>
            </a:extLst>
          </p:cNvPr>
          <p:cNvSpPr/>
          <p:nvPr/>
        </p:nvSpPr>
        <p:spPr>
          <a:xfrm>
            <a:off x="624019" y="3178524"/>
            <a:ext cx="288000" cy="288000"/>
          </a:xfrm>
          <a:prstGeom prst="ellipse">
            <a:avLst/>
          </a:prstGeom>
          <a:solidFill>
            <a:srgbClr val="FFFFFF"/>
          </a:solidFill>
          <a:ln w="127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400">
                <a:solidFill>
                  <a:srgbClr val="000000"/>
                </a:solidFill>
                <a:latin typeface="Arial" panose="020B0604020202020204" pitchFamily="34" charset="0"/>
                <a:ea typeface="Meiryo UI" panose="020B0604030504040204" pitchFamily="50" charset="-128"/>
              </a:rPr>
              <a:t>3</a:t>
            </a:r>
            <a:endParaRPr kumimoji="1" lang="ja-JP" altLang="en-US" sz="1400">
              <a:solidFill>
                <a:srgbClr val="000000"/>
              </a:solidFill>
              <a:latin typeface="Arial" panose="020B0604020202020204" pitchFamily="34" charset="0"/>
              <a:ea typeface="Meiryo UI" panose="020B0604030504040204" pitchFamily="50" charset="-128"/>
            </a:endParaRPr>
          </a:p>
        </p:txBody>
      </p:sp>
      <p:sp>
        <p:nvSpPr>
          <p:cNvPr id="46" name="正方形/長方形 45">
            <a:extLst>
              <a:ext uri="{FF2B5EF4-FFF2-40B4-BE49-F238E27FC236}">
                <a16:creationId xmlns:a16="http://schemas.microsoft.com/office/drawing/2014/main" id="{4C94442B-BF57-14CF-DC12-2E7A40152FDD}"/>
              </a:ext>
            </a:extLst>
          </p:cNvPr>
          <p:cNvSpPr/>
          <p:nvPr/>
        </p:nvSpPr>
        <p:spPr>
          <a:xfrm>
            <a:off x="914018" y="3641421"/>
            <a:ext cx="7200000" cy="54000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t">
            <a:spAutoFit/>
          </a:bodyPr>
          <a:lstStyle/>
          <a:p>
            <a:pPr>
              <a:buClr>
                <a:schemeClr val="tx1"/>
              </a:buClr>
            </a:pPr>
            <a:r>
              <a:rPr kumimoji="1" lang="en-US" altLang="ja-JP" sz="1400" dirty="0" err="1">
                <a:solidFill>
                  <a:schemeClr val="tx1"/>
                </a:solidFill>
                <a:latin typeface="Arial" panose="020B0604020202020204" pitchFamily="34" charset="0"/>
                <a:ea typeface="Meiryo UI" panose="020B0604030504040204" pitchFamily="50" charset="-128"/>
              </a:rPr>
              <a:t>Suica</a:t>
            </a:r>
            <a:r>
              <a:rPr kumimoji="1" lang="ja-JP" altLang="en-US" sz="1400" dirty="0">
                <a:solidFill>
                  <a:schemeClr val="tx1"/>
                </a:solidFill>
                <a:latin typeface="Arial" panose="020B0604020202020204" pitchFamily="34" charset="0"/>
                <a:ea typeface="Meiryo UI" panose="020B0604030504040204" pitchFamily="50" charset="-128"/>
              </a:rPr>
              <a:t>デジタル</a:t>
            </a:r>
            <a:r>
              <a:rPr kumimoji="1" lang="en-US" altLang="ja-JP" sz="1400" dirty="0">
                <a:solidFill>
                  <a:schemeClr val="tx1"/>
                </a:solidFill>
                <a:latin typeface="Arial" panose="020B0604020202020204" pitchFamily="34" charset="0"/>
                <a:ea typeface="Meiryo UI" panose="020B0604030504040204" pitchFamily="50" charset="-128"/>
              </a:rPr>
              <a:t>PF</a:t>
            </a:r>
            <a:r>
              <a:rPr kumimoji="1" lang="ja-JP" altLang="en-US" sz="1400" dirty="0">
                <a:solidFill>
                  <a:schemeClr val="tx1"/>
                </a:solidFill>
                <a:latin typeface="Arial" panose="020B0604020202020204" pitchFamily="34" charset="0"/>
                <a:ea typeface="Meiryo UI" panose="020B0604030504040204" pitchFamily="50" charset="-128"/>
              </a:rPr>
              <a:t>は、沿線周辺で事業を営む法人へ、どのような事業者の誰にどのような価値をどのような手段で提供する事を目指すか？また、それは</a:t>
            </a:r>
            <a:r>
              <a:rPr kumimoji="1" lang="en-US" altLang="ja-JP" sz="1400" dirty="0" err="1">
                <a:solidFill>
                  <a:schemeClr val="tx1"/>
                </a:solidFill>
                <a:latin typeface="Arial" panose="020B0604020202020204" pitchFamily="34" charset="0"/>
                <a:ea typeface="Meiryo UI" panose="020B0604030504040204" pitchFamily="50" charset="-128"/>
              </a:rPr>
              <a:t>Suica</a:t>
            </a:r>
            <a:r>
              <a:rPr kumimoji="1" lang="ja-JP" altLang="en-US" sz="1400" dirty="0">
                <a:solidFill>
                  <a:schemeClr val="tx1"/>
                </a:solidFill>
                <a:latin typeface="Arial" panose="020B0604020202020204" pitchFamily="34" charset="0"/>
                <a:ea typeface="Meiryo UI" panose="020B0604030504040204" pitchFamily="50" charset="-128"/>
              </a:rPr>
              <a:t>デジタル</a:t>
            </a:r>
            <a:r>
              <a:rPr kumimoji="1" lang="en-US" altLang="ja-JP" sz="1400" dirty="0">
                <a:solidFill>
                  <a:schemeClr val="tx1"/>
                </a:solidFill>
                <a:latin typeface="Arial" panose="020B0604020202020204" pitchFamily="34" charset="0"/>
                <a:ea typeface="Meiryo UI" panose="020B0604030504040204" pitchFamily="50" charset="-128"/>
              </a:rPr>
              <a:t>PF</a:t>
            </a:r>
            <a:r>
              <a:rPr kumimoji="1" lang="ja-JP" altLang="en-US" sz="1400" dirty="0">
                <a:solidFill>
                  <a:schemeClr val="tx1"/>
                </a:solidFill>
                <a:latin typeface="Arial" panose="020B0604020202020204" pitchFamily="34" charset="0"/>
                <a:ea typeface="Meiryo UI" panose="020B0604030504040204" pitchFamily="50" charset="-128"/>
              </a:rPr>
              <a:t>でなければならない理由は何か？</a:t>
            </a:r>
          </a:p>
        </p:txBody>
      </p:sp>
      <p:sp>
        <p:nvSpPr>
          <p:cNvPr id="47" name="楕円 46">
            <a:extLst>
              <a:ext uri="{FF2B5EF4-FFF2-40B4-BE49-F238E27FC236}">
                <a16:creationId xmlns:a16="http://schemas.microsoft.com/office/drawing/2014/main" id="{F01C1D3E-2D5B-7A5C-EFD0-C9478438ADDB}"/>
              </a:ext>
            </a:extLst>
          </p:cNvPr>
          <p:cNvSpPr/>
          <p:nvPr/>
        </p:nvSpPr>
        <p:spPr>
          <a:xfrm>
            <a:off x="624019" y="3767421"/>
            <a:ext cx="288000" cy="288000"/>
          </a:xfrm>
          <a:prstGeom prst="ellipse">
            <a:avLst/>
          </a:prstGeom>
          <a:solidFill>
            <a:srgbClr val="FFFFFF"/>
          </a:solidFill>
          <a:ln w="127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400">
                <a:solidFill>
                  <a:srgbClr val="000000"/>
                </a:solidFill>
                <a:latin typeface="Arial" panose="020B0604020202020204" pitchFamily="34" charset="0"/>
                <a:ea typeface="Meiryo UI" panose="020B0604030504040204" pitchFamily="50" charset="-128"/>
              </a:rPr>
              <a:t>4</a:t>
            </a:r>
            <a:endParaRPr kumimoji="1" lang="ja-JP" altLang="en-US" sz="1400">
              <a:solidFill>
                <a:srgbClr val="000000"/>
              </a:solidFill>
              <a:latin typeface="Arial" panose="020B0604020202020204" pitchFamily="34" charset="0"/>
              <a:ea typeface="Meiryo UI" panose="020B0604030504040204" pitchFamily="50" charset="-128"/>
            </a:endParaRPr>
          </a:p>
        </p:txBody>
      </p:sp>
      <p:sp>
        <p:nvSpPr>
          <p:cNvPr id="44" name="正方形/長方形 43">
            <a:extLst>
              <a:ext uri="{FF2B5EF4-FFF2-40B4-BE49-F238E27FC236}">
                <a16:creationId xmlns:a16="http://schemas.microsoft.com/office/drawing/2014/main" id="{DE31D57B-7912-0CF1-F71C-01EFB9EB1588}"/>
              </a:ext>
            </a:extLst>
          </p:cNvPr>
          <p:cNvSpPr/>
          <p:nvPr/>
        </p:nvSpPr>
        <p:spPr>
          <a:xfrm>
            <a:off x="914018" y="4230318"/>
            <a:ext cx="7200000" cy="54000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t">
            <a:spAutoFit/>
          </a:bodyPr>
          <a:lstStyle/>
          <a:p>
            <a:pPr>
              <a:buClr>
                <a:schemeClr val="tx1"/>
              </a:buClr>
            </a:pPr>
            <a:r>
              <a:rPr kumimoji="1" lang="ja-JP" altLang="en-US" sz="1400" dirty="0">
                <a:solidFill>
                  <a:schemeClr val="tx1"/>
                </a:solidFill>
                <a:latin typeface="Arial" panose="020B0604020202020204" pitchFamily="34" charset="0"/>
                <a:ea typeface="Meiryo UI" panose="020B0604030504040204" pitchFamily="50" charset="-128"/>
              </a:rPr>
              <a:t>生活者、法人、あるいは他のステークホルダーからの収益化において、如何にユニットエコノミクスを成立させて力強いキャッシュフローを作るか？</a:t>
            </a:r>
          </a:p>
        </p:txBody>
      </p:sp>
      <p:sp>
        <p:nvSpPr>
          <p:cNvPr id="45" name="楕円 44">
            <a:extLst>
              <a:ext uri="{FF2B5EF4-FFF2-40B4-BE49-F238E27FC236}">
                <a16:creationId xmlns:a16="http://schemas.microsoft.com/office/drawing/2014/main" id="{C0E4E31A-536B-FDEC-F0DB-5B76856D93D9}"/>
              </a:ext>
            </a:extLst>
          </p:cNvPr>
          <p:cNvSpPr/>
          <p:nvPr/>
        </p:nvSpPr>
        <p:spPr>
          <a:xfrm>
            <a:off x="624019" y="4356318"/>
            <a:ext cx="288000" cy="288000"/>
          </a:xfrm>
          <a:prstGeom prst="ellipse">
            <a:avLst/>
          </a:prstGeom>
          <a:solidFill>
            <a:srgbClr val="FFFFFF"/>
          </a:solidFill>
          <a:ln w="127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400">
                <a:solidFill>
                  <a:srgbClr val="000000"/>
                </a:solidFill>
                <a:latin typeface="Arial" panose="020B0604020202020204" pitchFamily="34" charset="0"/>
                <a:ea typeface="Meiryo UI" panose="020B0604030504040204" pitchFamily="50" charset="-128"/>
              </a:rPr>
              <a:t>5</a:t>
            </a:r>
            <a:endParaRPr kumimoji="1" lang="ja-JP" altLang="en-US" sz="1400">
              <a:solidFill>
                <a:srgbClr val="000000"/>
              </a:solidFill>
              <a:latin typeface="Arial" panose="020B0604020202020204" pitchFamily="34" charset="0"/>
              <a:ea typeface="Meiryo UI" panose="020B0604030504040204" pitchFamily="50" charset="-128"/>
            </a:endParaRPr>
          </a:p>
        </p:txBody>
      </p:sp>
      <p:sp>
        <p:nvSpPr>
          <p:cNvPr id="42" name="正方形/長方形 41">
            <a:extLst>
              <a:ext uri="{FF2B5EF4-FFF2-40B4-BE49-F238E27FC236}">
                <a16:creationId xmlns:a16="http://schemas.microsoft.com/office/drawing/2014/main" id="{16311588-8E9D-F180-AC71-F597BEF608AE}"/>
              </a:ext>
            </a:extLst>
          </p:cNvPr>
          <p:cNvSpPr/>
          <p:nvPr/>
        </p:nvSpPr>
        <p:spPr>
          <a:xfrm>
            <a:off x="914018" y="4819215"/>
            <a:ext cx="7200000" cy="54000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t">
            <a:spAutoFit/>
          </a:bodyPr>
          <a:lstStyle/>
          <a:p>
            <a:pPr>
              <a:buClr>
                <a:schemeClr val="tx1"/>
              </a:buClr>
            </a:pPr>
            <a:r>
              <a:rPr kumimoji="1" lang="ja-JP" altLang="en-US" sz="1400" dirty="0">
                <a:solidFill>
                  <a:schemeClr val="tx1"/>
                </a:solidFill>
                <a:latin typeface="Arial" panose="020B0604020202020204" pitchFamily="34" charset="0"/>
                <a:ea typeface="Meiryo UI" panose="020B0604030504040204" pitchFamily="50" charset="-128"/>
              </a:rPr>
              <a:t>新</a:t>
            </a:r>
            <a:r>
              <a:rPr kumimoji="1" lang="en-US" altLang="ja-JP" sz="1400" dirty="0" err="1">
                <a:solidFill>
                  <a:schemeClr val="tx1"/>
                </a:solidFill>
                <a:latin typeface="Arial" panose="020B0604020202020204" pitchFamily="34" charset="0"/>
                <a:ea typeface="Meiryo UI" panose="020B0604030504040204" pitchFamily="50" charset="-128"/>
              </a:rPr>
              <a:t>Suica</a:t>
            </a:r>
            <a:r>
              <a:rPr kumimoji="1" lang="ja-JP" altLang="en-US" sz="1400" dirty="0">
                <a:solidFill>
                  <a:schemeClr val="tx1"/>
                </a:solidFill>
                <a:latin typeface="Arial" panose="020B0604020202020204" pitchFamily="34" charset="0"/>
                <a:ea typeface="Meiryo UI" panose="020B0604030504040204" pitchFamily="50" charset="-128"/>
              </a:rPr>
              <a:t>アプリ・デジタル</a:t>
            </a:r>
            <a:r>
              <a:rPr kumimoji="1" lang="en-US" altLang="ja-JP" sz="1400" dirty="0">
                <a:solidFill>
                  <a:schemeClr val="tx1"/>
                </a:solidFill>
                <a:latin typeface="Arial" panose="020B0604020202020204" pitchFamily="34" charset="0"/>
                <a:ea typeface="Meiryo UI" panose="020B0604030504040204" pitchFamily="50" charset="-128"/>
              </a:rPr>
              <a:t>PF</a:t>
            </a:r>
            <a:r>
              <a:rPr kumimoji="1" lang="ja-JP" altLang="en-US" sz="1400" dirty="0">
                <a:solidFill>
                  <a:schemeClr val="tx1"/>
                </a:solidFill>
                <a:latin typeface="Arial" panose="020B0604020202020204" pitchFamily="34" charset="0"/>
                <a:ea typeface="Meiryo UI" panose="020B0604030504040204" pitchFamily="50" charset="-128"/>
              </a:rPr>
              <a:t>それぞれのスケーリングにおいて、海外も市場として展開可能なビジネスモデルやアーキテクチャはどのようなものか？</a:t>
            </a:r>
          </a:p>
        </p:txBody>
      </p:sp>
      <p:sp>
        <p:nvSpPr>
          <p:cNvPr id="43" name="楕円 42">
            <a:extLst>
              <a:ext uri="{FF2B5EF4-FFF2-40B4-BE49-F238E27FC236}">
                <a16:creationId xmlns:a16="http://schemas.microsoft.com/office/drawing/2014/main" id="{498F28A3-CF66-0F24-7F66-9EBC2EE229BB}"/>
              </a:ext>
            </a:extLst>
          </p:cNvPr>
          <p:cNvSpPr/>
          <p:nvPr/>
        </p:nvSpPr>
        <p:spPr>
          <a:xfrm>
            <a:off x="624019" y="4945215"/>
            <a:ext cx="288000" cy="288000"/>
          </a:xfrm>
          <a:prstGeom prst="ellipse">
            <a:avLst/>
          </a:prstGeom>
          <a:solidFill>
            <a:srgbClr val="FFFFFF"/>
          </a:solidFill>
          <a:ln w="127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400">
                <a:solidFill>
                  <a:srgbClr val="000000"/>
                </a:solidFill>
                <a:latin typeface="Arial" panose="020B0604020202020204" pitchFamily="34" charset="0"/>
                <a:ea typeface="Meiryo UI" panose="020B0604030504040204" pitchFamily="50" charset="-128"/>
              </a:rPr>
              <a:t>6</a:t>
            </a:r>
            <a:endParaRPr kumimoji="1" lang="ja-JP" altLang="en-US" sz="1400">
              <a:solidFill>
                <a:srgbClr val="000000"/>
              </a:solidFill>
              <a:latin typeface="Arial" panose="020B0604020202020204" pitchFamily="34" charset="0"/>
              <a:ea typeface="Meiryo UI" panose="020B0604030504040204" pitchFamily="50" charset="-128"/>
            </a:endParaRPr>
          </a:p>
        </p:txBody>
      </p:sp>
      <p:sp>
        <p:nvSpPr>
          <p:cNvPr id="40" name="正方形/長方形 39">
            <a:extLst>
              <a:ext uri="{FF2B5EF4-FFF2-40B4-BE49-F238E27FC236}">
                <a16:creationId xmlns:a16="http://schemas.microsoft.com/office/drawing/2014/main" id="{787B04D7-4E6F-EC0D-156A-4E4F64E2499C}"/>
              </a:ext>
            </a:extLst>
          </p:cNvPr>
          <p:cNvSpPr/>
          <p:nvPr/>
        </p:nvSpPr>
        <p:spPr>
          <a:xfrm>
            <a:off x="914018" y="5408113"/>
            <a:ext cx="7200000" cy="54000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t">
            <a:spAutoFit/>
          </a:bodyPr>
          <a:lstStyle/>
          <a:p>
            <a:pPr>
              <a:buClr>
                <a:schemeClr val="tx1"/>
              </a:buClr>
            </a:pPr>
            <a:r>
              <a:rPr kumimoji="1" lang="ja-JP" altLang="en-US" sz="1400" dirty="0">
                <a:solidFill>
                  <a:schemeClr val="tx1"/>
                </a:solidFill>
                <a:latin typeface="Arial" panose="020B0604020202020204" pitchFamily="34" charset="0"/>
                <a:ea typeface="Meiryo UI" panose="020B0604030504040204" pitchFamily="50" charset="-128"/>
              </a:rPr>
              <a:t>生活者と事業者、そして地域社会から「信頼」をされ続ける為に必要なガバナンスはどのレベルで構築・運用すべきか？</a:t>
            </a:r>
          </a:p>
        </p:txBody>
      </p:sp>
      <p:sp>
        <p:nvSpPr>
          <p:cNvPr id="41" name="楕円 40">
            <a:extLst>
              <a:ext uri="{FF2B5EF4-FFF2-40B4-BE49-F238E27FC236}">
                <a16:creationId xmlns:a16="http://schemas.microsoft.com/office/drawing/2014/main" id="{45616B6F-71D7-FDAF-CE8E-450E68A6C43B}"/>
              </a:ext>
            </a:extLst>
          </p:cNvPr>
          <p:cNvSpPr/>
          <p:nvPr/>
        </p:nvSpPr>
        <p:spPr>
          <a:xfrm>
            <a:off x="624019" y="5534113"/>
            <a:ext cx="288000" cy="288000"/>
          </a:xfrm>
          <a:prstGeom prst="ellipse">
            <a:avLst/>
          </a:prstGeom>
          <a:solidFill>
            <a:srgbClr val="FFFFFF"/>
          </a:solidFill>
          <a:ln w="127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400">
                <a:solidFill>
                  <a:srgbClr val="000000"/>
                </a:solidFill>
                <a:latin typeface="Arial" panose="020B0604020202020204" pitchFamily="34" charset="0"/>
                <a:ea typeface="Meiryo UI" panose="020B0604030504040204" pitchFamily="50" charset="-128"/>
              </a:rPr>
              <a:t>7</a:t>
            </a:r>
            <a:endParaRPr kumimoji="1" lang="ja-JP" altLang="en-US" sz="1400">
              <a:solidFill>
                <a:srgbClr val="000000"/>
              </a:solidFill>
              <a:latin typeface="Arial" panose="020B0604020202020204" pitchFamily="34" charset="0"/>
              <a:ea typeface="Meiryo UI" panose="020B0604030504040204" pitchFamily="50" charset="-128"/>
            </a:endParaRPr>
          </a:p>
        </p:txBody>
      </p:sp>
      <p:sp>
        <p:nvSpPr>
          <p:cNvPr id="20" name="正方形/長方形 19">
            <a:extLst>
              <a:ext uri="{FF2B5EF4-FFF2-40B4-BE49-F238E27FC236}">
                <a16:creationId xmlns:a16="http://schemas.microsoft.com/office/drawing/2014/main" id="{9821EDB2-588F-56DF-AF06-EA4684BE5F53}"/>
              </a:ext>
            </a:extLst>
          </p:cNvPr>
          <p:cNvSpPr/>
          <p:nvPr/>
        </p:nvSpPr>
        <p:spPr>
          <a:xfrm>
            <a:off x="8226657" y="1879112"/>
            <a:ext cx="2772000" cy="523220"/>
          </a:xfrm>
          <a:prstGeom prst="rect">
            <a:avLst/>
          </a:prstGeom>
          <a:solidFill>
            <a:srgbClr val="FFFFFF"/>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pPr marL="285750" indent="-285750">
              <a:buClr>
                <a:schemeClr val="tx1"/>
              </a:buClr>
              <a:buFont typeface="Arial" panose="020B0604020202020204" pitchFamily="34" charset="0"/>
              <a:buChar char="•"/>
            </a:pPr>
            <a:r>
              <a:rPr kumimoji="1" lang="ja-JP" altLang="en-US" sz="1400" dirty="0">
                <a:solidFill>
                  <a:schemeClr val="tx1"/>
                </a:solidFill>
                <a:latin typeface="Arial" panose="020B0604020202020204" pitchFamily="34" charset="0"/>
                <a:ea typeface="Meiryo UI" panose="020B0604030504040204" pitchFamily="50" charset="-128"/>
              </a:rPr>
              <a:t>キーマンヒアリング</a:t>
            </a:r>
            <a:endParaRPr kumimoji="1" lang="en-US" altLang="ja-JP" sz="1400" dirty="0">
              <a:solidFill>
                <a:schemeClr val="tx1"/>
              </a:solidFill>
              <a:latin typeface="Arial" panose="020B0604020202020204" pitchFamily="34" charset="0"/>
              <a:ea typeface="Meiryo UI" panose="020B0604030504040204" pitchFamily="50" charset="-128"/>
            </a:endParaRPr>
          </a:p>
          <a:p>
            <a:pPr marL="285750" indent="-285750">
              <a:buClr>
                <a:schemeClr val="tx1"/>
              </a:buClr>
              <a:buFont typeface="Arial" panose="020B0604020202020204" pitchFamily="34" charset="0"/>
              <a:buChar char="•"/>
            </a:pPr>
            <a:r>
              <a:rPr kumimoji="1" lang="ja-JP" altLang="en-US" sz="1400" dirty="0">
                <a:solidFill>
                  <a:schemeClr val="tx1"/>
                </a:solidFill>
                <a:latin typeface="Arial" panose="020B0604020202020204" pitchFamily="34" charset="0"/>
                <a:ea typeface="Meiryo UI" panose="020B0604030504040204" pitchFamily="50" charset="-128"/>
              </a:rPr>
              <a:t>新</a:t>
            </a:r>
            <a:r>
              <a:rPr kumimoji="1" lang="en-US" altLang="ja-JP" sz="1400" dirty="0" err="1">
                <a:solidFill>
                  <a:schemeClr val="tx1"/>
                </a:solidFill>
                <a:latin typeface="Arial" panose="020B0604020202020204" pitchFamily="34" charset="0"/>
                <a:ea typeface="Meiryo UI" panose="020B0604030504040204" pitchFamily="50" charset="-128"/>
              </a:rPr>
              <a:t>Suica</a:t>
            </a:r>
            <a:r>
              <a:rPr kumimoji="1" lang="ja-JP" altLang="en-US" sz="1400" dirty="0">
                <a:solidFill>
                  <a:schemeClr val="tx1"/>
                </a:solidFill>
                <a:latin typeface="Arial" panose="020B0604020202020204" pitchFamily="34" charset="0"/>
                <a:ea typeface="Meiryo UI" panose="020B0604030504040204" pitchFamily="50" charset="-128"/>
              </a:rPr>
              <a:t>ビジョン・機会領域検討</a:t>
            </a:r>
            <a:endParaRPr kumimoji="1" lang="en-US" altLang="ja-JP" sz="1400" dirty="0">
              <a:solidFill>
                <a:schemeClr val="tx1"/>
              </a:solidFill>
              <a:latin typeface="Arial" panose="020B0604020202020204" pitchFamily="34" charset="0"/>
              <a:ea typeface="Meiryo UI" panose="020B0604030504040204" pitchFamily="50" charset="-128"/>
            </a:endParaRPr>
          </a:p>
        </p:txBody>
      </p:sp>
      <p:sp>
        <p:nvSpPr>
          <p:cNvPr id="21" name="正方形/長方形 20">
            <a:extLst>
              <a:ext uri="{FF2B5EF4-FFF2-40B4-BE49-F238E27FC236}">
                <a16:creationId xmlns:a16="http://schemas.microsoft.com/office/drawing/2014/main" id="{90CC3097-D481-35D4-8BDE-6E813D7AAEA7}"/>
              </a:ext>
            </a:extLst>
          </p:cNvPr>
          <p:cNvSpPr/>
          <p:nvPr/>
        </p:nvSpPr>
        <p:spPr>
          <a:xfrm>
            <a:off x="8226657" y="2463627"/>
            <a:ext cx="2772000" cy="540000"/>
          </a:xfrm>
          <a:prstGeom prst="rect">
            <a:avLst/>
          </a:prstGeom>
          <a:solidFill>
            <a:srgbClr val="FFFFFF"/>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pPr marL="285750" indent="-285750">
              <a:buClr>
                <a:schemeClr val="tx1"/>
              </a:buClr>
              <a:buFont typeface="Arial" panose="020B0604020202020204" pitchFamily="34" charset="0"/>
              <a:buChar char="•"/>
            </a:pPr>
            <a:r>
              <a:rPr kumimoji="1" lang="ja-JP" altLang="en-US" sz="1400">
                <a:solidFill>
                  <a:schemeClr val="tx1"/>
                </a:solidFill>
                <a:latin typeface="Arial" panose="020B0604020202020204" pitchFamily="34" charset="0"/>
                <a:ea typeface="Meiryo UI" panose="020B0604030504040204" pitchFamily="50" charset="-128"/>
              </a:rPr>
              <a:t>デザイン原則検討</a:t>
            </a:r>
            <a:endParaRPr kumimoji="1" lang="en-US" altLang="ja-JP" sz="1400">
              <a:solidFill>
                <a:schemeClr val="tx1"/>
              </a:solidFill>
              <a:latin typeface="Arial" panose="020B0604020202020204" pitchFamily="34" charset="0"/>
              <a:ea typeface="Meiryo UI" panose="020B0604030504040204" pitchFamily="50" charset="-128"/>
            </a:endParaRPr>
          </a:p>
        </p:txBody>
      </p:sp>
      <p:sp>
        <p:nvSpPr>
          <p:cNvPr id="22" name="正方形/長方形 21">
            <a:extLst>
              <a:ext uri="{FF2B5EF4-FFF2-40B4-BE49-F238E27FC236}">
                <a16:creationId xmlns:a16="http://schemas.microsoft.com/office/drawing/2014/main" id="{E7968969-B21B-FACE-D552-C0CCBDF84036}"/>
              </a:ext>
            </a:extLst>
          </p:cNvPr>
          <p:cNvSpPr/>
          <p:nvPr/>
        </p:nvSpPr>
        <p:spPr>
          <a:xfrm>
            <a:off x="8226657" y="3052524"/>
            <a:ext cx="2772000" cy="540000"/>
          </a:xfrm>
          <a:prstGeom prst="rect">
            <a:avLst/>
          </a:prstGeom>
          <a:solidFill>
            <a:srgbClr val="FFFFFF"/>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pPr marL="285750" indent="-285750">
              <a:buClr>
                <a:schemeClr val="tx1"/>
              </a:buClr>
              <a:buFont typeface="Arial" panose="020B0604020202020204" pitchFamily="34" charset="0"/>
              <a:buChar char="•"/>
            </a:pPr>
            <a:r>
              <a:rPr kumimoji="1" lang="ja-JP" altLang="en-US" sz="1400" dirty="0">
                <a:solidFill>
                  <a:schemeClr val="tx1"/>
                </a:solidFill>
                <a:latin typeface="Arial" panose="020B0604020202020204" pitchFamily="34" charset="0"/>
                <a:ea typeface="Meiryo UI" panose="020B0604030504040204" pitchFamily="50" charset="-128"/>
              </a:rPr>
              <a:t>生活者向けサービス企画</a:t>
            </a:r>
            <a:endParaRPr kumimoji="1" lang="en-US" altLang="ja-JP" sz="1400" dirty="0">
              <a:solidFill>
                <a:schemeClr val="tx1"/>
              </a:solidFill>
              <a:latin typeface="Arial" panose="020B0604020202020204" pitchFamily="34" charset="0"/>
              <a:ea typeface="Meiryo UI" panose="020B0604030504040204" pitchFamily="50" charset="-128"/>
            </a:endParaRPr>
          </a:p>
          <a:p>
            <a:pPr marL="285750" indent="-285750">
              <a:buClr>
                <a:schemeClr val="tx1"/>
              </a:buClr>
              <a:buFont typeface="Arial" panose="020B0604020202020204" pitchFamily="34" charset="0"/>
              <a:buChar char="•"/>
            </a:pPr>
            <a:r>
              <a:rPr kumimoji="1" lang="ja-JP" altLang="en-US" sz="1400" dirty="0">
                <a:solidFill>
                  <a:schemeClr val="tx1"/>
                </a:solidFill>
                <a:latin typeface="Arial" panose="020B0604020202020204" pitchFamily="34" charset="0"/>
                <a:ea typeface="Meiryo UI" panose="020B0604030504040204" pitchFamily="50" charset="-128"/>
              </a:rPr>
              <a:t>受容性検証スプリント</a:t>
            </a:r>
            <a:endParaRPr kumimoji="1" lang="en-US" altLang="ja-JP" sz="1400" dirty="0">
              <a:solidFill>
                <a:schemeClr val="tx1"/>
              </a:solidFill>
              <a:latin typeface="Arial" panose="020B0604020202020204" pitchFamily="34" charset="0"/>
              <a:ea typeface="Meiryo UI" panose="020B0604030504040204" pitchFamily="50" charset="-128"/>
            </a:endParaRPr>
          </a:p>
        </p:txBody>
      </p:sp>
      <p:sp>
        <p:nvSpPr>
          <p:cNvPr id="23" name="正方形/長方形 22">
            <a:extLst>
              <a:ext uri="{FF2B5EF4-FFF2-40B4-BE49-F238E27FC236}">
                <a16:creationId xmlns:a16="http://schemas.microsoft.com/office/drawing/2014/main" id="{5A2D49DF-C851-703A-C4FF-1E5F73317B16}"/>
              </a:ext>
            </a:extLst>
          </p:cNvPr>
          <p:cNvSpPr/>
          <p:nvPr/>
        </p:nvSpPr>
        <p:spPr>
          <a:xfrm>
            <a:off x="8226657" y="3641421"/>
            <a:ext cx="2772000" cy="540000"/>
          </a:xfrm>
          <a:prstGeom prst="rect">
            <a:avLst/>
          </a:prstGeom>
          <a:solidFill>
            <a:srgbClr val="FFFFFF"/>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pPr marL="285750" indent="-285750">
              <a:buClr>
                <a:schemeClr val="tx1"/>
              </a:buClr>
              <a:buFont typeface="Arial" panose="020B0604020202020204" pitchFamily="34" charset="0"/>
              <a:buChar char="•"/>
            </a:pPr>
            <a:r>
              <a:rPr kumimoji="1" lang="ja-JP" altLang="en-US" sz="1400">
                <a:solidFill>
                  <a:schemeClr val="tx1"/>
                </a:solidFill>
                <a:latin typeface="Arial" panose="020B0604020202020204" pitchFamily="34" charset="0"/>
                <a:ea typeface="Meiryo UI" panose="020B0604030504040204" pitchFamily="50" charset="-128"/>
              </a:rPr>
              <a:t>事業者向けサービス企画</a:t>
            </a:r>
            <a:endParaRPr kumimoji="1" lang="en-US" altLang="ja-JP" sz="1400">
              <a:solidFill>
                <a:schemeClr val="tx1"/>
              </a:solidFill>
              <a:latin typeface="Arial" panose="020B0604020202020204" pitchFamily="34" charset="0"/>
              <a:ea typeface="Meiryo UI" panose="020B0604030504040204" pitchFamily="50" charset="-128"/>
            </a:endParaRPr>
          </a:p>
          <a:p>
            <a:pPr marL="285750" indent="-285750">
              <a:buClr>
                <a:schemeClr val="tx1"/>
              </a:buClr>
              <a:buFont typeface="Arial" panose="020B0604020202020204" pitchFamily="34" charset="0"/>
              <a:buChar char="•"/>
            </a:pPr>
            <a:r>
              <a:rPr kumimoji="1" lang="ja-JP" altLang="en-US" sz="1400">
                <a:solidFill>
                  <a:schemeClr val="tx1"/>
                </a:solidFill>
                <a:latin typeface="Arial" panose="020B0604020202020204" pitchFamily="34" charset="0"/>
                <a:ea typeface="Meiryo UI" panose="020B0604030504040204" pitchFamily="50" charset="-128"/>
              </a:rPr>
              <a:t>受容性検証スプリント</a:t>
            </a:r>
            <a:endParaRPr kumimoji="1" lang="en-US" altLang="ja-JP" sz="1400">
              <a:solidFill>
                <a:schemeClr val="tx1"/>
              </a:solidFill>
              <a:latin typeface="Arial" panose="020B0604020202020204" pitchFamily="34" charset="0"/>
              <a:ea typeface="Meiryo UI" panose="020B0604030504040204" pitchFamily="50" charset="-128"/>
            </a:endParaRPr>
          </a:p>
        </p:txBody>
      </p:sp>
      <p:sp>
        <p:nvSpPr>
          <p:cNvPr id="24" name="正方形/長方形 23">
            <a:extLst>
              <a:ext uri="{FF2B5EF4-FFF2-40B4-BE49-F238E27FC236}">
                <a16:creationId xmlns:a16="http://schemas.microsoft.com/office/drawing/2014/main" id="{5BE27F33-2775-D37B-B5D2-34A1E26FC930}"/>
              </a:ext>
            </a:extLst>
          </p:cNvPr>
          <p:cNvSpPr/>
          <p:nvPr/>
        </p:nvSpPr>
        <p:spPr>
          <a:xfrm>
            <a:off x="8226657" y="4230318"/>
            <a:ext cx="2772000" cy="523220"/>
          </a:xfrm>
          <a:prstGeom prst="rect">
            <a:avLst/>
          </a:prstGeom>
          <a:solidFill>
            <a:srgbClr val="FFFFFF"/>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pPr marL="285750" indent="-285750">
              <a:buClr>
                <a:schemeClr val="tx1"/>
              </a:buClr>
              <a:buFont typeface="Arial" panose="020B0604020202020204" pitchFamily="34" charset="0"/>
              <a:buChar char="•"/>
            </a:pPr>
            <a:r>
              <a:rPr kumimoji="1" lang="ja-JP" altLang="en-US" sz="1400">
                <a:solidFill>
                  <a:schemeClr val="tx1"/>
                </a:solidFill>
                <a:latin typeface="Arial" panose="020B0604020202020204" pitchFamily="34" charset="0"/>
                <a:ea typeface="Meiryo UI" panose="020B0604030504040204" pitchFamily="50" charset="-128"/>
              </a:rPr>
              <a:t>ビジネスモデル設計</a:t>
            </a:r>
            <a:endParaRPr kumimoji="1" lang="en-US" altLang="ja-JP" sz="1400">
              <a:solidFill>
                <a:schemeClr val="tx1"/>
              </a:solidFill>
              <a:latin typeface="Arial" panose="020B0604020202020204" pitchFamily="34" charset="0"/>
              <a:ea typeface="Meiryo UI" panose="020B0604030504040204" pitchFamily="50" charset="-128"/>
            </a:endParaRPr>
          </a:p>
          <a:p>
            <a:pPr marL="285750" indent="-285750">
              <a:buClr>
                <a:schemeClr val="tx1"/>
              </a:buClr>
              <a:buFont typeface="Arial" panose="020B0604020202020204" pitchFamily="34" charset="0"/>
              <a:buChar char="•"/>
            </a:pPr>
            <a:r>
              <a:rPr kumimoji="1" lang="ja-JP" altLang="en-US" sz="1400">
                <a:solidFill>
                  <a:schemeClr val="tx1"/>
                </a:solidFill>
                <a:latin typeface="Arial" panose="020B0604020202020204" pitchFamily="34" charset="0"/>
                <a:ea typeface="Meiryo UI" panose="020B0604030504040204" pitchFamily="50" charset="-128"/>
              </a:rPr>
              <a:t>事業性シミュレーション</a:t>
            </a:r>
            <a:endParaRPr kumimoji="1" lang="en-US" altLang="ja-JP" sz="1400">
              <a:solidFill>
                <a:schemeClr val="tx1"/>
              </a:solidFill>
              <a:latin typeface="Arial" panose="020B0604020202020204" pitchFamily="34" charset="0"/>
              <a:ea typeface="Meiryo UI" panose="020B0604030504040204" pitchFamily="50" charset="-128"/>
            </a:endParaRPr>
          </a:p>
        </p:txBody>
      </p:sp>
      <p:sp>
        <p:nvSpPr>
          <p:cNvPr id="25" name="正方形/長方形 24">
            <a:extLst>
              <a:ext uri="{FF2B5EF4-FFF2-40B4-BE49-F238E27FC236}">
                <a16:creationId xmlns:a16="http://schemas.microsoft.com/office/drawing/2014/main" id="{1A1B3612-294A-49C7-EE71-930742052C3A}"/>
              </a:ext>
            </a:extLst>
          </p:cNvPr>
          <p:cNvSpPr/>
          <p:nvPr/>
        </p:nvSpPr>
        <p:spPr>
          <a:xfrm>
            <a:off x="8226657" y="4819215"/>
            <a:ext cx="2772000" cy="523220"/>
          </a:xfrm>
          <a:prstGeom prst="rect">
            <a:avLst/>
          </a:prstGeom>
          <a:solidFill>
            <a:srgbClr val="FFFFFF"/>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pPr marL="285750" indent="-285750">
              <a:buClr>
                <a:schemeClr val="tx1"/>
              </a:buClr>
              <a:buFont typeface="Arial" panose="020B0604020202020204" pitchFamily="34" charset="0"/>
              <a:buChar char="•"/>
            </a:pPr>
            <a:r>
              <a:rPr kumimoji="1" lang="ja-JP" altLang="en-US" sz="1400" dirty="0">
                <a:solidFill>
                  <a:schemeClr val="tx1"/>
                </a:solidFill>
                <a:latin typeface="Arial" panose="020B0604020202020204" pitchFamily="34" charset="0"/>
                <a:ea typeface="Meiryo UI" panose="020B0604030504040204" pitchFamily="50" charset="-128"/>
              </a:rPr>
              <a:t>ビジネスモデル設計</a:t>
            </a:r>
            <a:endParaRPr kumimoji="1" lang="en-US" altLang="ja-JP" sz="1400" dirty="0">
              <a:solidFill>
                <a:schemeClr val="tx1"/>
              </a:solidFill>
              <a:latin typeface="Arial" panose="020B0604020202020204" pitchFamily="34" charset="0"/>
              <a:ea typeface="Meiryo UI" panose="020B0604030504040204" pitchFamily="50" charset="-128"/>
            </a:endParaRPr>
          </a:p>
          <a:p>
            <a:pPr marL="285750" indent="-285750">
              <a:buClr>
                <a:schemeClr val="tx1"/>
              </a:buClr>
              <a:buFont typeface="Arial" panose="020B0604020202020204" pitchFamily="34" charset="0"/>
              <a:buChar char="•"/>
            </a:pPr>
            <a:r>
              <a:rPr kumimoji="1" lang="en-US" altLang="ja-JP" sz="1400" dirty="0">
                <a:solidFill>
                  <a:schemeClr val="tx1"/>
                </a:solidFill>
                <a:latin typeface="Arial" panose="020B0604020202020204" pitchFamily="34" charset="0"/>
                <a:ea typeface="Meiryo UI" panose="020B0604030504040204" pitchFamily="50" charset="-128"/>
              </a:rPr>
              <a:t>GTM</a:t>
            </a:r>
            <a:r>
              <a:rPr kumimoji="1" lang="ja-JP" altLang="en-US" sz="1400" dirty="0">
                <a:solidFill>
                  <a:schemeClr val="tx1"/>
                </a:solidFill>
                <a:latin typeface="Arial" panose="020B0604020202020204" pitchFamily="34" charset="0"/>
                <a:ea typeface="Meiryo UI" panose="020B0604030504040204" pitchFamily="50" charset="-128"/>
              </a:rPr>
              <a:t>プラン検討</a:t>
            </a:r>
            <a:endParaRPr kumimoji="1" lang="en-US" altLang="ja-JP" sz="1400" dirty="0">
              <a:solidFill>
                <a:schemeClr val="tx1"/>
              </a:solidFill>
              <a:latin typeface="Arial" panose="020B0604020202020204" pitchFamily="34" charset="0"/>
              <a:ea typeface="Meiryo UI" panose="020B0604030504040204" pitchFamily="50" charset="-128"/>
            </a:endParaRPr>
          </a:p>
        </p:txBody>
      </p:sp>
      <p:sp>
        <p:nvSpPr>
          <p:cNvPr id="26" name="正方形/長方形 25">
            <a:extLst>
              <a:ext uri="{FF2B5EF4-FFF2-40B4-BE49-F238E27FC236}">
                <a16:creationId xmlns:a16="http://schemas.microsoft.com/office/drawing/2014/main" id="{F2C2158D-E084-A78F-D264-137071C063A9}"/>
              </a:ext>
            </a:extLst>
          </p:cNvPr>
          <p:cNvSpPr/>
          <p:nvPr/>
        </p:nvSpPr>
        <p:spPr>
          <a:xfrm>
            <a:off x="8226657" y="5408113"/>
            <a:ext cx="2772000" cy="540000"/>
          </a:xfrm>
          <a:prstGeom prst="rect">
            <a:avLst/>
          </a:prstGeom>
          <a:solidFill>
            <a:srgbClr val="FFFFFF"/>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pPr marL="285750" indent="-285750">
              <a:buClr>
                <a:schemeClr val="tx1"/>
              </a:buClr>
              <a:buFont typeface="Arial" panose="020B0604020202020204" pitchFamily="34" charset="0"/>
              <a:buChar char="•"/>
            </a:pPr>
            <a:r>
              <a:rPr kumimoji="1" lang="ja-JP" altLang="en-US" sz="1400">
                <a:solidFill>
                  <a:schemeClr val="tx1"/>
                </a:solidFill>
                <a:latin typeface="Arial" panose="020B0604020202020204" pitchFamily="34" charset="0"/>
                <a:ea typeface="Meiryo UI" panose="020B0604030504040204" pitchFamily="50" charset="-128"/>
              </a:rPr>
              <a:t>ガバナンス要件検討</a:t>
            </a:r>
            <a:endParaRPr kumimoji="1" lang="en-US" altLang="ja-JP" sz="1400">
              <a:solidFill>
                <a:schemeClr val="tx1"/>
              </a:solidFill>
              <a:latin typeface="Arial" panose="020B0604020202020204" pitchFamily="34" charset="0"/>
              <a:ea typeface="Meiryo UI" panose="020B0604030504040204" pitchFamily="50" charset="-128"/>
            </a:endParaRPr>
          </a:p>
        </p:txBody>
      </p:sp>
      <p:cxnSp>
        <p:nvCxnSpPr>
          <p:cNvPr id="27" name="直線コネクタ 26">
            <a:extLst>
              <a:ext uri="{FF2B5EF4-FFF2-40B4-BE49-F238E27FC236}">
                <a16:creationId xmlns:a16="http://schemas.microsoft.com/office/drawing/2014/main" id="{F1C1F9E3-4EE4-674D-8513-94D8285631E4}"/>
              </a:ext>
            </a:extLst>
          </p:cNvPr>
          <p:cNvCxnSpPr>
            <a:cxnSpLocks/>
          </p:cNvCxnSpPr>
          <p:nvPr/>
        </p:nvCxnSpPr>
        <p:spPr>
          <a:xfrm>
            <a:off x="911225" y="2420756"/>
            <a:ext cx="10080000" cy="36846"/>
          </a:xfrm>
          <a:prstGeom prst="line">
            <a:avLst/>
          </a:prstGeom>
          <a:ln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27EC4A2C-540F-A0EB-7E0C-4055A5ED833E}"/>
              </a:ext>
            </a:extLst>
          </p:cNvPr>
          <p:cNvCxnSpPr>
            <a:cxnSpLocks/>
          </p:cNvCxnSpPr>
          <p:nvPr/>
        </p:nvCxnSpPr>
        <p:spPr>
          <a:xfrm>
            <a:off x="911225" y="3028075"/>
            <a:ext cx="10080000" cy="0"/>
          </a:xfrm>
          <a:prstGeom prst="line">
            <a:avLst/>
          </a:prstGeom>
          <a:ln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C5601089-BE7C-20F8-769B-22D0ACC4BAA8}"/>
              </a:ext>
            </a:extLst>
          </p:cNvPr>
          <p:cNvCxnSpPr>
            <a:cxnSpLocks/>
          </p:cNvCxnSpPr>
          <p:nvPr/>
        </p:nvCxnSpPr>
        <p:spPr>
          <a:xfrm>
            <a:off x="911225" y="3616972"/>
            <a:ext cx="10080000" cy="0"/>
          </a:xfrm>
          <a:prstGeom prst="line">
            <a:avLst/>
          </a:prstGeom>
          <a:ln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A56F5239-E1C1-2962-C2E0-65819036E6B4}"/>
              </a:ext>
            </a:extLst>
          </p:cNvPr>
          <p:cNvCxnSpPr>
            <a:cxnSpLocks/>
          </p:cNvCxnSpPr>
          <p:nvPr/>
        </p:nvCxnSpPr>
        <p:spPr>
          <a:xfrm>
            <a:off x="911225" y="4205869"/>
            <a:ext cx="10080000" cy="0"/>
          </a:xfrm>
          <a:prstGeom prst="line">
            <a:avLst/>
          </a:prstGeom>
          <a:ln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3DFFDDD1-28D8-147F-013B-B07A53B3E6B6}"/>
              </a:ext>
            </a:extLst>
          </p:cNvPr>
          <p:cNvCxnSpPr>
            <a:cxnSpLocks/>
          </p:cNvCxnSpPr>
          <p:nvPr/>
        </p:nvCxnSpPr>
        <p:spPr>
          <a:xfrm>
            <a:off x="911225" y="4794766"/>
            <a:ext cx="10080000" cy="0"/>
          </a:xfrm>
          <a:prstGeom prst="line">
            <a:avLst/>
          </a:prstGeom>
          <a:ln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7F560629-3B60-A7D2-170D-19750305F3F6}"/>
              </a:ext>
            </a:extLst>
          </p:cNvPr>
          <p:cNvCxnSpPr>
            <a:cxnSpLocks/>
          </p:cNvCxnSpPr>
          <p:nvPr/>
        </p:nvCxnSpPr>
        <p:spPr>
          <a:xfrm>
            <a:off x="911225" y="5383664"/>
            <a:ext cx="10080000" cy="0"/>
          </a:xfrm>
          <a:prstGeom prst="line">
            <a:avLst/>
          </a:prstGeom>
          <a:ln cmpd="sng">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右中かっこ 33">
            <a:extLst>
              <a:ext uri="{FF2B5EF4-FFF2-40B4-BE49-F238E27FC236}">
                <a16:creationId xmlns:a16="http://schemas.microsoft.com/office/drawing/2014/main" id="{4D962A88-8194-3A23-4E24-0E7F38E81E52}"/>
              </a:ext>
            </a:extLst>
          </p:cNvPr>
          <p:cNvSpPr/>
          <p:nvPr/>
        </p:nvSpPr>
        <p:spPr>
          <a:xfrm>
            <a:off x="10897964" y="3133812"/>
            <a:ext cx="176399" cy="1324275"/>
          </a:xfrm>
          <a:prstGeom prst="rightBrac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latin typeface="Arial" panose="020B0604020202020204" pitchFamily="34" charset="0"/>
              <a:ea typeface="Meiryo UI" panose="020B0604030504040204" pitchFamily="50" charset="-128"/>
            </a:endParaRPr>
          </a:p>
        </p:txBody>
      </p:sp>
      <p:sp>
        <p:nvSpPr>
          <p:cNvPr id="35" name="右中かっこ 34">
            <a:extLst>
              <a:ext uri="{FF2B5EF4-FFF2-40B4-BE49-F238E27FC236}">
                <a16:creationId xmlns:a16="http://schemas.microsoft.com/office/drawing/2014/main" id="{4F8640F0-31C7-A8B8-D8B6-916EDCFC33F2}"/>
              </a:ext>
            </a:extLst>
          </p:cNvPr>
          <p:cNvSpPr/>
          <p:nvPr/>
        </p:nvSpPr>
        <p:spPr>
          <a:xfrm>
            <a:off x="10897964" y="4514920"/>
            <a:ext cx="176399" cy="1390575"/>
          </a:xfrm>
          <a:prstGeom prst="rightBrac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latin typeface="Arial" panose="020B0604020202020204" pitchFamily="34" charset="0"/>
              <a:ea typeface="Meiryo UI" panose="020B0604030504040204" pitchFamily="50" charset="-128"/>
            </a:endParaRPr>
          </a:p>
        </p:txBody>
      </p:sp>
      <p:sp>
        <p:nvSpPr>
          <p:cNvPr id="36" name="右中かっこ 35">
            <a:extLst>
              <a:ext uri="{FF2B5EF4-FFF2-40B4-BE49-F238E27FC236}">
                <a16:creationId xmlns:a16="http://schemas.microsoft.com/office/drawing/2014/main" id="{49397EC8-0A51-5A37-146D-E2B0F9694D60}"/>
              </a:ext>
            </a:extLst>
          </p:cNvPr>
          <p:cNvSpPr/>
          <p:nvPr/>
        </p:nvSpPr>
        <p:spPr>
          <a:xfrm>
            <a:off x="10897964" y="1874730"/>
            <a:ext cx="176399" cy="1128897"/>
          </a:xfrm>
          <a:prstGeom prst="rightBrac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latin typeface="Arial" panose="020B0604020202020204" pitchFamily="34" charset="0"/>
              <a:ea typeface="Meiryo UI" panose="020B0604030504040204" pitchFamily="50" charset="-128"/>
            </a:endParaRPr>
          </a:p>
        </p:txBody>
      </p:sp>
      <p:sp>
        <p:nvSpPr>
          <p:cNvPr id="37" name="正方形/長方形 36">
            <a:extLst>
              <a:ext uri="{FF2B5EF4-FFF2-40B4-BE49-F238E27FC236}">
                <a16:creationId xmlns:a16="http://schemas.microsoft.com/office/drawing/2014/main" id="{4E311F59-FED7-5EB7-24E3-F89522FE6845}"/>
              </a:ext>
            </a:extLst>
          </p:cNvPr>
          <p:cNvSpPr/>
          <p:nvPr/>
        </p:nvSpPr>
        <p:spPr>
          <a:xfrm>
            <a:off x="11125779" y="2028409"/>
            <a:ext cx="360000" cy="720000"/>
          </a:xfrm>
          <a:prstGeom prst="rect">
            <a:avLst/>
          </a:prstGeom>
          <a:noFill/>
          <a:ln w="3175">
            <a:noFill/>
          </a:ln>
          <a:extLst>
            <a:ext uri="{909E8E84-426E-40DD-AFC4-6F175D3DCCD1}">
              <a14:hiddenFill xmlns:a14="http://schemas.microsoft.com/office/drawing/2010/main">
                <a:solidFill>
                  <a:srgbClr val="FFFFFF"/>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eaVert" wrap="square" rtlCol="0" anchor="ctr">
            <a:spAutoFit/>
          </a:bodyPr>
          <a:lstStyle/>
          <a:p>
            <a:pPr algn="ctr">
              <a:buClr>
                <a:schemeClr val="tx1"/>
              </a:buClr>
            </a:pPr>
            <a:r>
              <a:rPr kumimoji="1" lang="ja-JP" altLang="en-US" sz="1200" dirty="0">
                <a:solidFill>
                  <a:schemeClr val="tx1"/>
                </a:solidFill>
                <a:latin typeface="Arial" panose="020B0604020202020204" pitchFamily="34" charset="0"/>
                <a:ea typeface="Meiryo UI" panose="020B0604030504040204" pitchFamily="50" charset="-128"/>
              </a:rPr>
              <a:t>共通</a:t>
            </a:r>
            <a:endParaRPr kumimoji="1" lang="en-US" altLang="ja-JP" sz="1200" dirty="0">
              <a:solidFill>
                <a:schemeClr val="tx1"/>
              </a:solidFill>
              <a:latin typeface="Arial" panose="020B0604020202020204" pitchFamily="34" charset="0"/>
              <a:ea typeface="Meiryo UI" panose="020B0604030504040204" pitchFamily="50" charset="-128"/>
            </a:endParaRPr>
          </a:p>
        </p:txBody>
      </p:sp>
      <p:sp>
        <p:nvSpPr>
          <p:cNvPr id="38" name="正方形/長方形 37">
            <a:extLst>
              <a:ext uri="{FF2B5EF4-FFF2-40B4-BE49-F238E27FC236}">
                <a16:creationId xmlns:a16="http://schemas.microsoft.com/office/drawing/2014/main" id="{9E84B0F7-2986-731D-AAE5-E631C58F17A3}"/>
              </a:ext>
            </a:extLst>
          </p:cNvPr>
          <p:cNvSpPr/>
          <p:nvPr/>
        </p:nvSpPr>
        <p:spPr>
          <a:xfrm>
            <a:off x="11028780" y="2882796"/>
            <a:ext cx="553998" cy="1763379"/>
          </a:xfrm>
          <a:prstGeom prst="rect">
            <a:avLst/>
          </a:prstGeom>
          <a:noFill/>
          <a:ln w="3175">
            <a:noFill/>
          </a:ln>
          <a:extLst>
            <a:ext uri="{909E8E84-426E-40DD-AFC4-6F175D3DCCD1}">
              <a14:hiddenFill xmlns:a14="http://schemas.microsoft.com/office/drawing/2010/main">
                <a:solidFill>
                  <a:srgbClr val="FFFFFF"/>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eaVert" wrap="square" rtlCol="0" anchor="ctr">
            <a:spAutoFit/>
          </a:bodyPr>
          <a:lstStyle/>
          <a:p>
            <a:pPr algn="ctr">
              <a:buClr>
                <a:schemeClr val="tx1"/>
              </a:buClr>
            </a:pPr>
            <a:r>
              <a:rPr kumimoji="1" lang="ja-JP" altLang="en-US" sz="1200" dirty="0">
                <a:solidFill>
                  <a:schemeClr val="tx1"/>
                </a:solidFill>
                <a:latin typeface="Arial" panose="020B0604020202020204" pitchFamily="34" charset="0"/>
                <a:ea typeface="Meiryo UI" panose="020B0604030504040204" pitchFamily="50" charset="-128"/>
              </a:rPr>
              <a:t>サービステーマ</a:t>
            </a:r>
            <a:endParaRPr kumimoji="1" lang="en-US" altLang="ja-JP" sz="1200" dirty="0">
              <a:solidFill>
                <a:schemeClr val="tx1"/>
              </a:solidFill>
              <a:latin typeface="Arial" panose="020B0604020202020204" pitchFamily="34" charset="0"/>
              <a:ea typeface="Meiryo UI" panose="020B0604030504040204" pitchFamily="50" charset="-128"/>
            </a:endParaRPr>
          </a:p>
          <a:p>
            <a:pPr algn="ctr">
              <a:buClr>
                <a:schemeClr val="tx1"/>
              </a:buClr>
            </a:pPr>
            <a:r>
              <a:rPr kumimoji="1" lang="ja-JP" altLang="en-US" sz="1200" dirty="0">
                <a:solidFill>
                  <a:schemeClr val="tx1"/>
                </a:solidFill>
                <a:latin typeface="Arial" panose="020B0604020202020204" pitchFamily="34" charset="0"/>
                <a:ea typeface="Meiryo UI" panose="020B0604030504040204" pitchFamily="50" charset="-128"/>
              </a:rPr>
              <a:t>仮説構築・検証</a:t>
            </a:r>
            <a:endParaRPr kumimoji="1" lang="en-US" altLang="ja-JP" sz="1200" dirty="0">
              <a:solidFill>
                <a:schemeClr val="tx1"/>
              </a:solidFill>
              <a:latin typeface="Arial" panose="020B0604020202020204" pitchFamily="34" charset="0"/>
              <a:ea typeface="Meiryo UI" panose="020B0604030504040204" pitchFamily="50" charset="-128"/>
            </a:endParaRPr>
          </a:p>
        </p:txBody>
      </p:sp>
      <p:sp>
        <p:nvSpPr>
          <p:cNvPr id="39" name="正方形/長方形 38">
            <a:extLst>
              <a:ext uri="{FF2B5EF4-FFF2-40B4-BE49-F238E27FC236}">
                <a16:creationId xmlns:a16="http://schemas.microsoft.com/office/drawing/2014/main" id="{CAA5DC8F-25B1-4EBB-15EF-46943CCC616D}"/>
              </a:ext>
            </a:extLst>
          </p:cNvPr>
          <p:cNvSpPr/>
          <p:nvPr/>
        </p:nvSpPr>
        <p:spPr>
          <a:xfrm>
            <a:off x="11121113" y="4514921"/>
            <a:ext cx="369332" cy="1433192"/>
          </a:xfrm>
          <a:prstGeom prst="rect">
            <a:avLst/>
          </a:prstGeom>
          <a:noFill/>
          <a:ln w="3175">
            <a:noFill/>
          </a:ln>
          <a:extLst>
            <a:ext uri="{909E8E84-426E-40DD-AFC4-6F175D3DCCD1}">
              <a14:hiddenFill xmlns:a14="http://schemas.microsoft.com/office/drawing/2010/main">
                <a:solidFill>
                  <a:srgbClr val="FFFFFF"/>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eaVert" wrap="square" rtlCol="0" anchor="ctr">
            <a:spAutoFit/>
          </a:bodyPr>
          <a:lstStyle/>
          <a:p>
            <a:pPr algn="ctr">
              <a:buClr>
                <a:schemeClr val="tx1"/>
              </a:buClr>
            </a:pPr>
            <a:r>
              <a:rPr kumimoji="1" lang="ja-JP" altLang="en-US" sz="1200">
                <a:solidFill>
                  <a:schemeClr val="tx1"/>
                </a:solidFill>
                <a:latin typeface="Arial" panose="020B0604020202020204" pitchFamily="34" charset="0"/>
                <a:ea typeface="Meiryo UI" panose="020B0604030504040204" pitchFamily="50" charset="-128"/>
              </a:rPr>
              <a:t>全体サービス設計</a:t>
            </a:r>
            <a:endParaRPr kumimoji="1" lang="en-US" altLang="ja-JP" sz="1200">
              <a:solidFill>
                <a:schemeClr val="tx1"/>
              </a:solidFill>
              <a:latin typeface="Arial" panose="020B0604020202020204" pitchFamily="34" charset="0"/>
              <a:ea typeface="Meiryo UI" panose="020B0604030504040204" pitchFamily="50" charset="-128"/>
            </a:endParaRPr>
          </a:p>
        </p:txBody>
      </p:sp>
    </p:spTree>
    <p:extLst>
      <p:ext uri="{BB962C8B-B14F-4D97-AF65-F5344CB8AC3E}">
        <p14:creationId xmlns:p14="http://schemas.microsoft.com/office/powerpoint/2010/main" val="1449988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6DA27-C1A4-8588-D9AE-5B5AA78F9786}"/>
            </a:ext>
          </a:extLst>
        </p:cNvPr>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50469FB2-2236-74D0-C415-DE1910DD14B3}"/>
              </a:ext>
            </a:extLst>
          </p:cNvPr>
          <p:cNvGraphicFramePr>
            <a:graphicFrameLocks noChangeAspect="1"/>
          </p:cNvGraphicFramePr>
          <p:nvPr>
            <p:custDataLst>
              <p:tags r:id="rId1"/>
            </p:custDataLst>
            <p:extLst>
              <p:ext uri="{D42A27DB-BD31-4B8C-83A1-F6EECF244321}">
                <p14:modId xmlns:p14="http://schemas.microsoft.com/office/powerpoint/2010/main" val="3658117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19" name="think-cell data - do not delete" hidden="1">
                        <a:extLst>
                          <a:ext uri="{FF2B5EF4-FFF2-40B4-BE49-F238E27FC236}">
                            <a16:creationId xmlns:a16="http://schemas.microsoft.com/office/drawing/2014/main" id="{50469FB2-2236-74D0-C415-DE1910DD14B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字幕 3">
            <a:extLst>
              <a:ext uri="{FF2B5EF4-FFF2-40B4-BE49-F238E27FC236}">
                <a16:creationId xmlns:a16="http://schemas.microsoft.com/office/drawing/2014/main" id="{EC218E2D-BD7F-7509-F9C1-C2E75408375C}"/>
              </a:ext>
            </a:extLst>
          </p:cNvPr>
          <p:cNvSpPr>
            <a:spLocks noGrp="1"/>
          </p:cNvSpPr>
          <p:nvPr>
            <p:ph type="subTitle" idx="13"/>
          </p:nvPr>
        </p:nvSpPr>
        <p:spPr/>
        <p:txBody>
          <a:bodyPr/>
          <a:lstStyle/>
          <a:p>
            <a:r>
              <a:rPr kumimoji="1" lang="en-US" altLang="ja-JP" dirty="0"/>
              <a:t>CTC</a:t>
            </a:r>
            <a:r>
              <a:rPr lang="ja-JP" altLang="en-US" dirty="0"/>
              <a:t>・</a:t>
            </a:r>
            <a:r>
              <a:rPr kumimoji="1" lang="ja-JP" altLang="en-US" dirty="0"/>
              <a:t>シグマクシスが</a:t>
            </a:r>
            <a:r>
              <a:rPr lang="en-US" altLang="ja-JP" dirty="0"/>
              <a:t>One Team</a:t>
            </a:r>
            <a:r>
              <a:rPr lang="ja-JP" altLang="en-US" dirty="0"/>
              <a:t>でお互いの強みを活かしながら、</a:t>
            </a:r>
            <a:r>
              <a:rPr kumimoji="1" lang="en-US" altLang="ja-JP" dirty="0" err="1"/>
              <a:t>Suica</a:t>
            </a:r>
            <a:r>
              <a:rPr kumimoji="1" lang="ja-JP" altLang="en-US" dirty="0"/>
              <a:t>を「生活のデバイス」へと進化させ、</a:t>
            </a:r>
            <a:br>
              <a:rPr kumimoji="1" lang="en-US" altLang="ja-JP" dirty="0"/>
            </a:br>
            <a:r>
              <a:rPr kumimoji="1" lang="ja-JP" altLang="en-US" dirty="0"/>
              <a:t>生活者・事業者・</a:t>
            </a:r>
            <a:r>
              <a:rPr kumimoji="1" lang="en-US" altLang="ja-JP" dirty="0"/>
              <a:t>JR</a:t>
            </a:r>
            <a:r>
              <a:rPr kumimoji="1" lang="ja-JP" altLang="en-US" dirty="0"/>
              <a:t>東日本グループに加え、社会全体の“四方よし”を実現するためのサービス企画・全体設計をご支援する</a:t>
            </a:r>
          </a:p>
          <a:p>
            <a:endParaRPr kumimoji="1" lang="ja-JP" altLang="en-US" dirty="0"/>
          </a:p>
        </p:txBody>
      </p:sp>
      <p:sp>
        <p:nvSpPr>
          <p:cNvPr id="2" name="タイトル 1">
            <a:extLst>
              <a:ext uri="{FF2B5EF4-FFF2-40B4-BE49-F238E27FC236}">
                <a16:creationId xmlns:a16="http://schemas.microsoft.com/office/drawing/2014/main" id="{660504C9-D779-1C37-B47C-B59107698A5B}"/>
              </a:ext>
            </a:extLst>
          </p:cNvPr>
          <p:cNvSpPr>
            <a:spLocks noGrp="1"/>
          </p:cNvSpPr>
          <p:nvPr>
            <p:ph type="title"/>
          </p:nvPr>
        </p:nvSpPr>
        <p:spPr/>
        <p:txBody>
          <a:bodyPr vert="horz"/>
          <a:lstStyle/>
          <a:p>
            <a:r>
              <a:rPr kumimoji="1" lang="en-US" altLang="ja-JP" dirty="0"/>
              <a:t>4_</a:t>
            </a:r>
            <a:r>
              <a:rPr kumimoji="1" lang="ja-JP" altLang="en-US" dirty="0"/>
              <a:t>ご支援スコープ</a:t>
            </a:r>
          </a:p>
        </p:txBody>
      </p:sp>
      <p:grpSp>
        <p:nvGrpSpPr>
          <p:cNvPr id="13" name="グループ化 12">
            <a:extLst>
              <a:ext uri="{FF2B5EF4-FFF2-40B4-BE49-F238E27FC236}">
                <a16:creationId xmlns:a16="http://schemas.microsoft.com/office/drawing/2014/main" id="{2D2E84F9-3B61-42C3-7610-CE5E5FA0C0A0}"/>
              </a:ext>
            </a:extLst>
          </p:cNvPr>
          <p:cNvGrpSpPr/>
          <p:nvPr/>
        </p:nvGrpSpPr>
        <p:grpSpPr>
          <a:xfrm>
            <a:off x="914401" y="1416051"/>
            <a:ext cx="10367745" cy="540000"/>
            <a:chOff x="914401" y="1416051"/>
            <a:chExt cx="10367745" cy="720000"/>
          </a:xfrm>
        </p:grpSpPr>
        <p:sp>
          <p:nvSpPr>
            <p:cNvPr id="5" name="正方形/長方形 4">
              <a:extLst>
                <a:ext uri="{FF2B5EF4-FFF2-40B4-BE49-F238E27FC236}">
                  <a16:creationId xmlns:a16="http://schemas.microsoft.com/office/drawing/2014/main" id="{8E063EDC-0FE9-9C97-792F-F3A44FEDE580}"/>
                </a:ext>
              </a:extLst>
            </p:cNvPr>
            <p:cNvSpPr/>
            <p:nvPr/>
          </p:nvSpPr>
          <p:spPr>
            <a:xfrm>
              <a:off x="914401" y="1416051"/>
              <a:ext cx="1800000" cy="720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kumimoji="1" lang="ja-JP" altLang="en-US" sz="1400" dirty="0">
                  <a:latin typeface="Arial" panose="020B0604020202020204" pitchFamily="34" charset="0"/>
                  <a:ea typeface="Meiryo UI" panose="020B0604030504040204" pitchFamily="50" charset="-128"/>
                </a:rPr>
                <a:t>目的</a:t>
              </a:r>
            </a:p>
          </p:txBody>
        </p:sp>
        <p:sp>
          <p:nvSpPr>
            <p:cNvPr id="6" name="正方形/長方形 5">
              <a:extLst>
                <a:ext uri="{FF2B5EF4-FFF2-40B4-BE49-F238E27FC236}">
                  <a16:creationId xmlns:a16="http://schemas.microsoft.com/office/drawing/2014/main" id="{2F8FC33E-DA7F-51F2-D658-AF9E256DB128}"/>
                </a:ext>
              </a:extLst>
            </p:cNvPr>
            <p:cNvSpPr/>
            <p:nvPr/>
          </p:nvSpPr>
          <p:spPr>
            <a:xfrm>
              <a:off x="3002146" y="1416051"/>
              <a:ext cx="8280000" cy="720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marL="285750" indent="-285750">
                <a:lnSpc>
                  <a:spcPct val="130000"/>
                </a:lnSpc>
                <a:buFont typeface="Arial" panose="020B0604020202020204" pitchFamily="34" charset="0"/>
                <a:buChar char="•"/>
              </a:pPr>
              <a:r>
                <a:rPr kumimoji="1" lang="ja-JP" altLang="en-US" sz="1400" dirty="0">
                  <a:solidFill>
                    <a:schemeClr val="tx1"/>
                  </a:solidFill>
                  <a:latin typeface="Arial" panose="020B0604020202020204" pitchFamily="34" charset="0"/>
                  <a:ea typeface="Meiryo UI" panose="020B0604030504040204" pitchFamily="50" charset="-128"/>
                </a:rPr>
                <a:t>お客さま・クライアントさま・</a:t>
              </a:r>
              <a:r>
                <a:rPr kumimoji="1" lang="en-US" altLang="ja-JP" sz="1400" dirty="0">
                  <a:solidFill>
                    <a:schemeClr val="tx1"/>
                  </a:solidFill>
                  <a:latin typeface="Arial" panose="020B0604020202020204" pitchFamily="34" charset="0"/>
                  <a:ea typeface="Meiryo UI" panose="020B0604030504040204" pitchFamily="50" charset="-128"/>
                </a:rPr>
                <a:t>JR</a:t>
              </a:r>
              <a:r>
                <a:rPr kumimoji="1" lang="ja-JP" altLang="en-US" sz="1400" dirty="0">
                  <a:solidFill>
                    <a:schemeClr val="tx1"/>
                  </a:solidFill>
                  <a:latin typeface="Arial" panose="020B0604020202020204" pitchFamily="34" charset="0"/>
                  <a:ea typeface="Meiryo UI" panose="020B0604030504040204" pitchFamily="50" charset="-128"/>
                </a:rPr>
                <a:t>東日本グループに加え、社会全体の四方よしを実現する新</a:t>
              </a:r>
              <a:r>
                <a:rPr kumimoji="1" lang="en-US" altLang="ja-JP" sz="1400" dirty="0" err="1">
                  <a:solidFill>
                    <a:schemeClr val="tx1"/>
                  </a:solidFill>
                  <a:latin typeface="Arial" panose="020B0604020202020204" pitchFamily="34" charset="0"/>
                  <a:ea typeface="Meiryo UI" panose="020B0604030504040204" pitchFamily="50" charset="-128"/>
                </a:rPr>
                <a:t>Suica</a:t>
              </a:r>
              <a:r>
                <a:rPr kumimoji="1" lang="ja-JP" altLang="en-US" sz="1400" dirty="0">
                  <a:solidFill>
                    <a:schemeClr val="tx1"/>
                  </a:solidFill>
                  <a:latin typeface="Arial" panose="020B0604020202020204" pitchFamily="34" charset="0"/>
                  <a:ea typeface="Meiryo UI" panose="020B0604030504040204" pitchFamily="50" charset="-128"/>
                </a:rPr>
                <a:t>アプリの</a:t>
              </a:r>
              <a:br>
                <a:rPr kumimoji="1" lang="ja-JP" altLang="en-US" sz="1400" dirty="0">
                  <a:solidFill>
                    <a:schemeClr val="tx1"/>
                  </a:solidFill>
                  <a:latin typeface="Arial" panose="020B0604020202020204" pitchFamily="34" charset="0"/>
                  <a:ea typeface="Meiryo UI" panose="020B0604030504040204" pitchFamily="50" charset="-128"/>
                </a:rPr>
              </a:br>
              <a:r>
                <a:rPr kumimoji="1" lang="ja-JP" altLang="en-US" sz="1400" dirty="0">
                  <a:solidFill>
                    <a:schemeClr val="tx1"/>
                  </a:solidFill>
                  <a:latin typeface="Arial" panose="020B0604020202020204" pitchFamily="34" charset="0"/>
                  <a:ea typeface="Meiryo UI" panose="020B0604030504040204" pitchFamily="50" charset="-128"/>
                </a:rPr>
                <a:t>サービス・テーマの構想を具体化すること</a:t>
              </a:r>
            </a:p>
          </p:txBody>
        </p:sp>
      </p:grpSp>
      <p:grpSp>
        <p:nvGrpSpPr>
          <p:cNvPr id="12" name="グループ化 11">
            <a:extLst>
              <a:ext uri="{FF2B5EF4-FFF2-40B4-BE49-F238E27FC236}">
                <a16:creationId xmlns:a16="http://schemas.microsoft.com/office/drawing/2014/main" id="{4C144614-6D73-4D93-028A-D18766B388FD}"/>
              </a:ext>
            </a:extLst>
          </p:cNvPr>
          <p:cNvGrpSpPr/>
          <p:nvPr/>
        </p:nvGrpSpPr>
        <p:grpSpPr>
          <a:xfrm>
            <a:off x="914401" y="2009423"/>
            <a:ext cx="10367745" cy="540000"/>
            <a:chOff x="914401" y="3748673"/>
            <a:chExt cx="10367745" cy="720000"/>
          </a:xfrm>
        </p:grpSpPr>
        <p:sp>
          <p:nvSpPr>
            <p:cNvPr id="7" name="正方形/長方形 6">
              <a:extLst>
                <a:ext uri="{FF2B5EF4-FFF2-40B4-BE49-F238E27FC236}">
                  <a16:creationId xmlns:a16="http://schemas.microsoft.com/office/drawing/2014/main" id="{93ABF167-9F02-A842-7B81-FCC6F2E86A44}"/>
                </a:ext>
              </a:extLst>
            </p:cNvPr>
            <p:cNvSpPr/>
            <p:nvPr/>
          </p:nvSpPr>
          <p:spPr>
            <a:xfrm>
              <a:off x="914401" y="3748673"/>
              <a:ext cx="1800000" cy="720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kumimoji="1" lang="ja-JP" altLang="en-US" sz="1400" dirty="0">
                  <a:latin typeface="Arial" panose="020B0604020202020204" pitchFamily="34" charset="0"/>
                  <a:ea typeface="Meiryo UI" panose="020B0604030504040204" pitchFamily="50" charset="-128"/>
                </a:rPr>
                <a:t>ゴール</a:t>
              </a:r>
            </a:p>
          </p:txBody>
        </p:sp>
        <p:sp>
          <p:nvSpPr>
            <p:cNvPr id="8" name="正方形/長方形 7">
              <a:extLst>
                <a:ext uri="{FF2B5EF4-FFF2-40B4-BE49-F238E27FC236}">
                  <a16:creationId xmlns:a16="http://schemas.microsoft.com/office/drawing/2014/main" id="{239B2A52-75BC-8765-C2E7-D51B390D796C}"/>
                </a:ext>
              </a:extLst>
            </p:cNvPr>
            <p:cNvSpPr/>
            <p:nvPr/>
          </p:nvSpPr>
          <p:spPr>
            <a:xfrm>
              <a:off x="3002146" y="3748673"/>
              <a:ext cx="8280000" cy="720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marL="285750" indent="-285750">
                <a:lnSpc>
                  <a:spcPct val="130000"/>
                </a:lnSpc>
                <a:buFont typeface="Arial" panose="020B0604020202020204" pitchFamily="34" charset="0"/>
                <a:buChar char="•"/>
              </a:pPr>
              <a:r>
                <a:rPr kumimoji="1" lang="ja-JP" altLang="en-US" sz="1400" dirty="0">
                  <a:solidFill>
                    <a:schemeClr val="tx1"/>
                  </a:solidFill>
                  <a:latin typeface="Arial" panose="020B0604020202020204" pitchFamily="34" charset="0"/>
                  <a:ea typeface="Meiryo UI" panose="020B0604030504040204" pitchFamily="50" charset="-128"/>
                </a:rPr>
                <a:t>新</a:t>
              </a:r>
              <a:r>
                <a:rPr kumimoji="1" lang="en-US" altLang="ja-JP" sz="1400" dirty="0" err="1">
                  <a:solidFill>
                    <a:schemeClr val="tx1"/>
                  </a:solidFill>
                  <a:latin typeface="Arial" panose="020B0604020202020204" pitchFamily="34" charset="0"/>
                  <a:ea typeface="Meiryo UI" panose="020B0604030504040204" pitchFamily="50" charset="-128"/>
                </a:rPr>
                <a:t>Suica</a:t>
              </a:r>
              <a:r>
                <a:rPr kumimoji="1" lang="ja-JP" altLang="en-US" sz="1400" dirty="0">
                  <a:solidFill>
                    <a:schemeClr val="tx1"/>
                  </a:solidFill>
                  <a:latin typeface="Arial" panose="020B0604020202020204" pitchFamily="34" charset="0"/>
                  <a:ea typeface="Meiryo UI" panose="020B0604030504040204" pitchFamily="50" charset="-128"/>
                </a:rPr>
                <a:t>アプリの全体構想の取りまとめが終わり、</a:t>
              </a:r>
              <a:r>
                <a:rPr kumimoji="1" lang="en-US" altLang="ja-JP" sz="1400" dirty="0">
                  <a:solidFill>
                    <a:schemeClr val="tx1"/>
                  </a:solidFill>
                  <a:latin typeface="Arial" panose="020B0604020202020204" pitchFamily="34" charset="0"/>
                  <a:ea typeface="Meiryo UI" panose="020B0604030504040204" pitchFamily="50" charset="-128"/>
                </a:rPr>
                <a:t>2026</a:t>
              </a:r>
              <a:r>
                <a:rPr kumimoji="1" lang="ja-JP" altLang="en-US" sz="1400" dirty="0">
                  <a:solidFill>
                    <a:schemeClr val="tx1"/>
                  </a:solidFill>
                  <a:latin typeface="Arial" panose="020B0604020202020204" pitchFamily="34" charset="0"/>
                  <a:ea typeface="Meiryo UI" panose="020B0604030504040204" pitchFamily="50" charset="-128"/>
                </a:rPr>
                <a:t>年度</a:t>
              </a:r>
              <a:r>
                <a:rPr kumimoji="1" lang="en-US" altLang="ja-JP" sz="1400" dirty="0">
                  <a:solidFill>
                    <a:schemeClr val="tx1"/>
                  </a:solidFill>
                  <a:latin typeface="Arial" panose="020B0604020202020204" pitchFamily="34" charset="0"/>
                  <a:ea typeface="Meiryo UI" panose="020B0604030504040204" pitchFamily="50" charset="-128"/>
                </a:rPr>
                <a:t>1Q</a:t>
              </a:r>
              <a:r>
                <a:rPr kumimoji="1" lang="ja-JP" altLang="en-US" sz="1400" dirty="0">
                  <a:solidFill>
                    <a:schemeClr val="tx1"/>
                  </a:solidFill>
                  <a:latin typeface="Arial" panose="020B0604020202020204" pitchFamily="34" charset="0"/>
                  <a:ea typeface="Meiryo UI" panose="020B0604030504040204" pitchFamily="50" charset="-128"/>
                </a:rPr>
                <a:t>までに投資の意思決定ができる状態</a:t>
              </a:r>
            </a:p>
          </p:txBody>
        </p:sp>
      </p:grpSp>
      <p:grpSp>
        <p:nvGrpSpPr>
          <p:cNvPr id="14" name="グループ化 13">
            <a:extLst>
              <a:ext uri="{FF2B5EF4-FFF2-40B4-BE49-F238E27FC236}">
                <a16:creationId xmlns:a16="http://schemas.microsoft.com/office/drawing/2014/main" id="{AE10A86E-5618-AFB3-8D39-7CD0BFDD510A}"/>
              </a:ext>
            </a:extLst>
          </p:cNvPr>
          <p:cNvGrpSpPr/>
          <p:nvPr/>
        </p:nvGrpSpPr>
        <p:grpSpPr>
          <a:xfrm>
            <a:off x="914401" y="2602795"/>
            <a:ext cx="10367745" cy="1800000"/>
            <a:chOff x="914401" y="4655359"/>
            <a:chExt cx="10367745" cy="1800000"/>
          </a:xfrm>
        </p:grpSpPr>
        <p:sp>
          <p:nvSpPr>
            <p:cNvPr id="9" name="正方形/長方形 8">
              <a:extLst>
                <a:ext uri="{FF2B5EF4-FFF2-40B4-BE49-F238E27FC236}">
                  <a16:creationId xmlns:a16="http://schemas.microsoft.com/office/drawing/2014/main" id="{20A92376-0FCE-1E3E-B91F-9345C68F3EF3}"/>
                </a:ext>
              </a:extLst>
            </p:cNvPr>
            <p:cNvSpPr/>
            <p:nvPr/>
          </p:nvSpPr>
          <p:spPr>
            <a:xfrm>
              <a:off x="914401" y="4655359"/>
              <a:ext cx="1800000" cy="1800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kumimoji="1" lang="ja-JP" altLang="en-US" sz="1400" dirty="0">
                  <a:latin typeface="Arial" panose="020B0604020202020204" pitchFamily="34" charset="0"/>
                  <a:ea typeface="Meiryo UI" panose="020B0604030504040204" pitchFamily="50" charset="-128"/>
                </a:rPr>
                <a:t>想定ワーク</a:t>
              </a:r>
            </a:p>
          </p:txBody>
        </p:sp>
        <p:sp>
          <p:nvSpPr>
            <p:cNvPr id="10" name="正方形/長方形 9">
              <a:extLst>
                <a:ext uri="{FF2B5EF4-FFF2-40B4-BE49-F238E27FC236}">
                  <a16:creationId xmlns:a16="http://schemas.microsoft.com/office/drawing/2014/main" id="{87C67E99-AD43-20FE-90C9-5D137C2772F3}"/>
                </a:ext>
              </a:extLst>
            </p:cNvPr>
            <p:cNvSpPr/>
            <p:nvPr/>
          </p:nvSpPr>
          <p:spPr>
            <a:xfrm>
              <a:off x="3002146" y="4655359"/>
              <a:ext cx="8280000" cy="1800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marL="342900" indent="-342900">
                <a:lnSpc>
                  <a:spcPct val="130000"/>
                </a:lnSpc>
                <a:buFont typeface="+mj-ea"/>
                <a:buAutoNum type="circleNumDbPlain"/>
              </a:pPr>
              <a:r>
                <a:rPr kumimoji="1" lang="ja-JP" altLang="en-US" sz="1400" dirty="0">
                  <a:solidFill>
                    <a:schemeClr val="tx1"/>
                  </a:solidFill>
                  <a:latin typeface="Arial" panose="020B0604020202020204" pitchFamily="34" charset="0"/>
                  <a:ea typeface="Meiryo UI" panose="020B0604030504040204" pitchFamily="50" charset="-128"/>
                </a:rPr>
                <a:t>テーマ仮説構築・検証に係るワーク</a:t>
              </a:r>
              <a:br>
                <a:rPr kumimoji="1" lang="en-US" altLang="ja-JP" sz="1400" dirty="0">
                  <a:solidFill>
                    <a:schemeClr val="tx1"/>
                  </a:solidFill>
                  <a:latin typeface="Arial" panose="020B0604020202020204" pitchFamily="34" charset="0"/>
                  <a:ea typeface="Meiryo UI" panose="020B0604030504040204" pitchFamily="50" charset="-128"/>
                </a:rPr>
              </a:br>
              <a:r>
                <a:rPr kumimoji="1" lang="ja-JP" altLang="en-US" sz="1400" dirty="0">
                  <a:solidFill>
                    <a:schemeClr val="tx1"/>
                  </a:solidFill>
                  <a:latin typeface="Arial" panose="020B0604020202020204" pitchFamily="34" charset="0"/>
                  <a:ea typeface="Meiryo UI" panose="020B0604030504040204" pitchFamily="50" charset="-128"/>
                </a:rPr>
                <a:t>事業機会・生活者ニーズ探索、デザイン原則策定、サービス仮説＆コンセプト構築、仮説検証スプリント、</a:t>
              </a:r>
              <a:br>
                <a:rPr kumimoji="1" lang="ja-JP" altLang="en-US" sz="1400" dirty="0">
                  <a:solidFill>
                    <a:schemeClr val="tx1"/>
                  </a:solidFill>
                  <a:latin typeface="Arial" panose="020B0604020202020204" pitchFamily="34" charset="0"/>
                  <a:ea typeface="Meiryo UI" panose="020B0604030504040204" pitchFamily="50" charset="-128"/>
                </a:rPr>
              </a:br>
              <a:r>
                <a:rPr kumimoji="1" lang="ja-JP" altLang="en-US" sz="1400" dirty="0">
                  <a:solidFill>
                    <a:schemeClr val="tx1"/>
                  </a:solidFill>
                  <a:latin typeface="Arial" panose="020B0604020202020204" pitchFamily="34" charset="0"/>
                  <a:ea typeface="Meiryo UI" panose="020B0604030504040204" pitchFamily="50" charset="-128"/>
                </a:rPr>
                <a:t>実装計画策定、等</a:t>
              </a:r>
            </a:p>
            <a:p>
              <a:pPr marL="342900" indent="-342900">
                <a:lnSpc>
                  <a:spcPct val="130000"/>
                </a:lnSpc>
                <a:buFont typeface="+mj-ea"/>
                <a:buAutoNum type="circleNumDbPlain"/>
              </a:pPr>
              <a:r>
                <a:rPr kumimoji="1" lang="ja-JP" altLang="en-US" sz="1400" dirty="0">
                  <a:solidFill>
                    <a:schemeClr val="tx1"/>
                  </a:solidFill>
                  <a:latin typeface="Arial" panose="020B0604020202020204" pitchFamily="34" charset="0"/>
                  <a:ea typeface="Meiryo UI" panose="020B0604030504040204" pitchFamily="50" charset="-128"/>
                </a:rPr>
                <a:t>全体サービス設計に係るワーク</a:t>
              </a:r>
              <a:br>
                <a:rPr kumimoji="1" lang="ja-JP" altLang="en-US" sz="1400" dirty="0">
                  <a:solidFill>
                    <a:schemeClr val="tx1"/>
                  </a:solidFill>
                  <a:latin typeface="Arial" panose="020B0604020202020204" pitchFamily="34" charset="0"/>
                  <a:ea typeface="Meiryo UI" panose="020B0604030504040204" pitchFamily="50" charset="-128"/>
                </a:rPr>
              </a:br>
              <a:r>
                <a:rPr kumimoji="1" lang="ja-JP" altLang="en-US" sz="1400" dirty="0">
                  <a:solidFill>
                    <a:schemeClr val="tx1"/>
                  </a:solidFill>
                  <a:latin typeface="Arial" panose="020B0604020202020204" pitchFamily="34" charset="0"/>
                  <a:ea typeface="Meiryo UI" panose="020B0604030504040204" pitchFamily="50" charset="-128"/>
                </a:rPr>
                <a:t>ビジョン・ゴール策定、ビジネスモデル設計、法人向けサービス企画、</a:t>
              </a:r>
              <a:br>
                <a:rPr kumimoji="1" lang="ja-JP" altLang="en-US" sz="1400" dirty="0">
                  <a:solidFill>
                    <a:schemeClr val="tx1"/>
                  </a:solidFill>
                  <a:latin typeface="Arial" panose="020B0604020202020204" pitchFamily="34" charset="0"/>
                  <a:ea typeface="Meiryo UI" panose="020B0604030504040204" pitchFamily="50" charset="-128"/>
                </a:rPr>
              </a:br>
              <a:r>
                <a:rPr kumimoji="1" lang="ja-JP" altLang="en-US" sz="1400" dirty="0">
                  <a:solidFill>
                    <a:schemeClr val="tx1"/>
                  </a:solidFill>
                  <a:latin typeface="Arial" panose="020B0604020202020204" pitchFamily="34" charset="0"/>
                  <a:ea typeface="Meiryo UI" panose="020B0604030504040204" pitchFamily="50" charset="-128"/>
                </a:rPr>
                <a:t>システムアーキテクチャ・オペレーション設計（適宜）、事業性シミュレーション、等</a:t>
              </a:r>
            </a:p>
          </p:txBody>
        </p:sp>
      </p:grpSp>
      <p:grpSp>
        <p:nvGrpSpPr>
          <p:cNvPr id="22" name="グループ化 21">
            <a:extLst>
              <a:ext uri="{FF2B5EF4-FFF2-40B4-BE49-F238E27FC236}">
                <a16:creationId xmlns:a16="http://schemas.microsoft.com/office/drawing/2014/main" id="{82D3784D-270A-4E57-1B19-6C7ADE7C87CA}"/>
              </a:ext>
            </a:extLst>
          </p:cNvPr>
          <p:cNvGrpSpPr/>
          <p:nvPr/>
        </p:nvGrpSpPr>
        <p:grpSpPr>
          <a:xfrm>
            <a:off x="914401" y="4392066"/>
            <a:ext cx="10367745" cy="1028203"/>
            <a:chOff x="914401" y="4392066"/>
            <a:chExt cx="10367745" cy="1028203"/>
          </a:xfrm>
        </p:grpSpPr>
        <p:sp>
          <p:nvSpPr>
            <p:cNvPr id="3" name="正方形/長方形 2">
              <a:extLst>
                <a:ext uri="{FF2B5EF4-FFF2-40B4-BE49-F238E27FC236}">
                  <a16:creationId xmlns:a16="http://schemas.microsoft.com/office/drawing/2014/main" id="{5F57DFF0-6FB8-5B24-DAF6-A0671941379E}"/>
                </a:ext>
              </a:extLst>
            </p:cNvPr>
            <p:cNvSpPr/>
            <p:nvPr/>
          </p:nvSpPr>
          <p:spPr>
            <a:xfrm>
              <a:off x="914401" y="4456167"/>
              <a:ext cx="1800000" cy="900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kumimoji="1" lang="ja-JP" altLang="en-US" sz="1400" dirty="0">
                  <a:latin typeface="Arial" panose="020B0604020202020204" pitchFamily="34" charset="0"/>
                  <a:ea typeface="Meiryo UI" panose="020B0604030504040204" pitchFamily="50" charset="-128"/>
                </a:rPr>
                <a:t>ご支援体制</a:t>
              </a:r>
            </a:p>
          </p:txBody>
        </p:sp>
        <p:sp>
          <p:nvSpPr>
            <p:cNvPr id="15" name="正方形/長方形 14">
              <a:extLst>
                <a:ext uri="{FF2B5EF4-FFF2-40B4-BE49-F238E27FC236}">
                  <a16:creationId xmlns:a16="http://schemas.microsoft.com/office/drawing/2014/main" id="{F1191229-3A35-2FB6-6DEF-07B6D0A4C028}"/>
                </a:ext>
              </a:extLst>
            </p:cNvPr>
            <p:cNvSpPr/>
            <p:nvPr/>
          </p:nvSpPr>
          <p:spPr>
            <a:xfrm>
              <a:off x="3002146" y="4392066"/>
              <a:ext cx="8280000" cy="1028203"/>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marL="285750" indent="-285750">
                <a:lnSpc>
                  <a:spcPct val="130000"/>
                </a:lnSpc>
                <a:buFont typeface="Arial" panose="020B0604020202020204" pitchFamily="34" charset="0"/>
                <a:buChar char="•"/>
              </a:pPr>
              <a:r>
                <a:rPr kumimoji="1" lang="ja-JP" altLang="en-US" sz="1400" dirty="0">
                  <a:solidFill>
                    <a:schemeClr val="tx1"/>
                  </a:solidFill>
                  <a:latin typeface="Arial" panose="020B0604020202020204" pitchFamily="34" charset="0"/>
                  <a:ea typeface="Meiryo UI" panose="020B0604030504040204" pitchFamily="50" charset="-128"/>
                </a:rPr>
                <a:t>チームリード：田村</a:t>
              </a:r>
            </a:p>
            <a:p>
              <a:pPr marL="285750" indent="-285750">
                <a:lnSpc>
                  <a:spcPct val="130000"/>
                </a:lnSpc>
                <a:buFont typeface="Arial" panose="020B0604020202020204" pitchFamily="34" charset="0"/>
                <a:buChar char="•"/>
              </a:pPr>
              <a:r>
                <a:rPr kumimoji="1" lang="ja-JP" altLang="en-US" sz="1400" dirty="0">
                  <a:solidFill>
                    <a:schemeClr val="tx1"/>
                  </a:solidFill>
                  <a:latin typeface="Arial" panose="020B0604020202020204" pitchFamily="34" charset="0"/>
                  <a:ea typeface="Meiryo UI" panose="020B0604030504040204" pitchFamily="50" charset="-128"/>
                </a:rPr>
                <a:t>チームメンバー：</a:t>
              </a:r>
              <a:r>
                <a:rPr kumimoji="1" lang="en-US" altLang="ja-JP" sz="1400" dirty="0">
                  <a:solidFill>
                    <a:schemeClr val="tx1"/>
                  </a:solidFill>
                  <a:latin typeface="Arial" panose="020B0604020202020204" pitchFamily="34" charset="0"/>
                  <a:ea typeface="Meiryo UI" panose="020B0604030504040204" pitchFamily="50" charset="-128"/>
                </a:rPr>
                <a:t>TBD</a:t>
              </a:r>
              <a:r>
                <a:rPr kumimoji="1" lang="ja-JP" altLang="en-US" sz="1400" dirty="0">
                  <a:solidFill>
                    <a:schemeClr val="tx1"/>
                  </a:solidFill>
                  <a:latin typeface="Arial" panose="020B0604020202020204" pitchFamily="34" charset="0"/>
                  <a:ea typeface="Meiryo UI" panose="020B0604030504040204" pitchFamily="50" charset="-128"/>
                </a:rPr>
                <a:t>（</a:t>
              </a:r>
              <a:r>
                <a:rPr kumimoji="1" lang="en-US" altLang="ja-JP" sz="1400" dirty="0">
                  <a:solidFill>
                    <a:schemeClr val="tx1"/>
                  </a:solidFill>
                  <a:latin typeface="Arial" panose="020B0604020202020204" pitchFamily="34" charset="0"/>
                  <a:ea typeface="Meiryo UI" panose="020B0604030504040204" pitchFamily="50" charset="-128"/>
                </a:rPr>
                <a:t>2</a:t>
              </a:r>
              <a:r>
                <a:rPr kumimoji="1" lang="ja-JP" altLang="en-US" sz="1400" dirty="0">
                  <a:solidFill>
                    <a:schemeClr val="tx1"/>
                  </a:solidFill>
                  <a:latin typeface="Arial" panose="020B0604020202020204" pitchFamily="34" charset="0"/>
                  <a:ea typeface="Meiryo UI" panose="020B0604030504040204" pitchFamily="50" charset="-128"/>
                </a:rPr>
                <a:t>名想定）</a:t>
              </a:r>
              <a:br>
                <a:rPr kumimoji="1" lang="en-US" altLang="ja-JP" sz="1400" dirty="0">
                  <a:solidFill>
                    <a:schemeClr val="tx1"/>
                  </a:solidFill>
                  <a:latin typeface="Arial" panose="020B0604020202020204" pitchFamily="34" charset="0"/>
                  <a:ea typeface="Meiryo UI" panose="020B0604030504040204" pitchFamily="50" charset="-128"/>
                </a:rPr>
              </a:br>
              <a:r>
                <a:rPr kumimoji="1" lang="ja-JP" altLang="en-US" sz="1400" dirty="0">
                  <a:solidFill>
                    <a:schemeClr val="tx1"/>
                  </a:solidFill>
                  <a:latin typeface="Arial" panose="020B0604020202020204" pitchFamily="34" charset="0"/>
                  <a:ea typeface="Meiryo UI" panose="020B0604030504040204" pitchFamily="50" charset="-128"/>
                </a:rPr>
                <a:t>シグマクシスメンバー</a:t>
              </a:r>
              <a:r>
                <a:rPr kumimoji="1" lang="en-US" altLang="ja-JP" sz="1400" dirty="0">
                  <a:solidFill>
                    <a:schemeClr val="tx1"/>
                  </a:solidFill>
                  <a:latin typeface="Arial" panose="020B0604020202020204" pitchFamily="34" charset="0"/>
                  <a:ea typeface="Meiryo UI" panose="020B0604030504040204" pitchFamily="50" charset="-128"/>
                </a:rPr>
                <a:t>3</a:t>
              </a:r>
              <a:r>
                <a:rPr kumimoji="1" lang="ja-JP" altLang="en-US" sz="1400" dirty="0">
                  <a:solidFill>
                    <a:schemeClr val="tx1"/>
                  </a:solidFill>
                  <a:latin typeface="Arial" panose="020B0604020202020204" pitchFamily="34" charset="0"/>
                  <a:ea typeface="Meiryo UI" panose="020B0604030504040204" pitchFamily="50" charset="-128"/>
                </a:rPr>
                <a:t>名が、</a:t>
              </a:r>
              <a:r>
                <a:rPr kumimoji="1" lang="en-US" altLang="ja-JP" sz="1400" dirty="0">
                  <a:solidFill>
                    <a:schemeClr val="tx1"/>
                  </a:solidFill>
                  <a:latin typeface="Arial" panose="020B0604020202020204" pitchFamily="34" charset="0"/>
                  <a:ea typeface="Meiryo UI" panose="020B0604030504040204" pitchFamily="50" charset="-128"/>
                </a:rPr>
                <a:t>CTC Build</a:t>
              </a:r>
              <a:r>
                <a:rPr kumimoji="1" lang="ja-JP" altLang="en-US" sz="1400" dirty="0">
                  <a:solidFill>
                    <a:schemeClr val="tx1"/>
                  </a:solidFill>
                  <a:latin typeface="Arial" panose="020B0604020202020204" pitchFamily="34" charset="0"/>
                  <a:ea typeface="Meiryo UI" panose="020B0604030504040204" pitchFamily="50" charset="-128"/>
                </a:rPr>
                <a:t>サービス部の森下様・岡本様とチームを組成してデリバリーする想定</a:t>
              </a:r>
            </a:p>
          </p:txBody>
        </p:sp>
      </p:grpSp>
      <p:grpSp>
        <p:nvGrpSpPr>
          <p:cNvPr id="18" name="グループ化 17">
            <a:extLst>
              <a:ext uri="{FF2B5EF4-FFF2-40B4-BE49-F238E27FC236}">
                <a16:creationId xmlns:a16="http://schemas.microsoft.com/office/drawing/2014/main" id="{399A95D9-2926-891E-6F6E-ECC9CBC5B0EA}"/>
              </a:ext>
            </a:extLst>
          </p:cNvPr>
          <p:cNvGrpSpPr/>
          <p:nvPr/>
        </p:nvGrpSpPr>
        <p:grpSpPr>
          <a:xfrm>
            <a:off x="914401" y="5409540"/>
            <a:ext cx="10367745" cy="540000"/>
            <a:chOff x="914401" y="6219163"/>
            <a:chExt cx="10367745" cy="540000"/>
          </a:xfrm>
        </p:grpSpPr>
        <p:sp>
          <p:nvSpPr>
            <p:cNvPr id="11" name="正方形/長方形 10">
              <a:extLst>
                <a:ext uri="{FF2B5EF4-FFF2-40B4-BE49-F238E27FC236}">
                  <a16:creationId xmlns:a16="http://schemas.microsoft.com/office/drawing/2014/main" id="{209502CA-49E8-98CA-B53D-7D4AF964559F}"/>
                </a:ext>
              </a:extLst>
            </p:cNvPr>
            <p:cNvSpPr/>
            <p:nvPr/>
          </p:nvSpPr>
          <p:spPr>
            <a:xfrm>
              <a:off x="914401" y="6219163"/>
              <a:ext cx="1800000" cy="540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kumimoji="1" lang="ja-JP" altLang="en-US" sz="1400" dirty="0">
                  <a:latin typeface="Arial" panose="020B0604020202020204" pitchFamily="34" charset="0"/>
                  <a:ea typeface="Meiryo UI" panose="020B0604030504040204" pitchFamily="50" charset="-128"/>
                </a:rPr>
                <a:t>期間</a:t>
              </a:r>
            </a:p>
          </p:txBody>
        </p:sp>
        <p:sp>
          <p:nvSpPr>
            <p:cNvPr id="16" name="正方形/長方形 15">
              <a:extLst>
                <a:ext uri="{FF2B5EF4-FFF2-40B4-BE49-F238E27FC236}">
                  <a16:creationId xmlns:a16="http://schemas.microsoft.com/office/drawing/2014/main" id="{2B0A1F03-FA3C-DE0B-ED52-26DACD6A0069}"/>
                </a:ext>
              </a:extLst>
            </p:cNvPr>
            <p:cNvSpPr/>
            <p:nvPr/>
          </p:nvSpPr>
          <p:spPr>
            <a:xfrm>
              <a:off x="3002146" y="6219163"/>
              <a:ext cx="8280000" cy="540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marL="285750" indent="-285750">
                <a:lnSpc>
                  <a:spcPct val="130000"/>
                </a:lnSpc>
                <a:buFont typeface="Arial" panose="020B0604020202020204" pitchFamily="34" charset="0"/>
                <a:buChar char="•"/>
              </a:pPr>
              <a:r>
                <a:rPr kumimoji="1" lang="en-US" altLang="ja-JP" sz="1400" dirty="0">
                  <a:solidFill>
                    <a:schemeClr val="tx1"/>
                  </a:solidFill>
                  <a:latin typeface="Arial" panose="020B0604020202020204" pitchFamily="34" charset="0"/>
                  <a:ea typeface="Meiryo UI" panose="020B0604030504040204" pitchFamily="50" charset="-128"/>
                </a:rPr>
                <a:t>2025/12/1</a:t>
              </a:r>
              <a:r>
                <a:rPr kumimoji="1" lang="ja-JP" altLang="en-US" sz="1400" dirty="0">
                  <a:solidFill>
                    <a:schemeClr val="tx1"/>
                  </a:solidFill>
                  <a:latin typeface="Arial" panose="020B0604020202020204" pitchFamily="34" charset="0"/>
                  <a:ea typeface="Meiryo UI" panose="020B0604030504040204" pitchFamily="50" charset="-128"/>
                </a:rPr>
                <a:t>～</a:t>
              </a:r>
              <a:r>
                <a:rPr kumimoji="1" lang="en-US" altLang="ja-JP" sz="1400" dirty="0">
                  <a:solidFill>
                    <a:schemeClr val="tx1"/>
                  </a:solidFill>
                  <a:latin typeface="Arial" panose="020B0604020202020204" pitchFamily="34" charset="0"/>
                  <a:ea typeface="Meiryo UI" panose="020B0604030504040204" pitchFamily="50" charset="-128"/>
                </a:rPr>
                <a:t>2026/3/31</a:t>
              </a:r>
            </a:p>
          </p:txBody>
        </p:sp>
      </p:grpSp>
    </p:spTree>
    <p:extLst>
      <p:ext uri="{BB962C8B-B14F-4D97-AF65-F5344CB8AC3E}">
        <p14:creationId xmlns:p14="http://schemas.microsoft.com/office/powerpoint/2010/main" val="1056670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FCDAE-62F4-5032-4442-FAE6A485F26E}"/>
            </a:ext>
          </a:extLst>
        </p:cNvPr>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E45EB1CD-D05A-700B-D835-19D7F86C0D68}"/>
              </a:ext>
            </a:extLst>
          </p:cNvPr>
          <p:cNvGraphicFramePr>
            <a:graphicFrameLocks noChangeAspect="1"/>
          </p:cNvGraphicFramePr>
          <p:nvPr>
            <p:custDataLst>
              <p:tags r:id="rId1"/>
            </p:custDataLst>
            <p:extLst>
              <p:ext uri="{D42A27DB-BD31-4B8C-83A1-F6EECF244321}">
                <p14:modId xmlns:p14="http://schemas.microsoft.com/office/powerpoint/2010/main" val="5975411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33" imgW="404" imgH="405" progId="TCLayout.ActiveDocument.1">
                  <p:embed/>
                </p:oleObj>
              </mc:Choice>
              <mc:Fallback>
                <p:oleObj name="think-cellスライド" r:id="rId133" imgW="404" imgH="405" progId="TCLayout.ActiveDocument.1">
                  <p:embed/>
                  <p:pic>
                    <p:nvPicPr>
                      <p:cNvPr id="17" name="think-cell data - do not delete" hidden="1">
                        <a:extLst>
                          <a:ext uri="{FF2B5EF4-FFF2-40B4-BE49-F238E27FC236}">
                            <a16:creationId xmlns:a16="http://schemas.microsoft.com/office/drawing/2014/main" id="{E45EB1CD-D05A-700B-D835-19D7F86C0D68}"/>
                          </a:ext>
                        </a:extLst>
                      </p:cNvPr>
                      <p:cNvPicPr/>
                      <p:nvPr/>
                    </p:nvPicPr>
                    <p:blipFill>
                      <a:blip r:embed="rId134"/>
                      <a:stretch>
                        <a:fillRect/>
                      </a:stretch>
                    </p:blipFill>
                    <p:spPr>
                      <a:xfrm>
                        <a:off x="1588" y="1588"/>
                        <a:ext cx="1588" cy="1588"/>
                      </a:xfrm>
                      <a:prstGeom prst="rect">
                        <a:avLst/>
                      </a:prstGeom>
                    </p:spPr>
                  </p:pic>
                </p:oleObj>
              </mc:Fallback>
            </mc:AlternateContent>
          </a:graphicData>
        </a:graphic>
      </p:graphicFrame>
      <p:sp>
        <p:nvSpPr>
          <p:cNvPr id="4" name="字幕 3">
            <a:extLst>
              <a:ext uri="{FF2B5EF4-FFF2-40B4-BE49-F238E27FC236}">
                <a16:creationId xmlns:a16="http://schemas.microsoft.com/office/drawing/2014/main" id="{DB71E188-7F82-8189-C4B8-30C9BACF1E43}"/>
              </a:ext>
            </a:extLst>
          </p:cNvPr>
          <p:cNvSpPr>
            <a:spLocks noGrp="1"/>
          </p:cNvSpPr>
          <p:nvPr>
            <p:ph type="subTitle" idx="13"/>
          </p:nvPr>
        </p:nvSpPr>
        <p:spPr/>
        <p:txBody>
          <a:bodyPr/>
          <a:lstStyle/>
          <a:p>
            <a:r>
              <a:rPr kumimoji="1" lang="en-US" altLang="ja-JP" dirty="0"/>
              <a:t>2</a:t>
            </a:r>
            <a:r>
              <a:rPr kumimoji="1" lang="ja-JP" altLang="en-US" dirty="0"/>
              <a:t>段階での投資上申を目指し、合計</a:t>
            </a:r>
            <a:r>
              <a:rPr kumimoji="1" lang="en-US" altLang="ja-JP" dirty="0"/>
              <a:t>17</a:t>
            </a:r>
            <a:r>
              <a:rPr kumimoji="1" lang="ja-JP" altLang="en-US" dirty="0"/>
              <a:t>週間で各ワークを進めて行く</a:t>
            </a:r>
          </a:p>
        </p:txBody>
      </p:sp>
      <p:sp>
        <p:nvSpPr>
          <p:cNvPr id="2" name="タイトル 1">
            <a:extLst>
              <a:ext uri="{FF2B5EF4-FFF2-40B4-BE49-F238E27FC236}">
                <a16:creationId xmlns:a16="http://schemas.microsoft.com/office/drawing/2014/main" id="{9DC83C91-DCD1-E598-25B8-55B4DCAA72FA}"/>
              </a:ext>
            </a:extLst>
          </p:cNvPr>
          <p:cNvSpPr>
            <a:spLocks noGrp="1"/>
          </p:cNvSpPr>
          <p:nvPr>
            <p:ph type="title"/>
          </p:nvPr>
        </p:nvSpPr>
        <p:spPr/>
        <p:txBody>
          <a:bodyPr vert="horz"/>
          <a:lstStyle/>
          <a:p>
            <a:r>
              <a:rPr lang="en-US" altLang="ja-JP" dirty="0"/>
              <a:t>5_</a:t>
            </a:r>
            <a:r>
              <a:rPr lang="ja-JP" altLang="en-US" dirty="0"/>
              <a:t>スケジュール（案）</a:t>
            </a:r>
            <a:endParaRPr kumimoji="1" lang="ja-JP" altLang="en-US" dirty="0"/>
          </a:p>
        </p:txBody>
      </p:sp>
      <p:cxnSp>
        <p:nvCxnSpPr>
          <p:cNvPr id="39" name="直線コネクタ 38">
            <a:extLst>
              <a:ext uri="{FF2B5EF4-FFF2-40B4-BE49-F238E27FC236}">
                <a16:creationId xmlns:a16="http://schemas.microsoft.com/office/drawing/2014/main" id="{1D7C4848-8827-E48F-C962-001A8723F2F2}"/>
              </a:ext>
            </a:extLst>
          </p:cNvPr>
          <p:cNvCxnSpPr>
            <a:cxnSpLocks/>
          </p:cNvCxnSpPr>
          <p:nvPr/>
        </p:nvCxnSpPr>
        <p:spPr>
          <a:xfrm>
            <a:off x="4714046" y="1407400"/>
            <a:ext cx="0" cy="4855289"/>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0981343A-4F58-721F-1CF6-0B5142E32D5F}"/>
              </a:ext>
            </a:extLst>
          </p:cNvPr>
          <p:cNvCxnSpPr>
            <a:cxnSpLocks/>
          </p:cNvCxnSpPr>
          <p:nvPr/>
        </p:nvCxnSpPr>
        <p:spPr>
          <a:xfrm>
            <a:off x="8155390" y="1407400"/>
            <a:ext cx="0" cy="4855289"/>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E7A64125-92FE-AE5A-A727-7DD7B6CE5780}"/>
              </a:ext>
            </a:extLst>
          </p:cNvPr>
          <p:cNvSpPr/>
          <p:nvPr>
            <p:custDataLst>
              <p:tags r:id="rId2"/>
            </p:custDataLst>
          </p:nvPr>
        </p:nvSpPr>
        <p:spPr bwMode="auto">
          <a:xfrm>
            <a:off x="515938" y="6063538"/>
            <a:ext cx="11160125" cy="160338"/>
          </a:xfrm>
          <a:prstGeom prst="rect">
            <a:avLst/>
          </a:prstGeom>
          <a:solidFill>
            <a:srgbClr val="D6D7D9"/>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6" name="正方形/長方形 5">
            <a:extLst>
              <a:ext uri="{FF2B5EF4-FFF2-40B4-BE49-F238E27FC236}">
                <a16:creationId xmlns:a16="http://schemas.microsoft.com/office/drawing/2014/main" id="{DB8F9A57-5408-0093-4B2F-3B11C61FF4F8}"/>
              </a:ext>
            </a:extLst>
          </p:cNvPr>
          <p:cNvSpPr/>
          <p:nvPr>
            <p:custDataLst>
              <p:tags r:id="rId3"/>
            </p:custDataLst>
          </p:nvPr>
        </p:nvSpPr>
        <p:spPr bwMode="auto">
          <a:xfrm>
            <a:off x="515938" y="3702925"/>
            <a:ext cx="11160125" cy="160338"/>
          </a:xfrm>
          <a:prstGeom prst="rect">
            <a:avLst/>
          </a:prstGeom>
          <a:solidFill>
            <a:srgbClr val="D6D7D9"/>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7" name="正方形/長方形 6">
            <a:extLst>
              <a:ext uri="{FF2B5EF4-FFF2-40B4-BE49-F238E27FC236}">
                <a16:creationId xmlns:a16="http://schemas.microsoft.com/office/drawing/2014/main" id="{0A866060-BA21-38A4-07BA-ECBAE9A62851}"/>
              </a:ext>
            </a:extLst>
          </p:cNvPr>
          <p:cNvSpPr/>
          <p:nvPr>
            <p:custDataLst>
              <p:tags r:id="rId4"/>
            </p:custDataLst>
          </p:nvPr>
        </p:nvSpPr>
        <p:spPr bwMode="auto">
          <a:xfrm>
            <a:off x="515938" y="3013951"/>
            <a:ext cx="11160125" cy="188913"/>
          </a:xfrm>
          <a:prstGeom prst="rect">
            <a:avLst/>
          </a:prstGeom>
          <a:solidFill>
            <a:srgbClr val="D6D7D9"/>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8" name="正方形/長方形 7">
            <a:extLst>
              <a:ext uri="{FF2B5EF4-FFF2-40B4-BE49-F238E27FC236}">
                <a16:creationId xmlns:a16="http://schemas.microsoft.com/office/drawing/2014/main" id="{06B711C4-C9E3-A39F-CC4C-2E03693B2941}"/>
              </a:ext>
            </a:extLst>
          </p:cNvPr>
          <p:cNvSpPr/>
          <p:nvPr>
            <p:custDataLst>
              <p:tags r:id="rId5"/>
            </p:custDataLst>
          </p:nvPr>
        </p:nvSpPr>
        <p:spPr bwMode="auto">
          <a:xfrm>
            <a:off x="515938" y="2382125"/>
            <a:ext cx="11160125" cy="160338"/>
          </a:xfrm>
          <a:prstGeom prst="rect">
            <a:avLst/>
          </a:prstGeom>
          <a:solidFill>
            <a:srgbClr val="D6D7D9"/>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9" name="正方形/長方形 8">
            <a:extLst>
              <a:ext uri="{FF2B5EF4-FFF2-40B4-BE49-F238E27FC236}">
                <a16:creationId xmlns:a16="http://schemas.microsoft.com/office/drawing/2014/main" id="{C2657057-3881-A589-FE49-95E93D48F839}"/>
              </a:ext>
            </a:extLst>
          </p:cNvPr>
          <p:cNvSpPr/>
          <p:nvPr>
            <p:custDataLst>
              <p:tags r:id="rId6"/>
            </p:custDataLst>
          </p:nvPr>
        </p:nvSpPr>
        <p:spPr bwMode="auto">
          <a:xfrm>
            <a:off x="515938" y="4333163"/>
            <a:ext cx="11160125" cy="160338"/>
          </a:xfrm>
          <a:prstGeom prst="rect">
            <a:avLst/>
          </a:prstGeom>
          <a:solidFill>
            <a:srgbClr val="D6D7D9"/>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10" name="正方形/長方形 9">
            <a:extLst>
              <a:ext uri="{FF2B5EF4-FFF2-40B4-BE49-F238E27FC236}">
                <a16:creationId xmlns:a16="http://schemas.microsoft.com/office/drawing/2014/main" id="{C3BACB88-663B-465D-7447-96D877389803}"/>
              </a:ext>
            </a:extLst>
          </p:cNvPr>
          <p:cNvSpPr/>
          <p:nvPr>
            <p:custDataLst>
              <p:tags r:id="rId7"/>
            </p:custDataLst>
          </p:nvPr>
        </p:nvSpPr>
        <p:spPr bwMode="auto">
          <a:xfrm>
            <a:off x="515938" y="4964988"/>
            <a:ext cx="11160125" cy="160338"/>
          </a:xfrm>
          <a:prstGeom prst="rect">
            <a:avLst/>
          </a:prstGeom>
          <a:solidFill>
            <a:srgbClr val="D6D7D9"/>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11" name="正方形/長方形 10">
            <a:extLst>
              <a:ext uri="{FF2B5EF4-FFF2-40B4-BE49-F238E27FC236}">
                <a16:creationId xmlns:a16="http://schemas.microsoft.com/office/drawing/2014/main" id="{13109354-AE11-C57F-B835-04053A3DE55C}"/>
              </a:ext>
            </a:extLst>
          </p:cNvPr>
          <p:cNvSpPr/>
          <p:nvPr>
            <p:custDataLst>
              <p:tags r:id="rId8"/>
            </p:custDataLst>
          </p:nvPr>
        </p:nvSpPr>
        <p:spPr bwMode="auto">
          <a:xfrm>
            <a:off x="515938" y="1285163"/>
            <a:ext cx="11160125" cy="158750"/>
          </a:xfrm>
          <a:prstGeom prst="rect">
            <a:avLst/>
          </a:prstGeom>
          <a:solidFill>
            <a:srgbClr val="C30C3E"/>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12" name="正方形/長方形 11">
            <a:extLst>
              <a:ext uri="{FF2B5EF4-FFF2-40B4-BE49-F238E27FC236}">
                <a16:creationId xmlns:a16="http://schemas.microsoft.com/office/drawing/2014/main" id="{B092A090-C620-33FD-C79B-97B7E7C1F13F}"/>
              </a:ext>
            </a:extLst>
          </p:cNvPr>
          <p:cNvSpPr/>
          <p:nvPr>
            <p:custDataLst>
              <p:tags r:id="rId9"/>
            </p:custDataLst>
          </p:nvPr>
        </p:nvSpPr>
        <p:spPr bwMode="auto">
          <a:xfrm>
            <a:off x="5235576" y="1285163"/>
            <a:ext cx="525463" cy="5099050"/>
          </a:xfrm>
          <a:prstGeom prst="rect">
            <a:avLst/>
          </a:prstGeom>
          <a:solidFill>
            <a:srgbClr val="C0C0C0"/>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13" name="テキスト プレースホルダー 2">
            <a:extLst>
              <a:ext uri="{FF2B5EF4-FFF2-40B4-BE49-F238E27FC236}">
                <a16:creationId xmlns:a16="http://schemas.microsoft.com/office/drawing/2014/main" id="{354397BA-6E33-47D1-B010-5BD30922B230}"/>
              </a:ext>
            </a:extLst>
          </p:cNvPr>
          <p:cNvSpPr>
            <a:spLocks noGrp="1"/>
          </p:cNvSpPr>
          <p:nvPr>
            <p:custDataLst>
              <p:tags r:id="rId10"/>
            </p:custDataLst>
          </p:nvPr>
        </p:nvSpPr>
        <p:spPr bwMode="auto">
          <a:xfrm>
            <a:off x="2935289" y="935914"/>
            <a:ext cx="525463"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4AE46BCD-B241-4FB8-A77A-67B73005C6BA}" type="datetime'''''''''''''1''''''''''1月'''''''''''''''''''''''''''''''''''''">
              <a:rPr lang="ja-JP" altLang="en-US" sz="800" b="1" smtClean="0">
                <a:solidFill>
                  <a:schemeClr val="tx1"/>
                </a:solidFill>
                <a:effectLst/>
                <a:latin typeface="Arial" panose="020B0604020202020204" pitchFamily="34" charset="0"/>
                <a:ea typeface="Meiryo UI" panose="020B0604030504040204" pitchFamily="50" charset="-128"/>
              </a:rPr>
              <a:pPr marL="0" lvl="1">
                <a:spcBef>
                  <a:spcPct val="0"/>
                </a:spcBef>
                <a:spcAft>
                  <a:spcPct val="0"/>
                </a:spcAft>
              </a:pPr>
              <a:t>11月</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14" name="テキスト プレースホルダー 2">
            <a:extLst>
              <a:ext uri="{FF2B5EF4-FFF2-40B4-BE49-F238E27FC236}">
                <a16:creationId xmlns:a16="http://schemas.microsoft.com/office/drawing/2014/main" id="{48940698-20AD-11FC-0CFD-105F02925CF0}"/>
              </a:ext>
            </a:extLst>
          </p:cNvPr>
          <p:cNvSpPr>
            <a:spLocks noGrp="1"/>
          </p:cNvSpPr>
          <p:nvPr>
            <p:custDataLst>
              <p:tags r:id="rId11"/>
            </p:custDataLst>
          </p:nvPr>
        </p:nvSpPr>
        <p:spPr bwMode="auto">
          <a:xfrm>
            <a:off x="3460750" y="935914"/>
            <a:ext cx="2038350"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2A9C3BBE-B7EC-4806-B95D-81C9825DF690}" type="datetime'''''''''1''''''''''2''''''''''''''''''''''''''''月'">
              <a:rPr lang="ja-JP" altLang="en-US" sz="800" b="1" smtClean="0">
                <a:solidFill>
                  <a:schemeClr val="tx1"/>
                </a:solidFill>
                <a:effectLst/>
                <a:latin typeface="Arial" panose="020B0604020202020204" pitchFamily="34" charset="0"/>
                <a:ea typeface="Meiryo UI" panose="020B0604030504040204" pitchFamily="50" charset="-128"/>
              </a:rPr>
              <a:pPr marL="0" lvl="1">
                <a:spcBef>
                  <a:spcPct val="0"/>
                </a:spcBef>
                <a:spcAft>
                  <a:spcPct val="0"/>
                </a:spcAft>
              </a:pPr>
              <a:t>12月</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15" name="テキスト プレースホルダー 2">
            <a:extLst>
              <a:ext uri="{FF2B5EF4-FFF2-40B4-BE49-F238E27FC236}">
                <a16:creationId xmlns:a16="http://schemas.microsoft.com/office/drawing/2014/main" id="{44FB2840-910F-3B0D-4495-AC4B01003142}"/>
              </a:ext>
            </a:extLst>
          </p:cNvPr>
          <p:cNvSpPr>
            <a:spLocks noGrp="1"/>
          </p:cNvSpPr>
          <p:nvPr>
            <p:custDataLst>
              <p:tags r:id="rId12"/>
            </p:custDataLst>
          </p:nvPr>
        </p:nvSpPr>
        <p:spPr bwMode="auto">
          <a:xfrm>
            <a:off x="5499101" y="935914"/>
            <a:ext cx="2036763"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A7ED150D-810C-4766-94FB-DF92337A4A5D}" type="datetime'''''''''''''''''''''''''''''''''''''''''''''1''''''''''月'''''">
              <a:rPr lang="ja-JP" altLang="en-US" sz="800" b="1" smtClean="0">
                <a:solidFill>
                  <a:schemeClr val="tx1"/>
                </a:solidFill>
                <a:effectLst/>
                <a:latin typeface="Arial" panose="020B0604020202020204" pitchFamily="34" charset="0"/>
                <a:ea typeface="Meiryo UI" panose="020B0604030504040204" pitchFamily="50" charset="-128"/>
              </a:rPr>
              <a:pPr marL="0" lvl="1">
                <a:spcBef>
                  <a:spcPct val="0"/>
                </a:spcBef>
                <a:spcAft>
                  <a:spcPct val="0"/>
                </a:spcAft>
              </a:pPr>
              <a:t>1月</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18" name="テキスト プレースホルダー 2">
            <a:extLst>
              <a:ext uri="{FF2B5EF4-FFF2-40B4-BE49-F238E27FC236}">
                <a16:creationId xmlns:a16="http://schemas.microsoft.com/office/drawing/2014/main" id="{EA51489F-DA4D-9D7F-73D6-7CA48CC91355}"/>
              </a:ext>
            </a:extLst>
          </p:cNvPr>
          <p:cNvSpPr>
            <a:spLocks noGrp="1"/>
          </p:cNvSpPr>
          <p:nvPr>
            <p:custDataLst>
              <p:tags r:id="rId13"/>
            </p:custDataLst>
          </p:nvPr>
        </p:nvSpPr>
        <p:spPr bwMode="auto">
          <a:xfrm>
            <a:off x="7535863" y="935914"/>
            <a:ext cx="1839913"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7826A550-6A07-465D-AD2D-2549FA1FA57E}" type="datetime'''''''''''''''''''''''''''''2''''''''''''''''''''''''''''''月'">
              <a:rPr lang="ja-JP" altLang="en-US" sz="800" b="1" smtClean="0">
                <a:solidFill>
                  <a:schemeClr val="tx1"/>
                </a:solidFill>
                <a:effectLst/>
                <a:latin typeface="Arial" panose="020B0604020202020204" pitchFamily="34" charset="0"/>
                <a:ea typeface="Meiryo UI" panose="020B0604030504040204" pitchFamily="50" charset="-128"/>
              </a:rPr>
              <a:pPr marL="0" lvl="1">
                <a:spcBef>
                  <a:spcPct val="0"/>
                </a:spcBef>
                <a:spcAft>
                  <a:spcPct val="0"/>
                </a:spcAft>
              </a:pPr>
              <a:t>2月</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19" name="テキスト プレースホルダー 2">
            <a:extLst>
              <a:ext uri="{FF2B5EF4-FFF2-40B4-BE49-F238E27FC236}">
                <a16:creationId xmlns:a16="http://schemas.microsoft.com/office/drawing/2014/main" id="{B026C3B2-7DB9-3015-886C-219C94DB9597}"/>
              </a:ext>
            </a:extLst>
          </p:cNvPr>
          <p:cNvSpPr>
            <a:spLocks noGrp="1"/>
          </p:cNvSpPr>
          <p:nvPr>
            <p:custDataLst>
              <p:tags r:id="rId14"/>
            </p:custDataLst>
          </p:nvPr>
        </p:nvSpPr>
        <p:spPr bwMode="auto">
          <a:xfrm>
            <a:off x="9375776" y="935914"/>
            <a:ext cx="2036763"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524D1D23-A74B-4FBE-A7F4-1A8EB40A17AA}" type="datetime'''''''''''3''''''''''''''''''月'''''''''''''">
              <a:rPr lang="ja-JP" altLang="en-US" sz="800" b="1" smtClean="0">
                <a:solidFill>
                  <a:schemeClr val="tx1"/>
                </a:solidFill>
                <a:effectLst/>
                <a:latin typeface="Arial" panose="020B0604020202020204" pitchFamily="34" charset="0"/>
                <a:ea typeface="Meiryo UI" panose="020B0604030504040204" pitchFamily="50" charset="-128"/>
              </a:rPr>
              <a:pPr marL="0" lvl="1">
                <a:spcBef>
                  <a:spcPct val="0"/>
                </a:spcBef>
                <a:spcAft>
                  <a:spcPct val="0"/>
                </a:spcAft>
              </a:pPr>
              <a:t>3月</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20" name="テキスト プレースホルダー 2">
            <a:extLst>
              <a:ext uri="{FF2B5EF4-FFF2-40B4-BE49-F238E27FC236}">
                <a16:creationId xmlns:a16="http://schemas.microsoft.com/office/drawing/2014/main" id="{8D5A58D4-B59A-26B5-CB21-21E7F884AC0F}"/>
              </a:ext>
            </a:extLst>
          </p:cNvPr>
          <p:cNvSpPr>
            <a:spLocks noGrp="1"/>
          </p:cNvSpPr>
          <p:nvPr>
            <p:custDataLst>
              <p:tags r:id="rId15"/>
            </p:custDataLst>
          </p:nvPr>
        </p:nvSpPr>
        <p:spPr bwMode="auto">
          <a:xfrm>
            <a:off x="11412539" y="935914"/>
            <a:ext cx="263525"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53E36F72-077B-42CD-A508-9B1588DB6B97}" type="datetime'''''''''''''''''''''''''''''''4''''月'''''''''''''''''''">
              <a:rPr lang="ja-JP" altLang="en-US" sz="800" b="1" smtClean="0">
                <a:solidFill>
                  <a:schemeClr val="tx1"/>
                </a:solidFill>
                <a:effectLst/>
                <a:latin typeface="Arial" panose="020B0604020202020204" pitchFamily="34" charset="0"/>
                <a:ea typeface="Meiryo UI" panose="020B0604030504040204" pitchFamily="50" charset="-128"/>
              </a:rPr>
              <a:pPr marL="0" lvl="1">
                <a:spcBef>
                  <a:spcPct val="0"/>
                </a:spcBef>
                <a:spcAft>
                  <a:spcPct val="0"/>
                </a:spcAft>
              </a:pPr>
              <a:t>4月</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22" name="テキスト プレースホルダー 2">
            <a:extLst>
              <a:ext uri="{FF2B5EF4-FFF2-40B4-BE49-F238E27FC236}">
                <a16:creationId xmlns:a16="http://schemas.microsoft.com/office/drawing/2014/main" id="{4D8466C2-2C63-BB74-515F-25BA8F728389}"/>
              </a:ext>
            </a:extLst>
          </p:cNvPr>
          <p:cNvSpPr>
            <a:spLocks noGrp="1"/>
          </p:cNvSpPr>
          <p:nvPr>
            <p:custDataLst>
              <p:tags r:id="rId16"/>
            </p:custDataLst>
          </p:nvPr>
        </p:nvSpPr>
        <p:spPr bwMode="auto">
          <a:xfrm>
            <a:off x="2935288" y="1110539"/>
            <a:ext cx="460375"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B3CD7105-CB27-48DF-B0C6-F12C896AE5EC}" type="datetime'''''''''''''''''''2''''''''''''''''''''''''''3''''''''''''''.'">
              <a:rPr lang="ja-JP" altLang="en-US" sz="800" b="1" smtClean="0">
                <a:solidFill>
                  <a:schemeClr val="tx1"/>
                </a:solidFill>
                <a:latin typeface="Arial" panose="020B0604020202020204" pitchFamily="34" charset="0"/>
                <a:ea typeface="Meiryo UI" panose="020B0604030504040204" pitchFamily="50" charset="-128"/>
              </a:rPr>
              <a:pPr marL="0" lvl="1">
                <a:spcBef>
                  <a:spcPct val="0"/>
                </a:spcBef>
                <a:spcAft>
                  <a:spcPct val="0"/>
                </a:spcAft>
              </a:pPr>
              <a:t>23.</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26" name="テキスト プレースホルダー 2">
            <a:extLst>
              <a:ext uri="{FF2B5EF4-FFF2-40B4-BE49-F238E27FC236}">
                <a16:creationId xmlns:a16="http://schemas.microsoft.com/office/drawing/2014/main" id="{6B86489B-03A4-A6D7-875F-E987301C9A32}"/>
              </a:ext>
            </a:extLst>
          </p:cNvPr>
          <p:cNvSpPr>
            <a:spLocks noGrp="1"/>
          </p:cNvSpPr>
          <p:nvPr>
            <p:custDataLst>
              <p:tags r:id="rId17"/>
            </p:custDataLst>
          </p:nvPr>
        </p:nvSpPr>
        <p:spPr bwMode="auto">
          <a:xfrm>
            <a:off x="3395663" y="1110539"/>
            <a:ext cx="460375"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D2C0F837-6FFA-4E5D-A7A3-83D5CBB8424B}" type="datetime'3''''''''''''''0''''''''''''''''''''''''''''''''''.'''''''''''">
              <a:rPr lang="ja-JP" altLang="en-US" sz="800" b="1" smtClean="0">
                <a:solidFill>
                  <a:schemeClr val="tx1"/>
                </a:solidFill>
                <a:latin typeface="Arial" panose="020B0604020202020204" pitchFamily="34" charset="0"/>
                <a:ea typeface="Meiryo UI" panose="020B0604030504040204" pitchFamily="50" charset="-128"/>
              </a:rPr>
              <a:pPr marL="0" lvl="1">
                <a:spcBef>
                  <a:spcPct val="0"/>
                </a:spcBef>
                <a:spcAft>
                  <a:spcPct val="0"/>
                </a:spcAft>
              </a:pPr>
              <a:t>30.</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27" name="テキスト プレースホルダー 2">
            <a:extLst>
              <a:ext uri="{FF2B5EF4-FFF2-40B4-BE49-F238E27FC236}">
                <a16:creationId xmlns:a16="http://schemas.microsoft.com/office/drawing/2014/main" id="{B32680D8-E56E-7EC3-593D-53E05AB9AD1A}"/>
              </a:ext>
            </a:extLst>
          </p:cNvPr>
          <p:cNvSpPr>
            <a:spLocks noGrp="1"/>
          </p:cNvSpPr>
          <p:nvPr>
            <p:custDataLst>
              <p:tags r:id="rId18"/>
            </p:custDataLst>
          </p:nvPr>
        </p:nvSpPr>
        <p:spPr bwMode="auto">
          <a:xfrm>
            <a:off x="3856038" y="1110539"/>
            <a:ext cx="458788"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FF772929-6F1F-4312-9FEC-FFE2370F7DB9}" type="datetime'''''''07''.'''''''">
              <a:rPr lang="ja-JP" altLang="en-US" sz="800" b="1" smtClean="0">
                <a:solidFill>
                  <a:schemeClr val="tx1"/>
                </a:solidFill>
                <a:latin typeface="Arial" panose="020B0604020202020204" pitchFamily="34" charset="0"/>
                <a:ea typeface="Meiryo UI" panose="020B0604030504040204" pitchFamily="50" charset="-128"/>
              </a:rPr>
              <a:pPr marL="0" lvl="1">
                <a:spcBef>
                  <a:spcPct val="0"/>
                </a:spcBef>
                <a:spcAft>
                  <a:spcPct val="0"/>
                </a:spcAft>
              </a:pPr>
              <a:t>07.</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28" name="テキスト プレースホルダー 2">
            <a:extLst>
              <a:ext uri="{FF2B5EF4-FFF2-40B4-BE49-F238E27FC236}">
                <a16:creationId xmlns:a16="http://schemas.microsoft.com/office/drawing/2014/main" id="{59AB276C-C577-8C0B-3947-8FE048A1B3B0}"/>
              </a:ext>
            </a:extLst>
          </p:cNvPr>
          <p:cNvSpPr>
            <a:spLocks noGrp="1"/>
          </p:cNvSpPr>
          <p:nvPr>
            <p:custDataLst>
              <p:tags r:id="rId19"/>
            </p:custDataLst>
          </p:nvPr>
        </p:nvSpPr>
        <p:spPr bwMode="auto">
          <a:xfrm>
            <a:off x="4314825" y="1110539"/>
            <a:ext cx="460375"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03833F41-B43D-4939-A3C9-8952E854D16F}" type="datetime'''''1''''4''''''''''.'''''''">
              <a:rPr lang="ja-JP" altLang="en-US" sz="800" b="1" smtClean="0">
                <a:solidFill>
                  <a:schemeClr val="tx1"/>
                </a:solidFill>
                <a:latin typeface="Arial" panose="020B0604020202020204" pitchFamily="34" charset="0"/>
                <a:ea typeface="Meiryo UI" panose="020B0604030504040204" pitchFamily="50" charset="-128"/>
              </a:rPr>
              <a:pPr marL="0" lvl="1">
                <a:spcBef>
                  <a:spcPct val="0"/>
                </a:spcBef>
                <a:spcAft>
                  <a:spcPct val="0"/>
                </a:spcAft>
              </a:pPr>
              <a:t>14.</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34" name="テキスト プレースホルダー 2">
            <a:extLst>
              <a:ext uri="{FF2B5EF4-FFF2-40B4-BE49-F238E27FC236}">
                <a16:creationId xmlns:a16="http://schemas.microsoft.com/office/drawing/2014/main" id="{E65B9563-4BEA-6A88-0632-AE1AD6DAEE27}"/>
              </a:ext>
            </a:extLst>
          </p:cNvPr>
          <p:cNvSpPr>
            <a:spLocks noGrp="1"/>
          </p:cNvSpPr>
          <p:nvPr>
            <p:custDataLst>
              <p:tags r:id="rId20"/>
            </p:custDataLst>
          </p:nvPr>
        </p:nvSpPr>
        <p:spPr bwMode="auto">
          <a:xfrm>
            <a:off x="4775200" y="1110539"/>
            <a:ext cx="460375"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7487D957-6302-4EB1-B47D-DED9E056F496}" type="datetime'2''''''''''''''''''''''''''''1''''''''''''''''''.'''">
              <a:rPr lang="ja-JP" altLang="en-US" sz="800" b="1" smtClean="0">
                <a:solidFill>
                  <a:schemeClr val="tx1"/>
                </a:solidFill>
                <a:latin typeface="Arial" panose="020B0604020202020204" pitchFamily="34" charset="0"/>
                <a:ea typeface="Meiryo UI" panose="020B0604030504040204" pitchFamily="50" charset="-128"/>
              </a:rPr>
              <a:pPr marL="0" lvl="1">
                <a:spcBef>
                  <a:spcPct val="0"/>
                </a:spcBef>
                <a:spcAft>
                  <a:spcPct val="0"/>
                </a:spcAft>
              </a:pPr>
              <a:t>21.</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35" name="テキスト プレースホルダー 2">
            <a:extLst>
              <a:ext uri="{FF2B5EF4-FFF2-40B4-BE49-F238E27FC236}">
                <a16:creationId xmlns:a16="http://schemas.microsoft.com/office/drawing/2014/main" id="{A0951B7E-262B-0559-178A-A7EC3870D7FB}"/>
              </a:ext>
            </a:extLst>
          </p:cNvPr>
          <p:cNvSpPr>
            <a:spLocks noGrp="1"/>
          </p:cNvSpPr>
          <p:nvPr>
            <p:custDataLst>
              <p:tags r:id="rId21"/>
            </p:custDataLst>
          </p:nvPr>
        </p:nvSpPr>
        <p:spPr bwMode="auto">
          <a:xfrm>
            <a:off x="5235575" y="1110539"/>
            <a:ext cx="460375"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EDAC81F6-5078-4E23-9E1A-1D33FC07F560}" type="datetime'''''''''''''''''2''''''''''8''''''''''''''''''''''''.'''">
              <a:rPr lang="ja-JP" altLang="en-US" sz="800" b="1" smtClean="0">
                <a:solidFill>
                  <a:schemeClr val="tx1"/>
                </a:solidFill>
                <a:latin typeface="Arial" panose="020B0604020202020204" pitchFamily="34" charset="0"/>
                <a:ea typeface="Meiryo UI" panose="020B0604030504040204" pitchFamily="50" charset="-128"/>
              </a:rPr>
              <a:pPr marL="0" lvl="1">
                <a:spcBef>
                  <a:spcPct val="0"/>
                </a:spcBef>
                <a:spcAft>
                  <a:spcPct val="0"/>
                </a:spcAft>
              </a:pPr>
              <a:t>28.</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36" name="テキスト プレースホルダー 2">
            <a:extLst>
              <a:ext uri="{FF2B5EF4-FFF2-40B4-BE49-F238E27FC236}">
                <a16:creationId xmlns:a16="http://schemas.microsoft.com/office/drawing/2014/main" id="{775BC544-47FE-28C6-90D1-3890E59E0176}"/>
              </a:ext>
            </a:extLst>
          </p:cNvPr>
          <p:cNvSpPr>
            <a:spLocks noGrp="1"/>
          </p:cNvSpPr>
          <p:nvPr>
            <p:custDataLst>
              <p:tags r:id="rId22"/>
            </p:custDataLst>
          </p:nvPr>
        </p:nvSpPr>
        <p:spPr bwMode="auto">
          <a:xfrm>
            <a:off x="5695950" y="1110539"/>
            <a:ext cx="460375"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8834F9A5-534B-4A92-AD93-8A668F97D59E}" type="datetime'''''''''''''''''''0''''''4''''''''''''''''''.'">
              <a:rPr lang="ja-JP" altLang="en-US" sz="800" b="1" smtClean="0">
                <a:solidFill>
                  <a:schemeClr val="tx1"/>
                </a:solidFill>
                <a:latin typeface="Arial" panose="020B0604020202020204" pitchFamily="34" charset="0"/>
                <a:ea typeface="Meiryo UI" panose="020B0604030504040204" pitchFamily="50" charset="-128"/>
              </a:rPr>
              <a:pPr marL="0" lvl="1">
                <a:spcBef>
                  <a:spcPct val="0"/>
                </a:spcBef>
                <a:spcAft>
                  <a:spcPct val="0"/>
                </a:spcAft>
              </a:pPr>
              <a:t>04.</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37" name="テキスト プレースホルダー 2">
            <a:extLst>
              <a:ext uri="{FF2B5EF4-FFF2-40B4-BE49-F238E27FC236}">
                <a16:creationId xmlns:a16="http://schemas.microsoft.com/office/drawing/2014/main" id="{CC8B16CC-AFE5-079E-4ECB-065926FF92F4}"/>
              </a:ext>
            </a:extLst>
          </p:cNvPr>
          <p:cNvSpPr>
            <a:spLocks noGrp="1"/>
          </p:cNvSpPr>
          <p:nvPr>
            <p:custDataLst>
              <p:tags r:id="rId23"/>
            </p:custDataLst>
          </p:nvPr>
        </p:nvSpPr>
        <p:spPr bwMode="auto">
          <a:xfrm>
            <a:off x="6156325" y="1110539"/>
            <a:ext cx="458788"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325B1C73-B7A9-4095-B3B4-6A54E7F2809A}" type="datetime'''''''''''''''1''''''''''''''1''''''''''''.'''''">
              <a:rPr lang="ja-JP" altLang="en-US" sz="800" b="1" smtClean="0">
                <a:solidFill>
                  <a:schemeClr val="tx1"/>
                </a:solidFill>
                <a:latin typeface="Arial" panose="020B0604020202020204" pitchFamily="34" charset="0"/>
                <a:ea typeface="Meiryo UI" panose="020B0604030504040204" pitchFamily="50" charset="-128"/>
              </a:rPr>
              <a:pPr marL="0" lvl="1">
                <a:spcBef>
                  <a:spcPct val="0"/>
                </a:spcBef>
                <a:spcAft>
                  <a:spcPct val="0"/>
                </a:spcAft>
              </a:pPr>
              <a:t>11.</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41" name="テキスト プレースホルダー 2">
            <a:extLst>
              <a:ext uri="{FF2B5EF4-FFF2-40B4-BE49-F238E27FC236}">
                <a16:creationId xmlns:a16="http://schemas.microsoft.com/office/drawing/2014/main" id="{47FDC5C9-26D5-9798-4C71-24C28A31E719}"/>
              </a:ext>
            </a:extLst>
          </p:cNvPr>
          <p:cNvSpPr>
            <a:spLocks noGrp="1"/>
          </p:cNvSpPr>
          <p:nvPr>
            <p:custDataLst>
              <p:tags r:id="rId24"/>
            </p:custDataLst>
          </p:nvPr>
        </p:nvSpPr>
        <p:spPr bwMode="auto">
          <a:xfrm>
            <a:off x="6615113" y="1110539"/>
            <a:ext cx="460375"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B0BCD6D9-D88A-4A2A-A0A2-48815ED29C82}" type="datetime'1''''''''''8''''''''''''''''.'''''''">
              <a:rPr lang="ja-JP" altLang="en-US" sz="800" b="1" smtClean="0">
                <a:solidFill>
                  <a:schemeClr val="tx1"/>
                </a:solidFill>
                <a:latin typeface="Arial" panose="020B0604020202020204" pitchFamily="34" charset="0"/>
                <a:ea typeface="Meiryo UI" panose="020B0604030504040204" pitchFamily="50" charset="-128"/>
              </a:rPr>
              <a:pPr marL="0" lvl="1">
                <a:spcBef>
                  <a:spcPct val="0"/>
                </a:spcBef>
                <a:spcAft>
                  <a:spcPct val="0"/>
                </a:spcAft>
              </a:pPr>
              <a:t>18.</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43" name="テキスト プレースホルダー 2">
            <a:extLst>
              <a:ext uri="{FF2B5EF4-FFF2-40B4-BE49-F238E27FC236}">
                <a16:creationId xmlns:a16="http://schemas.microsoft.com/office/drawing/2014/main" id="{AFE28629-528F-6258-51DE-FEE6297348ED}"/>
              </a:ext>
            </a:extLst>
          </p:cNvPr>
          <p:cNvSpPr>
            <a:spLocks noGrp="1"/>
          </p:cNvSpPr>
          <p:nvPr>
            <p:custDataLst>
              <p:tags r:id="rId25"/>
            </p:custDataLst>
          </p:nvPr>
        </p:nvSpPr>
        <p:spPr bwMode="auto">
          <a:xfrm>
            <a:off x="7075488" y="1110539"/>
            <a:ext cx="460375"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9BF80BEC-FB69-45FE-9F2F-0AD3178F16A4}" type="datetime'2''''''5''''''''''''''''''''''''''''''''''''''''.'''''''">
              <a:rPr lang="ja-JP" altLang="en-US" sz="800" b="1" smtClean="0">
                <a:solidFill>
                  <a:schemeClr val="tx1"/>
                </a:solidFill>
                <a:latin typeface="Arial" panose="020B0604020202020204" pitchFamily="34" charset="0"/>
                <a:ea typeface="Meiryo UI" panose="020B0604030504040204" pitchFamily="50" charset="-128"/>
              </a:rPr>
              <a:pPr marL="0" lvl="1">
                <a:spcBef>
                  <a:spcPct val="0"/>
                </a:spcBef>
                <a:spcAft>
                  <a:spcPct val="0"/>
                </a:spcAft>
              </a:pPr>
              <a:t>25.</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44" name="テキスト プレースホルダー 2">
            <a:extLst>
              <a:ext uri="{FF2B5EF4-FFF2-40B4-BE49-F238E27FC236}">
                <a16:creationId xmlns:a16="http://schemas.microsoft.com/office/drawing/2014/main" id="{8427D29E-5019-D9CF-0BB1-09DB75BDDA0F}"/>
              </a:ext>
            </a:extLst>
          </p:cNvPr>
          <p:cNvSpPr>
            <a:spLocks noGrp="1"/>
          </p:cNvSpPr>
          <p:nvPr>
            <p:custDataLst>
              <p:tags r:id="rId26"/>
            </p:custDataLst>
          </p:nvPr>
        </p:nvSpPr>
        <p:spPr bwMode="auto">
          <a:xfrm>
            <a:off x="7535863" y="1110539"/>
            <a:ext cx="460375"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8A70AF57-53E4-417C-A62E-CA232D567A54}" type="datetime'0''''''''''''''''''''''''''''''''''''1''''''''''.'''''''''">
              <a:rPr lang="ja-JP" altLang="en-US" sz="800" b="1" smtClean="0">
                <a:solidFill>
                  <a:schemeClr val="tx1"/>
                </a:solidFill>
                <a:latin typeface="Arial" panose="020B0604020202020204" pitchFamily="34" charset="0"/>
                <a:ea typeface="Meiryo UI" panose="020B0604030504040204" pitchFamily="50" charset="-128"/>
              </a:rPr>
              <a:pPr marL="0" lvl="1">
                <a:spcBef>
                  <a:spcPct val="0"/>
                </a:spcBef>
                <a:spcAft>
                  <a:spcPct val="0"/>
                </a:spcAft>
              </a:pPr>
              <a:t>01.</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45" name="テキスト プレースホルダー 2">
            <a:extLst>
              <a:ext uri="{FF2B5EF4-FFF2-40B4-BE49-F238E27FC236}">
                <a16:creationId xmlns:a16="http://schemas.microsoft.com/office/drawing/2014/main" id="{A13D280B-7096-B9C0-B7E9-13E0A0737DD0}"/>
              </a:ext>
            </a:extLst>
          </p:cNvPr>
          <p:cNvSpPr>
            <a:spLocks noGrp="1"/>
          </p:cNvSpPr>
          <p:nvPr>
            <p:custDataLst>
              <p:tags r:id="rId27"/>
            </p:custDataLst>
          </p:nvPr>
        </p:nvSpPr>
        <p:spPr bwMode="auto">
          <a:xfrm>
            <a:off x="7996238" y="1110539"/>
            <a:ext cx="458788"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EDAFCF00-AE21-4837-85B9-BA4025684DB5}" type="datetime'''''''''''''''''''''''''''''''''''0''''''''''''''''''''8''''.'">
              <a:rPr lang="ja-JP" altLang="en-US" sz="800" b="1" smtClean="0">
                <a:solidFill>
                  <a:schemeClr val="tx1"/>
                </a:solidFill>
                <a:latin typeface="Arial" panose="020B0604020202020204" pitchFamily="34" charset="0"/>
                <a:ea typeface="Meiryo UI" panose="020B0604030504040204" pitchFamily="50" charset="-128"/>
              </a:rPr>
              <a:pPr marL="0" lvl="1">
                <a:spcBef>
                  <a:spcPct val="0"/>
                </a:spcBef>
                <a:spcAft>
                  <a:spcPct val="0"/>
                </a:spcAft>
              </a:pPr>
              <a:t>08.</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46" name="テキスト プレースホルダー 2">
            <a:extLst>
              <a:ext uri="{FF2B5EF4-FFF2-40B4-BE49-F238E27FC236}">
                <a16:creationId xmlns:a16="http://schemas.microsoft.com/office/drawing/2014/main" id="{99480902-A613-3866-D4DB-60A6C9D1F3FE}"/>
              </a:ext>
            </a:extLst>
          </p:cNvPr>
          <p:cNvSpPr>
            <a:spLocks noGrp="1"/>
          </p:cNvSpPr>
          <p:nvPr>
            <p:custDataLst>
              <p:tags r:id="rId28"/>
            </p:custDataLst>
          </p:nvPr>
        </p:nvSpPr>
        <p:spPr bwMode="auto">
          <a:xfrm>
            <a:off x="8455025" y="1110539"/>
            <a:ext cx="460375"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305DCEFF-699B-4CC9-8218-055DAEF0B149}" type="datetime'1''''''''''5''''''.'''''''''''''''''''''''''''''''''''''''''">
              <a:rPr lang="ja-JP" altLang="en-US" sz="800" b="1" smtClean="0">
                <a:solidFill>
                  <a:schemeClr val="tx1"/>
                </a:solidFill>
                <a:latin typeface="Arial" panose="020B0604020202020204" pitchFamily="34" charset="0"/>
                <a:ea typeface="Meiryo UI" panose="020B0604030504040204" pitchFamily="50" charset="-128"/>
              </a:rPr>
              <a:pPr marL="0" lvl="1">
                <a:spcBef>
                  <a:spcPct val="0"/>
                </a:spcBef>
                <a:spcAft>
                  <a:spcPct val="0"/>
                </a:spcAft>
              </a:pPr>
              <a:t>15.</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47" name="テキスト プレースホルダー 2">
            <a:extLst>
              <a:ext uri="{FF2B5EF4-FFF2-40B4-BE49-F238E27FC236}">
                <a16:creationId xmlns:a16="http://schemas.microsoft.com/office/drawing/2014/main" id="{62C0B8BB-5211-1C19-8773-601ABE869263}"/>
              </a:ext>
            </a:extLst>
          </p:cNvPr>
          <p:cNvSpPr>
            <a:spLocks noGrp="1"/>
          </p:cNvSpPr>
          <p:nvPr>
            <p:custDataLst>
              <p:tags r:id="rId29"/>
            </p:custDataLst>
          </p:nvPr>
        </p:nvSpPr>
        <p:spPr bwMode="auto">
          <a:xfrm>
            <a:off x="8915400" y="1110539"/>
            <a:ext cx="460375"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833C3C1F-1F77-4BDC-8756-5D3E2A684F2B}" type="datetime'''''''''2''''2''''''.'''''''''''''''''''''''''''''''''''">
              <a:rPr lang="ja-JP" altLang="en-US" sz="800" b="1" smtClean="0">
                <a:solidFill>
                  <a:schemeClr val="tx1"/>
                </a:solidFill>
                <a:latin typeface="Arial" panose="020B0604020202020204" pitchFamily="34" charset="0"/>
                <a:ea typeface="Meiryo UI" panose="020B0604030504040204" pitchFamily="50" charset="-128"/>
              </a:rPr>
              <a:pPr marL="0" lvl="1">
                <a:spcBef>
                  <a:spcPct val="0"/>
                </a:spcBef>
                <a:spcAft>
                  <a:spcPct val="0"/>
                </a:spcAft>
              </a:pPr>
              <a:t>22.</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48" name="テキスト プレースホルダー 2">
            <a:extLst>
              <a:ext uri="{FF2B5EF4-FFF2-40B4-BE49-F238E27FC236}">
                <a16:creationId xmlns:a16="http://schemas.microsoft.com/office/drawing/2014/main" id="{A7D9E906-1B14-FF57-ECB1-740994D3BE9E}"/>
              </a:ext>
            </a:extLst>
          </p:cNvPr>
          <p:cNvSpPr>
            <a:spLocks noGrp="1"/>
          </p:cNvSpPr>
          <p:nvPr>
            <p:custDataLst>
              <p:tags r:id="rId30"/>
            </p:custDataLst>
          </p:nvPr>
        </p:nvSpPr>
        <p:spPr bwMode="auto">
          <a:xfrm>
            <a:off x="9375775" y="1110539"/>
            <a:ext cx="460375"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A4A386E1-9051-4814-9C70-11CDA2C956B5}" type="datetime'''0''''''1''.'''''''''''''''''''''">
              <a:rPr lang="ja-JP" altLang="en-US" sz="800" b="1" smtClean="0">
                <a:solidFill>
                  <a:schemeClr val="tx1"/>
                </a:solidFill>
                <a:latin typeface="Arial" panose="020B0604020202020204" pitchFamily="34" charset="0"/>
                <a:ea typeface="Meiryo UI" panose="020B0604030504040204" pitchFamily="50" charset="-128"/>
              </a:rPr>
              <a:pPr marL="0" lvl="1">
                <a:spcBef>
                  <a:spcPct val="0"/>
                </a:spcBef>
                <a:spcAft>
                  <a:spcPct val="0"/>
                </a:spcAft>
              </a:pPr>
              <a:t>01.</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49" name="テキスト プレースホルダー 2">
            <a:extLst>
              <a:ext uri="{FF2B5EF4-FFF2-40B4-BE49-F238E27FC236}">
                <a16:creationId xmlns:a16="http://schemas.microsoft.com/office/drawing/2014/main" id="{5D24833C-AEDC-1498-7449-AA0E307FA4F0}"/>
              </a:ext>
            </a:extLst>
          </p:cNvPr>
          <p:cNvSpPr>
            <a:spLocks noGrp="1"/>
          </p:cNvSpPr>
          <p:nvPr>
            <p:custDataLst>
              <p:tags r:id="rId31"/>
            </p:custDataLst>
          </p:nvPr>
        </p:nvSpPr>
        <p:spPr bwMode="auto">
          <a:xfrm>
            <a:off x="9836150" y="1110539"/>
            <a:ext cx="460375"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FA15B1A7-1F7C-402B-B5D6-C3E1DEB54FC7}" type="datetime'''''08''''''''''''''''''''''''''''''''''''''''''''.'">
              <a:rPr lang="ja-JP" altLang="en-US" sz="800" b="1" smtClean="0">
                <a:solidFill>
                  <a:schemeClr val="tx1"/>
                </a:solidFill>
                <a:latin typeface="Arial" panose="020B0604020202020204" pitchFamily="34" charset="0"/>
                <a:ea typeface="Meiryo UI" panose="020B0604030504040204" pitchFamily="50" charset="-128"/>
              </a:rPr>
              <a:pPr marL="0" lvl="1">
                <a:spcBef>
                  <a:spcPct val="0"/>
                </a:spcBef>
                <a:spcAft>
                  <a:spcPct val="0"/>
                </a:spcAft>
              </a:pPr>
              <a:t>08.</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50" name="テキスト プレースホルダー 2">
            <a:extLst>
              <a:ext uri="{FF2B5EF4-FFF2-40B4-BE49-F238E27FC236}">
                <a16:creationId xmlns:a16="http://schemas.microsoft.com/office/drawing/2014/main" id="{A6AE7CA6-D506-C466-07B8-7AC60C6EFB45}"/>
              </a:ext>
            </a:extLst>
          </p:cNvPr>
          <p:cNvSpPr>
            <a:spLocks noGrp="1"/>
          </p:cNvSpPr>
          <p:nvPr>
            <p:custDataLst>
              <p:tags r:id="rId32"/>
            </p:custDataLst>
          </p:nvPr>
        </p:nvSpPr>
        <p:spPr bwMode="auto">
          <a:xfrm>
            <a:off x="10296525" y="1110539"/>
            <a:ext cx="458788"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FE19773D-BCD9-46AE-8109-1750885CB81D}" type="datetime'''''''''1''''5''''''''''''''''''.'''''''''''''''''''">
              <a:rPr lang="ja-JP" altLang="en-US" sz="800" b="1" smtClean="0">
                <a:solidFill>
                  <a:schemeClr val="tx1"/>
                </a:solidFill>
                <a:latin typeface="Arial" panose="020B0604020202020204" pitchFamily="34" charset="0"/>
                <a:ea typeface="Meiryo UI" panose="020B0604030504040204" pitchFamily="50" charset="-128"/>
              </a:rPr>
              <a:pPr marL="0" lvl="1">
                <a:spcBef>
                  <a:spcPct val="0"/>
                </a:spcBef>
                <a:spcAft>
                  <a:spcPct val="0"/>
                </a:spcAft>
              </a:pPr>
              <a:t>15.</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51" name="テキスト プレースホルダー 2">
            <a:extLst>
              <a:ext uri="{FF2B5EF4-FFF2-40B4-BE49-F238E27FC236}">
                <a16:creationId xmlns:a16="http://schemas.microsoft.com/office/drawing/2014/main" id="{A844B983-EE37-2802-AD14-4B25AC1E106F}"/>
              </a:ext>
            </a:extLst>
          </p:cNvPr>
          <p:cNvSpPr>
            <a:spLocks noGrp="1"/>
          </p:cNvSpPr>
          <p:nvPr>
            <p:custDataLst>
              <p:tags r:id="rId33"/>
            </p:custDataLst>
          </p:nvPr>
        </p:nvSpPr>
        <p:spPr bwMode="auto">
          <a:xfrm>
            <a:off x="10755313" y="1110539"/>
            <a:ext cx="460375"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2C3A7F34-3E3E-4C26-AE3A-BC4B92912365}" type="datetime'''''''''''''''''''''''''2''''''''''''''''''''2''''''.'''''''">
              <a:rPr lang="ja-JP" altLang="en-US" sz="800" b="1" smtClean="0">
                <a:solidFill>
                  <a:schemeClr val="tx1"/>
                </a:solidFill>
                <a:latin typeface="Arial" panose="020B0604020202020204" pitchFamily="34" charset="0"/>
                <a:ea typeface="Meiryo UI" panose="020B0604030504040204" pitchFamily="50" charset="-128"/>
              </a:rPr>
              <a:pPr marL="0" lvl="1">
                <a:spcBef>
                  <a:spcPct val="0"/>
                </a:spcBef>
                <a:spcAft>
                  <a:spcPct val="0"/>
                </a:spcAft>
              </a:pPr>
              <a:t>22.</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52" name="テキスト プレースホルダー 2">
            <a:extLst>
              <a:ext uri="{FF2B5EF4-FFF2-40B4-BE49-F238E27FC236}">
                <a16:creationId xmlns:a16="http://schemas.microsoft.com/office/drawing/2014/main" id="{77BE3AF4-BA0D-A748-9129-EAFE8403A494}"/>
              </a:ext>
            </a:extLst>
          </p:cNvPr>
          <p:cNvSpPr>
            <a:spLocks noGrp="1"/>
          </p:cNvSpPr>
          <p:nvPr>
            <p:custDataLst>
              <p:tags r:id="rId34"/>
            </p:custDataLst>
          </p:nvPr>
        </p:nvSpPr>
        <p:spPr bwMode="auto">
          <a:xfrm>
            <a:off x="11215688" y="1110539"/>
            <a:ext cx="460375" cy="174625"/>
          </a:xfrm>
          <a:prstGeom prst="rect">
            <a:avLst/>
          </a:prstGeom>
          <a:noFill/>
          <a:ln w="9525" cmpd="sng" algn="ctr">
            <a:solidFill>
              <a:schemeClr val="tx1"/>
            </a:solidFill>
          </a:ln>
          <a:effectLst/>
          <a:extLst>
            <a:ext uri="{909E8E84-426E-40DD-AFC4-6F175D3DCCD1}">
              <a14:hiddenFill xmlns:a14="http://schemas.microsoft.com/office/drawing/2010/main">
                <a:solidFill>
                  <a:schemeClr val="accent1"/>
                </a:solidFill>
              </a14:hiddenFill>
            </a:ext>
          </a:extLst>
        </p:spPr>
        <p:txBody>
          <a:bodyPr vert="horz" wrap="none" lIns="0" tIns="14288" rIns="0" bIns="14288" rtlCol="0" anchor="ctr">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spcBef>
                <a:spcPct val="0"/>
              </a:spcBef>
              <a:spcAft>
                <a:spcPct val="0"/>
              </a:spcAft>
            </a:pPr>
            <a:fld id="{18E7F6E9-6219-4EEE-BAA8-669C970B314B}" type="datetime'''''''''2''''''''''''''''''''9''''''.'''''">
              <a:rPr lang="ja-JP" altLang="en-US" sz="800" b="1" smtClean="0">
                <a:solidFill>
                  <a:schemeClr val="tx1"/>
                </a:solidFill>
                <a:latin typeface="Arial" panose="020B0604020202020204" pitchFamily="34" charset="0"/>
                <a:ea typeface="Meiryo UI" panose="020B0604030504040204" pitchFamily="50" charset="-128"/>
              </a:rPr>
              <a:pPr marL="0" lvl="1">
                <a:spcBef>
                  <a:spcPct val="0"/>
                </a:spcBef>
                <a:spcAft>
                  <a:spcPct val="0"/>
                </a:spcAft>
              </a:pPr>
              <a:t>29.</a:t>
            </a:fld>
            <a:endParaRPr kumimoji="1" lang="ja-JP" altLang="en-US" sz="800" b="1">
              <a:solidFill>
                <a:schemeClr val="tx1"/>
              </a:solidFill>
              <a:latin typeface="Arial" panose="020B0604020202020204" pitchFamily="34" charset="0"/>
              <a:ea typeface="Meiryo UI" panose="020B0604030504040204" pitchFamily="50" charset="-128"/>
            </a:endParaRPr>
          </a:p>
        </p:txBody>
      </p:sp>
      <p:cxnSp>
        <p:nvCxnSpPr>
          <p:cNvPr id="53" name="直線コネクタ 52">
            <a:extLst>
              <a:ext uri="{FF2B5EF4-FFF2-40B4-BE49-F238E27FC236}">
                <a16:creationId xmlns:a16="http://schemas.microsoft.com/office/drawing/2014/main" id="{9DA88B95-CB2D-F650-CC45-7AF939B124A1}"/>
              </a:ext>
            </a:extLst>
          </p:cNvPr>
          <p:cNvCxnSpPr/>
          <p:nvPr>
            <p:custDataLst>
              <p:tags r:id="rId35"/>
            </p:custDataLst>
          </p:nvPr>
        </p:nvCxnSpPr>
        <p:spPr bwMode="auto">
          <a:xfrm>
            <a:off x="7535863" y="1285163"/>
            <a:ext cx="0" cy="509905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4" name="直線コネクタ 53">
            <a:extLst>
              <a:ext uri="{FF2B5EF4-FFF2-40B4-BE49-F238E27FC236}">
                <a16:creationId xmlns:a16="http://schemas.microsoft.com/office/drawing/2014/main" id="{8CBD42A5-CB1A-8893-2DC2-91C6B723E82E}"/>
              </a:ext>
            </a:extLst>
          </p:cNvPr>
          <p:cNvCxnSpPr/>
          <p:nvPr>
            <p:custDataLst>
              <p:tags r:id="rId36"/>
            </p:custDataLst>
          </p:nvPr>
        </p:nvCxnSpPr>
        <p:spPr bwMode="auto">
          <a:xfrm>
            <a:off x="10755313" y="1285163"/>
            <a:ext cx="0" cy="509905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5" name="直線コネクタ 54">
            <a:extLst>
              <a:ext uri="{FF2B5EF4-FFF2-40B4-BE49-F238E27FC236}">
                <a16:creationId xmlns:a16="http://schemas.microsoft.com/office/drawing/2014/main" id="{175CB885-3D01-B468-0801-EDEA2A332172}"/>
              </a:ext>
            </a:extLst>
          </p:cNvPr>
          <p:cNvCxnSpPr/>
          <p:nvPr>
            <p:custDataLst>
              <p:tags r:id="rId37"/>
            </p:custDataLst>
          </p:nvPr>
        </p:nvCxnSpPr>
        <p:spPr bwMode="auto">
          <a:xfrm>
            <a:off x="7996238" y="1285163"/>
            <a:ext cx="0" cy="509905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6" name="直線コネクタ 55">
            <a:extLst>
              <a:ext uri="{FF2B5EF4-FFF2-40B4-BE49-F238E27FC236}">
                <a16:creationId xmlns:a16="http://schemas.microsoft.com/office/drawing/2014/main" id="{6C186D8B-DA54-2A2C-9ED1-2D6B087794BE}"/>
              </a:ext>
            </a:extLst>
          </p:cNvPr>
          <p:cNvCxnSpPr/>
          <p:nvPr>
            <p:custDataLst>
              <p:tags r:id="rId38"/>
            </p:custDataLst>
          </p:nvPr>
        </p:nvCxnSpPr>
        <p:spPr bwMode="auto">
          <a:xfrm>
            <a:off x="8455025" y="1285163"/>
            <a:ext cx="0" cy="509905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7" name="直線コネクタ 56">
            <a:extLst>
              <a:ext uri="{FF2B5EF4-FFF2-40B4-BE49-F238E27FC236}">
                <a16:creationId xmlns:a16="http://schemas.microsoft.com/office/drawing/2014/main" id="{F4E36613-E355-1E56-26F4-3E8B0F53B858}"/>
              </a:ext>
            </a:extLst>
          </p:cNvPr>
          <p:cNvCxnSpPr/>
          <p:nvPr>
            <p:custDataLst>
              <p:tags r:id="rId39"/>
            </p:custDataLst>
          </p:nvPr>
        </p:nvCxnSpPr>
        <p:spPr bwMode="auto">
          <a:xfrm>
            <a:off x="8915400" y="1285163"/>
            <a:ext cx="0" cy="509905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8" name="直線コネクタ 57">
            <a:extLst>
              <a:ext uri="{FF2B5EF4-FFF2-40B4-BE49-F238E27FC236}">
                <a16:creationId xmlns:a16="http://schemas.microsoft.com/office/drawing/2014/main" id="{23B8AEB5-7F44-BF51-C62B-A920E10FEE85}"/>
              </a:ext>
            </a:extLst>
          </p:cNvPr>
          <p:cNvCxnSpPr/>
          <p:nvPr>
            <p:custDataLst>
              <p:tags r:id="rId40"/>
            </p:custDataLst>
          </p:nvPr>
        </p:nvCxnSpPr>
        <p:spPr bwMode="auto">
          <a:xfrm>
            <a:off x="9375775" y="1285163"/>
            <a:ext cx="0" cy="509905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 name="直線コネクタ 58">
            <a:extLst>
              <a:ext uri="{FF2B5EF4-FFF2-40B4-BE49-F238E27FC236}">
                <a16:creationId xmlns:a16="http://schemas.microsoft.com/office/drawing/2014/main" id="{20A59266-BD6B-4535-0E36-F1E2370EB133}"/>
              </a:ext>
            </a:extLst>
          </p:cNvPr>
          <p:cNvCxnSpPr/>
          <p:nvPr>
            <p:custDataLst>
              <p:tags r:id="rId41"/>
            </p:custDataLst>
          </p:nvPr>
        </p:nvCxnSpPr>
        <p:spPr bwMode="auto">
          <a:xfrm>
            <a:off x="9836150" y="1285163"/>
            <a:ext cx="0" cy="509905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0" name="直線コネクタ 59">
            <a:extLst>
              <a:ext uri="{FF2B5EF4-FFF2-40B4-BE49-F238E27FC236}">
                <a16:creationId xmlns:a16="http://schemas.microsoft.com/office/drawing/2014/main" id="{F92401DF-ACE0-4D69-140F-A25D300223A9}"/>
              </a:ext>
            </a:extLst>
          </p:cNvPr>
          <p:cNvCxnSpPr/>
          <p:nvPr>
            <p:custDataLst>
              <p:tags r:id="rId42"/>
            </p:custDataLst>
          </p:nvPr>
        </p:nvCxnSpPr>
        <p:spPr bwMode="auto">
          <a:xfrm>
            <a:off x="10296525" y="1285163"/>
            <a:ext cx="0" cy="509905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1" name="直線コネクタ 60">
            <a:extLst>
              <a:ext uri="{FF2B5EF4-FFF2-40B4-BE49-F238E27FC236}">
                <a16:creationId xmlns:a16="http://schemas.microsoft.com/office/drawing/2014/main" id="{5D8FE053-558B-2C94-22F9-8FBDCDF232FB}"/>
              </a:ext>
            </a:extLst>
          </p:cNvPr>
          <p:cNvCxnSpPr/>
          <p:nvPr>
            <p:custDataLst>
              <p:tags r:id="rId43"/>
            </p:custDataLst>
          </p:nvPr>
        </p:nvCxnSpPr>
        <p:spPr bwMode="auto">
          <a:xfrm>
            <a:off x="2935288" y="1285163"/>
            <a:ext cx="0" cy="5099050"/>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2" name="直線コネクタ 61">
            <a:extLst>
              <a:ext uri="{FF2B5EF4-FFF2-40B4-BE49-F238E27FC236}">
                <a16:creationId xmlns:a16="http://schemas.microsoft.com/office/drawing/2014/main" id="{C0F0DD4C-6801-02ED-754D-A495899C88F4}"/>
              </a:ext>
            </a:extLst>
          </p:cNvPr>
          <p:cNvCxnSpPr/>
          <p:nvPr>
            <p:custDataLst>
              <p:tags r:id="rId44"/>
            </p:custDataLst>
          </p:nvPr>
        </p:nvCxnSpPr>
        <p:spPr bwMode="auto">
          <a:xfrm>
            <a:off x="11676063" y="1285163"/>
            <a:ext cx="0" cy="5099050"/>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3" name="直線コネクタ 62">
            <a:extLst>
              <a:ext uri="{FF2B5EF4-FFF2-40B4-BE49-F238E27FC236}">
                <a16:creationId xmlns:a16="http://schemas.microsoft.com/office/drawing/2014/main" id="{977ABA99-7D9C-9A84-B8A4-590C8DC8C148}"/>
              </a:ext>
            </a:extLst>
          </p:cNvPr>
          <p:cNvCxnSpPr/>
          <p:nvPr>
            <p:custDataLst>
              <p:tags r:id="rId45"/>
            </p:custDataLst>
          </p:nvPr>
        </p:nvCxnSpPr>
        <p:spPr bwMode="auto">
          <a:xfrm>
            <a:off x="515938" y="1285163"/>
            <a:ext cx="0" cy="5099050"/>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4" name="直線コネクタ 63">
            <a:extLst>
              <a:ext uri="{FF2B5EF4-FFF2-40B4-BE49-F238E27FC236}">
                <a16:creationId xmlns:a16="http://schemas.microsoft.com/office/drawing/2014/main" id="{F3B4DA47-4B62-D532-25B6-9E563E913553}"/>
              </a:ext>
            </a:extLst>
          </p:cNvPr>
          <p:cNvCxnSpPr/>
          <p:nvPr>
            <p:custDataLst>
              <p:tags r:id="rId46"/>
            </p:custDataLst>
          </p:nvPr>
        </p:nvCxnSpPr>
        <p:spPr bwMode="auto">
          <a:xfrm>
            <a:off x="11215688" y="1285163"/>
            <a:ext cx="0" cy="509905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5" name="直線コネクタ 64">
            <a:extLst>
              <a:ext uri="{FF2B5EF4-FFF2-40B4-BE49-F238E27FC236}">
                <a16:creationId xmlns:a16="http://schemas.microsoft.com/office/drawing/2014/main" id="{45533557-F9E0-69F9-B170-28F3D29F39C0}"/>
              </a:ext>
            </a:extLst>
          </p:cNvPr>
          <p:cNvCxnSpPr/>
          <p:nvPr>
            <p:custDataLst>
              <p:tags r:id="rId47"/>
            </p:custDataLst>
          </p:nvPr>
        </p:nvCxnSpPr>
        <p:spPr bwMode="auto">
          <a:xfrm>
            <a:off x="3395663" y="1285163"/>
            <a:ext cx="0" cy="509905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9300AD3-D52C-2DF5-88DC-8E51BAB823AF}"/>
              </a:ext>
            </a:extLst>
          </p:cNvPr>
          <p:cNvCxnSpPr/>
          <p:nvPr>
            <p:custDataLst>
              <p:tags r:id="rId48"/>
            </p:custDataLst>
          </p:nvPr>
        </p:nvCxnSpPr>
        <p:spPr bwMode="auto">
          <a:xfrm>
            <a:off x="3856038" y="1285163"/>
            <a:ext cx="0" cy="509905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CE060DD4-B1E4-8AC1-8A2A-5C86D6519896}"/>
              </a:ext>
            </a:extLst>
          </p:cNvPr>
          <p:cNvCxnSpPr/>
          <p:nvPr>
            <p:custDataLst>
              <p:tags r:id="rId49"/>
            </p:custDataLst>
          </p:nvPr>
        </p:nvCxnSpPr>
        <p:spPr bwMode="auto">
          <a:xfrm>
            <a:off x="4314825" y="1285163"/>
            <a:ext cx="0" cy="509905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8" name="直線コネクタ 67">
            <a:extLst>
              <a:ext uri="{FF2B5EF4-FFF2-40B4-BE49-F238E27FC236}">
                <a16:creationId xmlns:a16="http://schemas.microsoft.com/office/drawing/2014/main" id="{88C7BD95-19F4-59F4-3A97-1B80DC13AE19}"/>
              </a:ext>
            </a:extLst>
          </p:cNvPr>
          <p:cNvCxnSpPr/>
          <p:nvPr>
            <p:custDataLst>
              <p:tags r:id="rId50"/>
            </p:custDataLst>
          </p:nvPr>
        </p:nvCxnSpPr>
        <p:spPr bwMode="auto">
          <a:xfrm>
            <a:off x="4775200" y="1285163"/>
            <a:ext cx="0" cy="509905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9" name="直線コネクタ 68">
            <a:extLst>
              <a:ext uri="{FF2B5EF4-FFF2-40B4-BE49-F238E27FC236}">
                <a16:creationId xmlns:a16="http://schemas.microsoft.com/office/drawing/2014/main" id="{9D3F3922-B06F-94D4-DE1A-616098B0B82F}"/>
              </a:ext>
            </a:extLst>
          </p:cNvPr>
          <p:cNvCxnSpPr/>
          <p:nvPr>
            <p:custDataLst>
              <p:tags r:id="rId51"/>
            </p:custDataLst>
          </p:nvPr>
        </p:nvCxnSpPr>
        <p:spPr bwMode="auto">
          <a:xfrm>
            <a:off x="5235575" y="1285163"/>
            <a:ext cx="0" cy="509905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0" name="直線コネクタ 69">
            <a:extLst>
              <a:ext uri="{FF2B5EF4-FFF2-40B4-BE49-F238E27FC236}">
                <a16:creationId xmlns:a16="http://schemas.microsoft.com/office/drawing/2014/main" id="{30647135-2D9B-3D9D-CC3D-45004F4B642F}"/>
              </a:ext>
            </a:extLst>
          </p:cNvPr>
          <p:cNvCxnSpPr/>
          <p:nvPr>
            <p:custDataLst>
              <p:tags r:id="rId52"/>
            </p:custDataLst>
          </p:nvPr>
        </p:nvCxnSpPr>
        <p:spPr bwMode="auto">
          <a:xfrm>
            <a:off x="5695950" y="1285163"/>
            <a:ext cx="0" cy="509905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1" name="直線コネクタ 70">
            <a:extLst>
              <a:ext uri="{FF2B5EF4-FFF2-40B4-BE49-F238E27FC236}">
                <a16:creationId xmlns:a16="http://schemas.microsoft.com/office/drawing/2014/main" id="{5BA71B92-4DB4-72F2-343A-26FC61979B6C}"/>
              </a:ext>
            </a:extLst>
          </p:cNvPr>
          <p:cNvCxnSpPr/>
          <p:nvPr>
            <p:custDataLst>
              <p:tags r:id="rId53"/>
            </p:custDataLst>
          </p:nvPr>
        </p:nvCxnSpPr>
        <p:spPr bwMode="auto">
          <a:xfrm>
            <a:off x="6156325" y="1285163"/>
            <a:ext cx="0" cy="509905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2" name="直線コネクタ 71">
            <a:extLst>
              <a:ext uri="{FF2B5EF4-FFF2-40B4-BE49-F238E27FC236}">
                <a16:creationId xmlns:a16="http://schemas.microsoft.com/office/drawing/2014/main" id="{FDD71106-1460-FD71-5A7A-DFFEAF467FC4}"/>
              </a:ext>
            </a:extLst>
          </p:cNvPr>
          <p:cNvCxnSpPr/>
          <p:nvPr>
            <p:custDataLst>
              <p:tags r:id="rId54"/>
            </p:custDataLst>
          </p:nvPr>
        </p:nvCxnSpPr>
        <p:spPr bwMode="auto">
          <a:xfrm>
            <a:off x="6615113" y="1285163"/>
            <a:ext cx="0" cy="509905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3" name="直線コネクタ 72">
            <a:extLst>
              <a:ext uri="{FF2B5EF4-FFF2-40B4-BE49-F238E27FC236}">
                <a16:creationId xmlns:a16="http://schemas.microsoft.com/office/drawing/2014/main" id="{AA2AA60E-93A4-387C-DC46-35E3E511E116}"/>
              </a:ext>
            </a:extLst>
          </p:cNvPr>
          <p:cNvCxnSpPr/>
          <p:nvPr>
            <p:custDataLst>
              <p:tags r:id="rId55"/>
            </p:custDataLst>
          </p:nvPr>
        </p:nvCxnSpPr>
        <p:spPr bwMode="auto">
          <a:xfrm>
            <a:off x="7075488" y="1285163"/>
            <a:ext cx="0" cy="509905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4" name="直線コネクタ 73">
            <a:extLst>
              <a:ext uri="{FF2B5EF4-FFF2-40B4-BE49-F238E27FC236}">
                <a16:creationId xmlns:a16="http://schemas.microsoft.com/office/drawing/2014/main" id="{66E6E09E-286B-9F7C-1454-A178CEAD5C80}"/>
              </a:ext>
            </a:extLst>
          </p:cNvPr>
          <p:cNvCxnSpPr/>
          <p:nvPr>
            <p:custDataLst>
              <p:tags r:id="rId56"/>
            </p:custDataLst>
          </p:nvPr>
        </p:nvCxnSpPr>
        <p:spPr bwMode="auto">
          <a:xfrm>
            <a:off x="515938" y="6384213"/>
            <a:ext cx="11160125" cy="0"/>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5" name="直線コネクタ 74">
            <a:extLst>
              <a:ext uri="{FF2B5EF4-FFF2-40B4-BE49-F238E27FC236}">
                <a16:creationId xmlns:a16="http://schemas.microsoft.com/office/drawing/2014/main" id="{1891532F-0BF8-98FA-2C69-C40924723279}"/>
              </a:ext>
            </a:extLst>
          </p:cNvPr>
          <p:cNvCxnSpPr/>
          <p:nvPr>
            <p:custDataLst>
              <p:tags r:id="rId57"/>
            </p:custDataLst>
          </p:nvPr>
        </p:nvCxnSpPr>
        <p:spPr bwMode="auto">
          <a:xfrm>
            <a:off x="515938" y="1285163"/>
            <a:ext cx="11160125" cy="0"/>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6" name="正方形/長方形 75">
            <a:extLst>
              <a:ext uri="{FF2B5EF4-FFF2-40B4-BE49-F238E27FC236}">
                <a16:creationId xmlns:a16="http://schemas.microsoft.com/office/drawing/2014/main" id="{96B54FD2-8C30-66E9-7C0D-82D29CE32C7C}"/>
              </a:ext>
            </a:extLst>
          </p:cNvPr>
          <p:cNvSpPr/>
          <p:nvPr>
            <p:custDataLst>
              <p:tags r:id="rId58"/>
            </p:custDataLst>
          </p:nvPr>
        </p:nvSpPr>
        <p:spPr bwMode="auto">
          <a:xfrm>
            <a:off x="3395663" y="2585325"/>
            <a:ext cx="460375" cy="79375"/>
          </a:xfrm>
          <a:prstGeom prst="rect">
            <a:avLst/>
          </a:prstGeom>
          <a:solidFill>
            <a:schemeClr val="tx1"/>
          </a:solidFill>
          <a:ln w="19050" cap="flat" cmpd="sng" algn="ctr">
            <a:noFill/>
            <a:prstDash val="dash"/>
            <a:miter lim="800000"/>
            <a:headEnd type="none" w="med" len="med"/>
            <a:tailEnd type="none" w="med" len="med"/>
          </a:ln>
          <a:effectLst/>
          <a:extLst>
            <a:ext uri="{91240B29-F687-4F45-9708-019B960494DF}">
              <a14:hiddenLine xmlns:a14="http://schemas.microsoft.com/office/drawing/2010/main" w="19050" cap="flat" cmpd="sng" algn="ctr">
                <a:solidFill>
                  <a:schemeClr val="tx1"/>
                </a:solidFill>
                <a:prstDash val="dash"/>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77" name="正方形/長方形 76">
            <a:extLst>
              <a:ext uri="{FF2B5EF4-FFF2-40B4-BE49-F238E27FC236}">
                <a16:creationId xmlns:a16="http://schemas.microsoft.com/office/drawing/2014/main" id="{F960AADF-B83A-1824-E7C4-22885F2DDE0D}"/>
              </a:ext>
            </a:extLst>
          </p:cNvPr>
          <p:cNvSpPr/>
          <p:nvPr>
            <p:custDataLst>
              <p:tags r:id="rId59"/>
            </p:custDataLst>
          </p:nvPr>
        </p:nvSpPr>
        <p:spPr bwMode="auto">
          <a:xfrm>
            <a:off x="10296525" y="2264650"/>
            <a:ext cx="458788" cy="79375"/>
          </a:xfrm>
          <a:prstGeom prst="rect">
            <a:avLst/>
          </a:prstGeom>
          <a:solidFill>
            <a:schemeClr val="tx1"/>
          </a:solidFill>
          <a:ln w="19050" cap="flat" cmpd="sng" algn="ctr">
            <a:noFill/>
            <a:prstDash val="dash"/>
            <a:miter lim="800000"/>
            <a:headEnd type="none" w="med" len="med"/>
            <a:tailEnd type="none" w="med" len="med"/>
          </a:ln>
          <a:effectLst/>
          <a:extLst>
            <a:ext uri="{91240B29-F687-4F45-9708-019B960494DF}">
              <a14:hiddenLine xmlns:a14="http://schemas.microsoft.com/office/drawing/2010/main" w="19050" cap="flat" cmpd="sng" algn="ctr">
                <a:solidFill>
                  <a:schemeClr val="tx1"/>
                </a:solidFill>
                <a:prstDash val="dash"/>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78" name="正方形/長方形 77">
            <a:extLst>
              <a:ext uri="{FF2B5EF4-FFF2-40B4-BE49-F238E27FC236}">
                <a16:creationId xmlns:a16="http://schemas.microsoft.com/office/drawing/2014/main" id="{9872FDFA-7322-3B01-3930-964076F625C3}"/>
              </a:ext>
            </a:extLst>
          </p:cNvPr>
          <p:cNvSpPr/>
          <p:nvPr>
            <p:custDataLst>
              <p:tags r:id="rId60"/>
            </p:custDataLst>
          </p:nvPr>
        </p:nvSpPr>
        <p:spPr bwMode="auto">
          <a:xfrm>
            <a:off x="7996238" y="5634913"/>
            <a:ext cx="458788" cy="7937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79" name="正方形/長方形 78">
            <a:extLst>
              <a:ext uri="{FF2B5EF4-FFF2-40B4-BE49-F238E27FC236}">
                <a16:creationId xmlns:a16="http://schemas.microsoft.com/office/drawing/2014/main" id="{B84EC7BA-F072-F3D4-1EC2-A43A7A4D2B43}"/>
              </a:ext>
            </a:extLst>
          </p:cNvPr>
          <p:cNvSpPr/>
          <p:nvPr>
            <p:custDataLst>
              <p:tags r:id="rId61"/>
            </p:custDataLst>
          </p:nvPr>
        </p:nvSpPr>
        <p:spPr bwMode="auto">
          <a:xfrm>
            <a:off x="3395663" y="2740900"/>
            <a:ext cx="460375" cy="7937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80" name="正方形/長方形 79">
            <a:extLst>
              <a:ext uri="{FF2B5EF4-FFF2-40B4-BE49-F238E27FC236}">
                <a16:creationId xmlns:a16="http://schemas.microsoft.com/office/drawing/2014/main" id="{542D3DBE-9BB0-768C-68C4-55A4A86DA208}"/>
              </a:ext>
            </a:extLst>
          </p:cNvPr>
          <p:cNvSpPr/>
          <p:nvPr>
            <p:custDataLst>
              <p:tags r:id="rId62"/>
            </p:custDataLst>
          </p:nvPr>
        </p:nvSpPr>
        <p:spPr bwMode="auto">
          <a:xfrm>
            <a:off x="3856038" y="3429875"/>
            <a:ext cx="458788" cy="7937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81" name="正方形/長方形 80">
            <a:extLst>
              <a:ext uri="{FF2B5EF4-FFF2-40B4-BE49-F238E27FC236}">
                <a16:creationId xmlns:a16="http://schemas.microsoft.com/office/drawing/2014/main" id="{8DA61BCB-D1FF-7C8E-45CF-6FECD268805A}"/>
              </a:ext>
            </a:extLst>
          </p:cNvPr>
          <p:cNvSpPr/>
          <p:nvPr>
            <p:custDataLst>
              <p:tags r:id="rId63"/>
            </p:custDataLst>
          </p:nvPr>
        </p:nvSpPr>
        <p:spPr bwMode="auto">
          <a:xfrm>
            <a:off x="3395663" y="2896475"/>
            <a:ext cx="460375" cy="7937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82" name="正方形/長方形 81">
            <a:extLst>
              <a:ext uri="{FF2B5EF4-FFF2-40B4-BE49-F238E27FC236}">
                <a16:creationId xmlns:a16="http://schemas.microsoft.com/office/drawing/2014/main" id="{6A90B46E-2BDB-B06B-C3D4-43AAD9FBF6DD}"/>
              </a:ext>
            </a:extLst>
          </p:cNvPr>
          <p:cNvSpPr/>
          <p:nvPr>
            <p:custDataLst>
              <p:tags r:id="rId64"/>
            </p:custDataLst>
          </p:nvPr>
        </p:nvSpPr>
        <p:spPr bwMode="auto">
          <a:xfrm>
            <a:off x="8915400" y="5946063"/>
            <a:ext cx="920750" cy="79375"/>
          </a:xfrm>
          <a:prstGeom prst="rect">
            <a:avLst/>
          </a:prstGeom>
          <a:solidFill>
            <a:schemeClr val="tx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83" name="正方形/長方形 82">
            <a:extLst>
              <a:ext uri="{FF2B5EF4-FFF2-40B4-BE49-F238E27FC236}">
                <a16:creationId xmlns:a16="http://schemas.microsoft.com/office/drawing/2014/main" id="{BBEDF931-193E-3125-4597-09270795B735}"/>
              </a:ext>
            </a:extLst>
          </p:cNvPr>
          <p:cNvSpPr/>
          <p:nvPr>
            <p:custDataLst>
              <p:tags r:id="rId65"/>
            </p:custDataLst>
          </p:nvPr>
        </p:nvSpPr>
        <p:spPr bwMode="auto">
          <a:xfrm>
            <a:off x="4775200" y="4060113"/>
            <a:ext cx="460375" cy="7937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84" name="正方形/長方形 83">
            <a:extLst>
              <a:ext uri="{FF2B5EF4-FFF2-40B4-BE49-F238E27FC236}">
                <a16:creationId xmlns:a16="http://schemas.microsoft.com/office/drawing/2014/main" id="{8BB6505A-EB6C-7F0F-4940-7240C59A002E}"/>
              </a:ext>
            </a:extLst>
          </p:cNvPr>
          <p:cNvSpPr/>
          <p:nvPr>
            <p:custDataLst>
              <p:tags r:id="rId66"/>
            </p:custDataLst>
          </p:nvPr>
        </p:nvSpPr>
        <p:spPr bwMode="auto">
          <a:xfrm>
            <a:off x="8455025" y="5790488"/>
            <a:ext cx="1381125" cy="7937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85" name="正方形/長方形 84">
            <a:extLst>
              <a:ext uri="{FF2B5EF4-FFF2-40B4-BE49-F238E27FC236}">
                <a16:creationId xmlns:a16="http://schemas.microsoft.com/office/drawing/2014/main" id="{ECF5B782-1D0C-7316-46BD-F3B65E45AF1B}"/>
              </a:ext>
            </a:extLst>
          </p:cNvPr>
          <p:cNvSpPr/>
          <p:nvPr>
            <p:custDataLst>
              <p:tags r:id="rId67"/>
            </p:custDataLst>
          </p:nvPr>
        </p:nvSpPr>
        <p:spPr bwMode="auto">
          <a:xfrm>
            <a:off x="3856038" y="3585450"/>
            <a:ext cx="458788" cy="7937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86" name="正方形/長方形 85">
            <a:extLst>
              <a:ext uri="{FF2B5EF4-FFF2-40B4-BE49-F238E27FC236}">
                <a16:creationId xmlns:a16="http://schemas.microsoft.com/office/drawing/2014/main" id="{20A55476-1C73-5018-DD53-87E691A7BE2D}"/>
              </a:ext>
            </a:extLst>
          </p:cNvPr>
          <p:cNvSpPr/>
          <p:nvPr>
            <p:custDataLst>
              <p:tags r:id="rId68"/>
            </p:custDataLst>
          </p:nvPr>
        </p:nvSpPr>
        <p:spPr bwMode="auto">
          <a:xfrm>
            <a:off x="4775200" y="4691938"/>
            <a:ext cx="460375" cy="7937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87" name="正方形/長方形 86">
            <a:extLst>
              <a:ext uri="{FF2B5EF4-FFF2-40B4-BE49-F238E27FC236}">
                <a16:creationId xmlns:a16="http://schemas.microsoft.com/office/drawing/2014/main" id="{B60F3B1A-E8CE-ABF8-54D1-5BD08EC7FBA5}"/>
              </a:ext>
            </a:extLst>
          </p:cNvPr>
          <p:cNvSpPr/>
          <p:nvPr>
            <p:custDataLst>
              <p:tags r:id="rId69"/>
            </p:custDataLst>
          </p:nvPr>
        </p:nvSpPr>
        <p:spPr bwMode="auto">
          <a:xfrm>
            <a:off x="5761039" y="4847513"/>
            <a:ext cx="1774825" cy="7937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88" name="正方形/長方形 87">
            <a:extLst>
              <a:ext uri="{FF2B5EF4-FFF2-40B4-BE49-F238E27FC236}">
                <a16:creationId xmlns:a16="http://schemas.microsoft.com/office/drawing/2014/main" id="{17886312-DB24-2ACC-0FE9-8AD58B518A0F}"/>
              </a:ext>
            </a:extLst>
          </p:cNvPr>
          <p:cNvSpPr/>
          <p:nvPr>
            <p:custDataLst>
              <p:tags r:id="rId70"/>
            </p:custDataLst>
          </p:nvPr>
        </p:nvSpPr>
        <p:spPr bwMode="auto">
          <a:xfrm>
            <a:off x="3856038" y="3906125"/>
            <a:ext cx="1379538" cy="7937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89" name="正方形/長方形 88">
            <a:extLst>
              <a:ext uri="{FF2B5EF4-FFF2-40B4-BE49-F238E27FC236}">
                <a16:creationId xmlns:a16="http://schemas.microsoft.com/office/drawing/2014/main" id="{C4A03C0E-A112-EFC7-D52A-397F8E6741B1}"/>
              </a:ext>
            </a:extLst>
          </p:cNvPr>
          <p:cNvSpPr/>
          <p:nvPr>
            <p:custDataLst>
              <p:tags r:id="rId71"/>
            </p:custDataLst>
          </p:nvPr>
        </p:nvSpPr>
        <p:spPr bwMode="auto">
          <a:xfrm>
            <a:off x="5761038" y="5168188"/>
            <a:ext cx="854075" cy="7937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90" name="正方形/長方形 89">
            <a:extLst>
              <a:ext uri="{FF2B5EF4-FFF2-40B4-BE49-F238E27FC236}">
                <a16:creationId xmlns:a16="http://schemas.microsoft.com/office/drawing/2014/main" id="{A992DBF3-B270-EA19-E23F-11AE388D02A5}"/>
              </a:ext>
            </a:extLst>
          </p:cNvPr>
          <p:cNvSpPr/>
          <p:nvPr>
            <p:custDataLst>
              <p:tags r:id="rId72"/>
            </p:custDataLst>
          </p:nvPr>
        </p:nvSpPr>
        <p:spPr bwMode="auto">
          <a:xfrm>
            <a:off x="6615113" y="5323763"/>
            <a:ext cx="920750" cy="7937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91" name="正方形/長方形 90">
            <a:extLst>
              <a:ext uri="{FF2B5EF4-FFF2-40B4-BE49-F238E27FC236}">
                <a16:creationId xmlns:a16="http://schemas.microsoft.com/office/drawing/2014/main" id="{B3989E70-9D17-DF97-D056-DFCB28521835}"/>
              </a:ext>
            </a:extLst>
          </p:cNvPr>
          <p:cNvSpPr/>
          <p:nvPr>
            <p:custDataLst>
              <p:tags r:id="rId73"/>
            </p:custDataLst>
          </p:nvPr>
        </p:nvSpPr>
        <p:spPr bwMode="auto">
          <a:xfrm>
            <a:off x="7535863" y="5479338"/>
            <a:ext cx="919163" cy="7937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92" name="正方形/長方形 91">
            <a:extLst>
              <a:ext uri="{FF2B5EF4-FFF2-40B4-BE49-F238E27FC236}">
                <a16:creationId xmlns:a16="http://schemas.microsoft.com/office/drawing/2014/main" id="{37C67CFB-9CD7-B916-693F-71A86225803E}"/>
              </a:ext>
            </a:extLst>
          </p:cNvPr>
          <p:cNvSpPr/>
          <p:nvPr>
            <p:custDataLst>
              <p:tags r:id="rId74"/>
            </p:custDataLst>
          </p:nvPr>
        </p:nvSpPr>
        <p:spPr bwMode="auto">
          <a:xfrm>
            <a:off x="9836150" y="6266738"/>
            <a:ext cx="1379538" cy="79375"/>
          </a:xfrm>
          <a:prstGeom prst="rect">
            <a:avLst/>
          </a:prstGeom>
          <a:solidFill>
            <a:schemeClr val="tx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93" name="正方形/長方形 92">
            <a:extLst>
              <a:ext uri="{FF2B5EF4-FFF2-40B4-BE49-F238E27FC236}">
                <a16:creationId xmlns:a16="http://schemas.microsoft.com/office/drawing/2014/main" id="{EB040AD0-9816-B329-1080-0C4EA32E1A68}"/>
              </a:ext>
            </a:extLst>
          </p:cNvPr>
          <p:cNvSpPr/>
          <p:nvPr>
            <p:custDataLst>
              <p:tags r:id="rId75"/>
            </p:custDataLst>
          </p:nvPr>
        </p:nvSpPr>
        <p:spPr bwMode="auto">
          <a:xfrm>
            <a:off x="8915400" y="2264650"/>
            <a:ext cx="460375" cy="79375"/>
          </a:xfrm>
          <a:prstGeom prst="rect">
            <a:avLst/>
          </a:prstGeom>
          <a:solidFill>
            <a:schemeClr val="tx1"/>
          </a:solidFill>
          <a:ln w="19050" cap="flat" cmpd="sng" algn="ctr">
            <a:noFill/>
            <a:prstDash val="dash"/>
            <a:miter lim="800000"/>
            <a:headEnd type="none" w="med" len="med"/>
            <a:tailEnd type="none" w="med" len="med"/>
          </a:ln>
          <a:effectLst/>
          <a:extLst>
            <a:ext uri="{91240B29-F687-4F45-9708-019B960494DF}">
              <a14:hiddenLine xmlns:a14="http://schemas.microsoft.com/office/drawing/2010/main" w="19050" cap="flat" cmpd="sng" algn="ctr">
                <a:solidFill>
                  <a:schemeClr val="tx1"/>
                </a:solidFill>
                <a:prstDash val="dash"/>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94" name="正方形/長方形 93">
            <a:extLst>
              <a:ext uri="{FF2B5EF4-FFF2-40B4-BE49-F238E27FC236}">
                <a16:creationId xmlns:a16="http://schemas.microsoft.com/office/drawing/2014/main" id="{212E1DA8-BEBF-B182-971F-3EFCD7B1CD8F}"/>
              </a:ext>
            </a:extLst>
          </p:cNvPr>
          <p:cNvSpPr/>
          <p:nvPr>
            <p:custDataLst>
              <p:tags r:id="rId76"/>
            </p:custDataLst>
          </p:nvPr>
        </p:nvSpPr>
        <p:spPr bwMode="auto">
          <a:xfrm>
            <a:off x="5761039" y="4215688"/>
            <a:ext cx="1774825" cy="7937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95" name="正方形/長方形 94">
            <a:extLst>
              <a:ext uri="{FF2B5EF4-FFF2-40B4-BE49-F238E27FC236}">
                <a16:creationId xmlns:a16="http://schemas.microsoft.com/office/drawing/2014/main" id="{5FCF2A7E-C193-E509-5D93-EFFED3C7CAB7}"/>
              </a:ext>
            </a:extLst>
          </p:cNvPr>
          <p:cNvSpPr/>
          <p:nvPr>
            <p:custDataLst>
              <p:tags r:id="rId77"/>
            </p:custDataLst>
          </p:nvPr>
        </p:nvSpPr>
        <p:spPr bwMode="auto">
          <a:xfrm>
            <a:off x="3856038" y="3274300"/>
            <a:ext cx="458788" cy="7937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96" name="正方形/長方形 95">
            <a:extLst>
              <a:ext uri="{FF2B5EF4-FFF2-40B4-BE49-F238E27FC236}">
                <a16:creationId xmlns:a16="http://schemas.microsoft.com/office/drawing/2014/main" id="{9E7F020E-77BE-E07E-3936-4D388320EA12}"/>
              </a:ext>
            </a:extLst>
          </p:cNvPr>
          <p:cNvSpPr/>
          <p:nvPr>
            <p:custDataLst>
              <p:tags r:id="rId78"/>
            </p:custDataLst>
          </p:nvPr>
        </p:nvSpPr>
        <p:spPr bwMode="auto">
          <a:xfrm>
            <a:off x="3856038" y="4536363"/>
            <a:ext cx="1379538" cy="7937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97" name="正方形/長方形 96">
            <a:extLst>
              <a:ext uri="{FF2B5EF4-FFF2-40B4-BE49-F238E27FC236}">
                <a16:creationId xmlns:a16="http://schemas.microsoft.com/office/drawing/2014/main" id="{A29B4A40-AAA4-4E3E-7AD3-DD38F9905129}"/>
              </a:ext>
            </a:extLst>
          </p:cNvPr>
          <p:cNvSpPr/>
          <p:nvPr>
            <p:custDataLst>
              <p:tags r:id="rId79"/>
            </p:custDataLst>
          </p:nvPr>
        </p:nvSpPr>
        <p:spPr bwMode="auto">
          <a:xfrm>
            <a:off x="7535863" y="4857038"/>
            <a:ext cx="919163" cy="60325"/>
          </a:xfrm>
          <a:prstGeom prst="rect">
            <a:avLst/>
          </a:prstGeom>
          <a:solidFill>
            <a:schemeClr val="bg1"/>
          </a:solidFill>
          <a:ln w="19050" cap="flat" cmpd="sng" algn="ctr">
            <a:solidFill>
              <a:schemeClr val="tx1"/>
            </a:solidFill>
            <a:prstDash val="dash"/>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98" name="正方形/長方形 97">
            <a:extLst>
              <a:ext uri="{FF2B5EF4-FFF2-40B4-BE49-F238E27FC236}">
                <a16:creationId xmlns:a16="http://schemas.microsoft.com/office/drawing/2014/main" id="{34C885D0-2460-9022-49C8-3B10837A470B}"/>
              </a:ext>
            </a:extLst>
          </p:cNvPr>
          <p:cNvSpPr/>
          <p:nvPr>
            <p:custDataLst>
              <p:tags r:id="rId80"/>
            </p:custDataLst>
          </p:nvPr>
        </p:nvSpPr>
        <p:spPr bwMode="auto">
          <a:xfrm>
            <a:off x="7540625" y="4222038"/>
            <a:ext cx="920750" cy="60325"/>
          </a:xfrm>
          <a:prstGeom prst="rect">
            <a:avLst/>
          </a:prstGeom>
          <a:solidFill>
            <a:schemeClr val="bg1"/>
          </a:solidFill>
          <a:ln w="19050" cap="flat" cmpd="sng" algn="ctr">
            <a:solidFill>
              <a:schemeClr val="tx1"/>
            </a:solidFill>
            <a:prstDash val="dash"/>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99" name="正方形/長方形 98">
            <a:extLst>
              <a:ext uri="{FF2B5EF4-FFF2-40B4-BE49-F238E27FC236}">
                <a16:creationId xmlns:a16="http://schemas.microsoft.com/office/drawing/2014/main" id="{397FBD8C-5420-E21B-D2FD-F94B79D88DBB}"/>
              </a:ext>
            </a:extLst>
          </p:cNvPr>
          <p:cNvSpPr/>
          <p:nvPr>
            <p:custDataLst>
              <p:tags r:id="rId81"/>
            </p:custDataLst>
          </p:nvPr>
        </p:nvSpPr>
        <p:spPr bwMode="auto">
          <a:xfrm>
            <a:off x="2935288" y="2594850"/>
            <a:ext cx="460375" cy="60325"/>
          </a:xfrm>
          <a:prstGeom prst="rect">
            <a:avLst/>
          </a:prstGeom>
          <a:solidFill>
            <a:schemeClr val="bg1"/>
          </a:solidFill>
          <a:ln w="19050" cap="flat" cmpd="sng" algn="ctr">
            <a:solidFill>
              <a:schemeClr val="tx1"/>
            </a:solidFill>
            <a:prstDash val="dash"/>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100" name="右大かっこ 99">
            <a:extLst>
              <a:ext uri="{FF2B5EF4-FFF2-40B4-BE49-F238E27FC236}">
                <a16:creationId xmlns:a16="http://schemas.microsoft.com/office/drawing/2014/main" id="{1C9E095F-D955-B10A-6EAF-9C200EDD4124}"/>
              </a:ext>
            </a:extLst>
          </p:cNvPr>
          <p:cNvSpPr/>
          <p:nvPr>
            <p:custDataLst>
              <p:tags r:id="rId82"/>
            </p:custDataLst>
          </p:nvPr>
        </p:nvSpPr>
        <p:spPr bwMode="auto">
          <a:xfrm rot="5400000">
            <a:off x="5443538" y="6212763"/>
            <a:ext cx="107950" cy="525463"/>
          </a:xfrm>
          <a:prstGeom prst="rightBracket">
            <a:avLst>
              <a:gd name="adj" fmla="val 0"/>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02" name="右大かっこ 101">
            <a:extLst>
              <a:ext uri="{FF2B5EF4-FFF2-40B4-BE49-F238E27FC236}">
                <a16:creationId xmlns:a16="http://schemas.microsoft.com/office/drawing/2014/main" id="{560D3B43-6BD8-B8B9-AC5F-13206D18BC2D}"/>
              </a:ext>
            </a:extLst>
          </p:cNvPr>
          <p:cNvSpPr/>
          <p:nvPr>
            <p:custDataLst>
              <p:tags r:id="rId83"/>
            </p:custDataLst>
          </p:nvPr>
        </p:nvSpPr>
        <p:spPr bwMode="auto">
          <a:xfrm rot="5400000">
            <a:off x="4030663" y="2883775"/>
            <a:ext cx="107950" cy="458788"/>
          </a:xfrm>
          <a:prstGeom prst="rightBracket">
            <a:avLst>
              <a:gd name="adj" fmla="val 0"/>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latin typeface="Arial" panose="020B0604020202020204" pitchFamily="34" charset="0"/>
              <a:ea typeface="Meiryo UI" panose="020B0604030504040204" pitchFamily="50" charset="-128"/>
            </a:endParaRPr>
          </a:p>
        </p:txBody>
      </p:sp>
      <p:sp>
        <p:nvSpPr>
          <p:cNvPr id="103" name="二等辺三角形 102">
            <a:extLst>
              <a:ext uri="{FF2B5EF4-FFF2-40B4-BE49-F238E27FC236}">
                <a16:creationId xmlns:a16="http://schemas.microsoft.com/office/drawing/2014/main" id="{B4DE5085-EB26-6D9A-F12D-28401A8B86F7}"/>
              </a:ext>
            </a:extLst>
          </p:cNvPr>
          <p:cNvSpPr/>
          <p:nvPr>
            <p:custDataLst>
              <p:tags r:id="rId84"/>
            </p:custDataLst>
          </p:nvPr>
        </p:nvSpPr>
        <p:spPr bwMode="auto">
          <a:xfrm rot="10800000">
            <a:off x="3978275" y="3166350"/>
            <a:ext cx="212725" cy="107950"/>
          </a:xfrm>
          <a:prstGeom prst="triangle">
            <a:avLst>
              <a:gd name="adj" fmla="val 50000"/>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104" name="二等辺三角形 103">
            <a:extLst>
              <a:ext uri="{FF2B5EF4-FFF2-40B4-BE49-F238E27FC236}">
                <a16:creationId xmlns:a16="http://schemas.microsoft.com/office/drawing/2014/main" id="{0CD8E298-54CB-2E85-0FE0-FF1E489CE9FA}"/>
              </a:ext>
            </a:extLst>
          </p:cNvPr>
          <p:cNvSpPr/>
          <p:nvPr>
            <p:custDataLst>
              <p:tags r:id="rId85"/>
            </p:custDataLst>
          </p:nvPr>
        </p:nvSpPr>
        <p:spPr bwMode="gray">
          <a:xfrm>
            <a:off x="3409950" y="1475663"/>
            <a:ext cx="101600" cy="101600"/>
          </a:xfrm>
          <a:prstGeom prst="triangle">
            <a:avLst/>
          </a:prstGeom>
          <a:solidFill>
            <a:schemeClr val="tx1"/>
          </a:solidFill>
          <a:ln w="9525" cap="flat" cmpd="sng" algn="ctr">
            <a:solidFill>
              <a:schemeClr val="tx1"/>
            </a:solid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105" name="二等辺三角形 104">
            <a:extLst>
              <a:ext uri="{FF2B5EF4-FFF2-40B4-BE49-F238E27FC236}">
                <a16:creationId xmlns:a16="http://schemas.microsoft.com/office/drawing/2014/main" id="{3F4A7ECD-EEAF-A06F-9172-C46AEF32950B}"/>
              </a:ext>
            </a:extLst>
          </p:cNvPr>
          <p:cNvSpPr/>
          <p:nvPr>
            <p:custDataLst>
              <p:tags r:id="rId86"/>
            </p:custDataLst>
          </p:nvPr>
        </p:nvSpPr>
        <p:spPr bwMode="gray">
          <a:xfrm>
            <a:off x="9785350" y="2097963"/>
            <a:ext cx="101600" cy="101600"/>
          </a:xfrm>
          <a:prstGeom prst="triangle">
            <a:avLst/>
          </a:prstGeom>
          <a:solidFill>
            <a:schemeClr val="tx1"/>
          </a:solidFill>
          <a:ln w="9525" cap="flat" cmpd="sng" algn="ctr">
            <a:solidFill>
              <a:schemeClr val="tx1"/>
            </a:solid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106" name="二等辺三角形 105">
            <a:extLst>
              <a:ext uri="{FF2B5EF4-FFF2-40B4-BE49-F238E27FC236}">
                <a16:creationId xmlns:a16="http://schemas.microsoft.com/office/drawing/2014/main" id="{A8B048D0-4460-5B8B-7AE9-52467CAF00F4}"/>
              </a:ext>
            </a:extLst>
          </p:cNvPr>
          <p:cNvSpPr/>
          <p:nvPr>
            <p:custDataLst>
              <p:tags r:id="rId87"/>
            </p:custDataLst>
          </p:nvPr>
        </p:nvSpPr>
        <p:spPr bwMode="gray">
          <a:xfrm>
            <a:off x="8404225" y="1942388"/>
            <a:ext cx="101600" cy="101600"/>
          </a:xfrm>
          <a:prstGeom prst="triangle">
            <a:avLst/>
          </a:prstGeom>
          <a:solidFill>
            <a:schemeClr val="tx1"/>
          </a:solidFill>
          <a:ln w="9525" cap="flat" cmpd="sng" algn="ctr">
            <a:solidFill>
              <a:schemeClr val="tx1"/>
            </a:solid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107" name="二等辺三角形 106">
            <a:extLst>
              <a:ext uri="{FF2B5EF4-FFF2-40B4-BE49-F238E27FC236}">
                <a16:creationId xmlns:a16="http://schemas.microsoft.com/office/drawing/2014/main" id="{884A3981-29A8-3BAA-D1E7-945A8AE67AF3}"/>
              </a:ext>
            </a:extLst>
          </p:cNvPr>
          <p:cNvSpPr/>
          <p:nvPr>
            <p:custDataLst>
              <p:tags r:id="rId88"/>
            </p:custDataLst>
          </p:nvPr>
        </p:nvSpPr>
        <p:spPr bwMode="gray">
          <a:xfrm>
            <a:off x="5053013" y="1631238"/>
            <a:ext cx="101600" cy="101600"/>
          </a:xfrm>
          <a:prstGeom prst="triangle">
            <a:avLst/>
          </a:prstGeom>
          <a:solidFill>
            <a:schemeClr val="tx1"/>
          </a:solidFill>
          <a:ln w="9525" cap="flat" cmpd="sng" algn="ctr">
            <a:solidFill>
              <a:schemeClr val="tx1"/>
            </a:solid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108" name="二等辺三角形 107">
            <a:extLst>
              <a:ext uri="{FF2B5EF4-FFF2-40B4-BE49-F238E27FC236}">
                <a16:creationId xmlns:a16="http://schemas.microsoft.com/office/drawing/2014/main" id="{9937BB33-0449-59DB-37DC-44A0BF877264}"/>
              </a:ext>
            </a:extLst>
          </p:cNvPr>
          <p:cNvSpPr/>
          <p:nvPr>
            <p:custDataLst>
              <p:tags r:id="rId89"/>
            </p:custDataLst>
          </p:nvPr>
        </p:nvSpPr>
        <p:spPr bwMode="gray">
          <a:xfrm>
            <a:off x="7418388" y="1786813"/>
            <a:ext cx="101600" cy="101600"/>
          </a:xfrm>
          <a:prstGeom prst="triangle">
            <a:avLst/>
          </a:prstGeom>
          <a:solidFill>
            <a:schemeClr val="tx1"/>
          </a:solidFill>
          <a:ln w="9525" cap="flat" cmpd="sng" algn="ctr">
            <a:solidFill>
              <a:schemeClr val="tx1"/>
            </a:solid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ea typeface="Meiryo UI" panose="020B0604030504040204" pitchFamily="50" charset="-128"/>
            </a:endParaRPr>
          </a:p>
        </p:txBody>
      </p:sp>
      <p:sp>
        <p:nvSpPr>
          <p:cNvPr id="109" name="テキスト プレースホルダー 2">
            <a:extLst>
              <a:ext uri="{FF2B5EF4-FFF2-40B4-BE49-F238E27FC236}">
                <a16:creationId xmlns:a16="http://schemas.microsoft.com/office/drawing/2014/main" id="{6A2ACE86-9007-FF2C-5CA8-50055F45E842}"/>
              </a:ext>
            </a:extLst>
          </p:cNvPr>
          <p:cNvSpPr>
            <a:spLocks noGrp="1"/>
          </p:cNvSpPr>
          <p:nvPr>
            <p:custDataLst>
              <p:tags r:id="rId90"/>
            </p:custDataLst>
          </p:nvPr>
        </p:nvSpPr>
        <p:spPr bwMode="auto">
          <a:xfrm>
            <a:off x="557214" y="5755563"/>
            <a:ext cx="1382713"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a:solidFill>
                  <a:schemeClr val="tx1"/>
                </a:solidFill>
                <a:latin typeface="Arial" panose="020B0604020202020204" pitchFamily="34" charset="0"/>
                <a:ea typeface="Meiryo UI" panose="020B0604030504040204" pitchFamily="50" charset="-128"/>
              </a:rPr>
              <a:t>　構想パッケージング（</a:t>
            </a:r>
            <a:r>
              <a:rPr lang="en-US" altLang="ja-JP" sz="800">
                <a:solidFill>
                  <a:schemeClr val="tx1"/>
                </a:solidFill>
                <a:latin typeface="Arial" panose="020B0604020202020204" pitchFamily="34" charset="0"/>
                <a:ea typeface="Meiryo UI" panose="020B0604030504040204" pitchFamily="50" charset="-128"/>
              </a:rPr>
              <a:t>β</a:t>
            </a:r>
            <a:r>
              <a:rPr lang="ja-JP" altLang="en-US" sz="800">
                <a:solidFill>
                  <a:schemeClr val="tx1"/>
                </a:solidFill>
                <a:latin typeface="Arial" panose="020B0604020202020204" pitchFamily="34" charset="0"/>
                <a:ea typeface="Meiryo UI" panose="020B0604030504040204" pitchFamily="50" charset="-128"/>
              </a:rPr>
              <a:t>版）</a:t>
            </a:r>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10" name="テキスト プレースホルダー 2">
            <a:extLst>
              <a:ext uri="{FF2B5EF4-FFF2-40B4-BE49-F238E27FC236}">
                <a16:creationId xmlns:a16="http://schemas.microsoft.com/office/drawing/2014/main" id="{E1054B4E-962D-8449-DF7F-C8703C1E6952}"/>
              </a:ext>
            </a:extLst>
          </p:cNvPr>
          <p:cNvSpPr>
            <a:spLocks noGrp="1"/>
          </p:cNvSpPr>
          <p:nvPr>
            <p:custDataLst>
              <p:tags r:id="rId91"/>
            </p:custDataLst>
          </p:nvPr>
        </p:nvSpPr>
        <p:spPr bwMode="auto">
          <a:xfrm>
            <a:off x="557213" y="2861550"/>
            <a:ext cx="71120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a:solidFill>
                  <a:schemeClr val="tx1"/>
                </a:solidFill>
                <a:latin typeface="Arial" panose="020B0604020202020204" pitchFamily="34" charset="0"/>
                <a:ea typeface="Meiryo UI" panose="020B0604030504040204" pitchFamily="50" charset="-128"/>
              </a:rPr>
              <a:t>　キーマン対話</a:t>
            </a:r>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11" name="テキスト プレースホルダー 2">
            <a:extLst>
              <a:ext uri="{FF2B5EF4-FFF2-40B4-BE49-F238E27FC236}">
                <a16:creationId xmlns:a16="http://schemas.microsoft.com/office/drawing/2014/main" id="{3E68DF98-C438-8178-8361-FEC943547EEC}"/>
              </a:ext>
            </a:extLst>
          </p:cNvPr>
          <p:cNvSpPr>
            <a:spLocks noGrp="1"/>
          </p:cNvSpPr>
          <p:nvPr>
            <p:custDataLst>
              <p:tags r:id="rId92"/>
            </p:custDataLst>
          </p:nvPr>
        </p:nvSpPr>
        <p:spPr bwMode="auto">
          <a:xfrm>
            <a:off x="557213" y="5911138"/>
            <a:ext cx="162560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a:solidFill>
                  <a:schemeClr val="tx1"/>
                </a:solidFill>
                <a:latin typeface="Arial" panose="020B0604020202020204" pitchFamily="34" charset="0"/>
                <a:ea typeface="Meiryo UI" panose="020B0604030504040204" pitchFamily="50" charset="-128"/>
              </a:rPr>
              <a:t>　　キーマン連携・フィードバック</a:t>
            </a:r>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12" name="テキスト プレースホルダー 2">
            <a:extLst>
              <a:ext uri="{FF2B5EF4-FFF2-40B4-BE49-F238E27FC236}">
                <a16:creationId xmlns:a16="http://schemas.microsoft.com/office/drawing/2014/main" id="{AE40DD4C-D371-6654-DDB3-E5F9A698B414}"/>
              </a:ext>
            </a:extLst>
          </p:cNvPr>
          <p:cNvSpPr>
            <a:spLocks noGrp="1"/>
          </p:cNvSpPr>
          <p:nvPr>
            <p:custDataLst>
              <p:tags r:id="rId93"/>
            </p:custDataLst>
          </p:nvPr>
        </p:nvSpPr>
        <p:spPr bwMode="auto">
          <a:xfrm>
            <a:off x="4356100" y="3090150"/>
            <a:ext cx="774700" cy="146050"/>
          </a:xfrm>
          <a:prstGeom prst="rect">
            <a:avLst/>
          </a:prstGeom>
          <a:solidFill>
            <a:srgbClr val="D6D7D9"/>
          </a:solidFill>
          <a:ln>
            <a:noFill/>
          </a:ln>
          <a:effec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a:solidFill>
                  <a:schemeClr val="tx1"/>
                </a:solidFill>
                <a:latin typeface="Arial" panose="020B0604020202020204" pitchFamily="34" charset="0"/>
                <a:ea typeface="Meiryo UI" panose="020B0604030504040204" pitchFamily="50" charset="-128"/>
              </a:rPr>
              <a:t>集中合宿</a:t>
            </a:r>
            <a:r>
              <a:rPr lang="en-US" altLang="ja-JP" sz="800">
                <a:solidFill>
                  <a:schemeClr val="tx1"/>
                </a:solidFill>
                <a:latin typeface="Arial" panose="020B0604020202020204" pitchFamily="34" charset="0"/>
                <a:ea typeface="Meiryo UI" panose="020B0604030504040204" pitchFamily="50" charset="-128"/>
              </a:rPr>
              <a:t>2</a:t>
            </a:r>
            <a:r>
              <a:rPr lang="ja-JP" altLang="en-US" sz="800">
                <a:solidFill>
                  <a:schemeClr val="tx1"/>
                </a:solidFill>
                <a:latin typeface="Arial" panose="020B0604020202020204" pitchFamily="34" charset="0"/>
                <a:ea typeface="Meiryo UI" panose="020B0604030504040204" pitchFamily="50" charset="-128"/>
              </a:rPr>
              <a:t>日込み</a:t>
            </a:r>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13" name="テキスト プレースホルダー 2">
            <a:extLst>
              <a:ext uri="{FF2B5EF4-FFF2-40B4-BE49-F238E27FC236}">
                <a16:creationId xmlns:a16="http://schemas.microsoft.com/office/drawing/2014/main" id="{6FB3CD46-33DD-3520-20AF-DF7B94D0F0FF}"/>
              </a:ext>
            </a:extLst>
          </p:cNvPr>
          <p:cNvSpPr>
            <a:spLocks noGrp="1"/>
          </p:cNvSpPr>
          <p:nvPr>
            <p:custDataLst>
              <p:tags r:id="rId94"/>
            </p:custDataLst>
          </p:nvPr>
        </p:nvSpPr>
        <p:spPr bwMode="auto">
          <a:xfrm>
            <a:off x="557213" y="6071475"/>
            <a:ext cx="60960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en-US" altLang="ja-JP" sz="800" b="1">
                <a:solidFill>
                  <a:schemeClr val="tx1"/>
                </a:solidFill>
                <a:latin typeface="Arial" panose="020B0604020202020204" pitchFamily="34" charset="0"/>
                <a:ea typeface="Meiryo UI" panose="020B0604030504040204" pitchFamily="50" charset="-128"/>
              </a:rPr>
              <a:t>6. FY26</a:t>
            </a:r>
            <a:r>
              <a:rPr lang="ja-JP" altLang="en-US" sz="800" b="1">
                <a:solidFill>
                  <a:schemeClr val="tx1"/>
                </a:solidFill>
                <a:latin typeface="Arial" panose="020B0604020202020204" pitchFamily="34" charset="0"/>
                <a:ea typeface="Meiryo UI" panose="020B0604030504040204" pitchFamily="50" charset="-128"/>
              </a:rPr>
              <a:t>準備</a:t>
            </a:r>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114" name="テキスト プレースホルダー 2">
            <a:extLst>
              <a:ext uri="{FF2B5EF4-FFF2-40B4-BE49-F238E27FC236}">
                <a16:creationId xmlns:a16="http://schemas.microsoft.com/office/drawing/2014/main" id="{6D57588B-DA63-14D4-708C-35FBFF1B97A5}"/>
              </a:ext>
            </a:extLst>
          </p:cNvPr>
          <p:cNvSpPr>
            <a:spLocks noGrp="1"/>
          </p:cNvSpPr>
          <p:nvPr>
            <p:custDataLst>
              <p:tags r:id="rId95"/>
            </p:custDataLst>
          </p:nvPr>
        </p:nvSpPr>
        <p:spPr bwMode="auto">
          <a:xfrm>
            <a:off x="557213" y="3021888"/>
            <a:ext cx="1254125"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en-US" altLang="ja-JP" sz="800" b="1">
                <a:solidFill>
                  <a:schemeClr val="tx1"/>
                </a:solidFill>
                <a:effectLst/>
                <a:latin typeface="Arial" panose="020B0604020202020204" pitchFamily="34" charset="0"/>
                <a:ea typeface="Meiryo UI" panose="020B0604030504040204" pitchFamily="50" charset="-128"/>
              </a:rPr>
              <a:t>2. </a:t>
            </a:r>
            <a:r>
              <a:rPr lang="ja-JP" altLang="en-US" sz="800" b="1">
                <a:solidFill>
                  <a:schemeClr val="tx1"/>
                </a:solidFill>
                <a:effectLst/>
                <a:latin typeface="Arial" panose="020B0604020202020204" pitchFamily="34" charset="0"/>
                <a:ea typeface="Meiryo UI" panose="020B0604030504040204" pitchFamily="50" charset="-128"/>
              </a:rPr>
              <a:t>ビジョン・機会領域検討</a:t>
            </a:r>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115" name="テキスト プレースホルダー 2">
            <a:extLst>
              <a:ext uri="{FF2B5EF4-FFF2-40B4-BE49-F238E27FC236}">
                <a16:creationId xmlns:a16="http://schemas.microsoft.com/office/drawing/2014/main" id="{2E44D3C4-5DC9-98D6-E440-BEED92875B35}"/>
              </a:ext>
            </a:extLst>
          </p:cNvPr>
          <p:cNvSpPr>
            <a:spLocks noGrp="1"/>
          </p:cNvSpPr>
          <p:nvPr>
            <p:custDataLst>
              <p:tags r:id="rId96"/>
            </p:custDataLst>
          </p:nvPr>
        </p:nvSpPr>
        <p:spPr bwMode="auto">
          <a:xfrm>
            <a:off x="557214" y="6231813"/>
            <a:ext cx="1712913"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a:solidFill>
                  <a:schemeClr val="tx1"/>
                </a:solidFill>
                <a:latin typeface="Arial" panose="020B0604020202020204" pitchFamily="34" charset="0"/>
                <a:ea typeface="Meiryo UI" panose="020B0604030504040204" pitchFamily="50" charset="-128"/>
              </a:rPr>
              <a:t>　活動計画詳細化～関連部門</a:t>
            </a:r>
            <a:r>
              <a:rPr lang="en-US" altLang="ja-JP" sz="800">
                <a:solidFill>
                  <a:schemeClr val="tx1"/>
                </a:solidFill>
                <a:latin typeface="Arial" panose="020B0604020202020204" pitchFamily="34" charset="0"/>
                <a:ea typeface="Meiryo UI" panose="020B0604030504040204" pitchFamily="50" charset="-128"/>
              </a:rPr>
              <a:t>/BU</a:t>
            </a:r>
            <a:r>
              <a:rPr lang="ja-JP" altLang="en-US" sz="800">
                <a:solidFill>
                  <a:schemeClr val="tx1"/>
                </a:solidFill>
                <a:latin typeface="Arial" panose="020B0604020202020204" pitchFamily="34" charset="0"/>
                <a:ea typeface="Meiryo UI" panose="020B0604030504040204" pitchFamily="50" charset="-128"/>
              </a:rPr>
              <a:t>連携</a:t>
            </a:r>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16" name="テキスト プレースホルダー 2">
            <a:extLst>
              <a:ext uri="{FF2B5EF4-FFF2-40B4-BE49-F238E27FC236}">
                <a16:creationId xmlns:a16="http://schemas.microsoft.com/office/drawing/2014/main" id="{52F7E861-2D7B-6451-A1F1-C8F733B3DA00}"/>
              </a:ext>
            </a:extLst>
          </p:cNvPr>
          <p:cNvSpPr>
            <a:spLocks noGrp="1"/>
          </p:cNvSpPr>
          <p:nvPr>
            <p:custDataLst>
              <p:tags r:id="rId97"/>
            </p:custDataLst>
          </p:nvPr>
        </p:nvSpPr>
        <p:spPr bwMode="auto">
          <a:xfrm>
            <a:off x="557213" y="1124825"/>
            <a:ext cx="40640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fld id="{FDD7E5D5-3FAB-4CF1-9748-5F371AFE1017}" type="datetime'''''''''''活''''動''''''''''''''''''内''''''''''''''''''''''''容'">
              <a:rPr lang="ja-JP" altLang="en-US" sz="800" b="1" smtClean="0">
                <a:solidFill>
                  <a:schemeClr val="tx1"/>
                </a:solidFill>
                <a:effectLst/>
                <a:latin typeface="Arial" panose="020B0604020202020204" pitchFamily="34" charset="0"/>
                <a:ea typeface="Meiryo UI" panose="020B0604030504040204" pitchFamily="50" charset="-128"/>
              </a:rPr>
              <a:pPr marL="0" lvl="1" algn="l">
                <a:spcBef>
                  <a:spcPct val="0"/>
                </a:spcBef>
                <a:spcAft>
                  <a:spcPct val="0"/>
                </a:spcAft>
              </a:pPr>
              <a:t>活動内容</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117" name="テキスト プレースホルダー 2">
            <a:extLst>
              <a:ext uri="{FF2B5EF4-FFF2-40B4-BE49-F238E27FC236}">
                <a16:creationId xmlns:a16="http://schemas.microsoft.com/office/drawing/2014/main" id="{2C5C9C3A-14A1-E7DC-8B09-FB6E7A2BFAC3}"/>
              </a:ext>
            </a:extLst>
          </p:cNvPr>
          <p:cNvSpPr>
            <a:spLocks noGrp="1"/>
          </p:cNvSpPr>
          <p:nvPr>
            <p:custDataLst>
              <p:tags r:id="rId98"/>
            </p:custDataLst>
          </p:nvPr>
        </p:nvSpPr>
        <p:spPr bwMode="auto">
          <a:xfrm>
            <a:off x="557213" y="3239375"/>
            <a:ext cx="101600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a:solidFill>
                  <a:schemeClr val="tx1"/>
                </a:solidFill>
                <a:effectLst/>
                <a:latin typeface="Arial" panose="020B0604020202020204" pitchFamily="34" charset="0"/>
                <a:ea typeface="Meiryo UI" panose="020B0604030504040204" pitchFamily="50" charset="-128"/>
              </a:rPr>
              <a:t>　マクロトレンド共有</a:t>
            </a:r>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18" name="テキスト プレースホルダー 2">
            <a:extLst>
              <a:ext uri="{FF2B5EF4-FFF2-40B4-BE49-F238E27FC236}">
                <a16:creationId xmlns:a16="http://schemas.microsoft.com/office/drawing/2014/main" id="{2C34C0D6-410A-D716-9E67-AFCEA2AEE849}"/>
              </a:ext>
            </a:extLst>
          </p:cNvPr>
          <p:cNvSpPr>
            <a:spLocks noGrp="1"/>
          </p:cNvSpPr>
          <p:nvPr>
            <p:custDataLst>
              <p:tags r:id="rId99"/>
            </p:custDataLst>
          </p:nvPr>
        </p:nvSpPr>
        <p:spPr bwMode="auto">
          <a:xfrm>
            <a:off x="557213" y="3394950"/>
            <a:ext cx="233680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a:solidFill>
                  <a:schemeClr val="tx1"/>
                </a:solidFill>
                <a:latin typeface="Arial" panose="020B0604020202020204" pitchFamily="34" charset="0"/>
                <a:ea typeface="Meiryo UI" panose="020B0604030504040204" pitchFamily="50" charset="-128"/>
              </a:rPr>
              <a:t>　生活のデバイスビジョン検討・デザイン原則検討</a:t>
            </a:r>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19" name="テキスト プレースホルダー 2">
            <a:extLst>
              <a:ext uri="{FF2B5EF4-FFF2-40B4-BE49-F238E27FC236}">
                <a16:creationId xmlns:a16="http://schemas.microsoft.com/office/drawing/2014/main" id="{5AAAB750-A391-2238-B464-B63ACD2A8036}"/>
              </a:ext>
            </a:extLst>
          </p:cNvPr>
          <p:cNvSpPr>
            <a:spLocks noGrp="1"/>
          </p:cNvSpPr>
          <p:nvPr>
            <p:custDataLst>
              <p:tags r:id="rId100"/>
            </p:custDataLst>
          </p:nvPr>
        </p:nvSpPr>
        <p:spPr bwMode="auto">
          <a:xfrm>
            <a:off x="557213" y="3550525"/>
            <a:ext cx="71120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a:solidFill>
                  <a:schemeClr val="tx1"/>
                </a:solidFill>
                <a:latin typeface="Arial" panose="020B0604020202020204" pitchFamily="34" charset="0"/>
                <a:ea typeface="Meiryo UI" panose="020B0604030504040204" pitchFamily="50" charset="-128"/>
              </a:rPr>
              <a:t>　機会領域検討</a:t>
            </a:r>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20" name="テキスト プレースホルダー 2">
            <a:extLst>
              <a:ext uri="{FF2B5EF4-FFF2-40B4-BE49-F238E27FC236}">
                <a16:creationId xmlns:a16="http://schemas.microsoft.com/office/drawing/2014/main" id="{2BEDCFA9-EF50-C317-23E6-4D5C36C3570B}"/>
              </a:ext>
            </a:extLst>
          </p:cNvPr>
          <p:cNvSpPr>
            <a:spLocks noGrp="1"/>
          </p:cNvSpPr>
          <p:nvPr>
            <p:custDataLst>
              <p:tags r:id="rId101"/>
            </p:custDataLst>
          </p:nvPr>
        </p:nvSpPr>
        <p:spPr bwMode="auto">
          <a:xfrm>
            <a:off x="557213" y="3710863"/>
            <a:ext cx="1965325"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en-US" altLang="ja-JP" sz="800" b="1">
                <a:solidFill>
                  <a:schemeClr val="tx1"/>
                </a:solidFill>
                <a:effectLst/>
                <a:latin typeface="Arial" panose="020B0604020202020204" pitchFamily="34" charset="0"/>
                <a:ea typeface="Meiryo UI" panose="020B0604030504040204" pitchFamily="50" charset="-128"/>
              </a:rPr>
              <a:t>3. </a:t>
            </a:r>
            <a:r>
              <a:rPr lang="ja-JP" altLang="en-US" sz="800" b="1">
                <a:solidFill>
                  <a:schemeClr val="tx1"/>
                </a:solidFill>
                <a:effectLst/>
                <a:latin typeface="Arial" panose="020B0604020202020204" pitchFamily="34" charset="0"/>
                <a:ea typeface="Meiryo UI" panose="020B0604030504040204" pitchFamily="50" charset="-128"/>
              </a:rPr>
              <a:t>新サービス企画・検証（生活者サイド）</a:t>
            </a:r>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121" name="テキスト プレースホルダー 2">
            <a:extLst>
              <a:ext uri="{FF2B5EF4-FFF2-40B4-BE49-F238E27FC236}">
                <a16:creationId xmlns:a16="http://schemas.microsoft.com/office/drawing/2014/main" id="{8CE154CF-10F3-25F5-366D-0AFDBAB70517}"/>
              </a:ext>
            </a:extLst>
          </p:cNvPr>
          <p:cNvSpPr>
            <a:spLocks noGrp="1"/>
          </p:cNvSpPr>
          <p:nvPr>
            <p:custDataLst>
              <p:tags r:id="rId102"/>
            </p:custDataLst>
          </p:nvPr>
        </p:nvSpPr>
        <p:spPr bwMode="auto">
          <a:xfrm>
            <a:off x="557213" y="3871200"/>
            <a:ext cx="162560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a:solidFill>
                  <a:schemeClr val="tx1"/>
                </a:solidFill>
                <a:latin typeface="Arial" panose="020B0604020202020204" pitchFamily="34" charset="0"/>
                <a:ea typeface="Meiryo UI" panose="020B0604030504040204" pitchFamily="50" charset="-128"/>
              </a:rPr>
              <a:t>　新サービス仮説・コンセプト検討</a:t>
            </a:r>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22" name="テキスト プレースホルダー 2">
            <a:extLst>
              <a:ext uri="{FF2B5EF4-FFF2-40B4-BE49-F238E27FC236}">
                <a16:creationId xmlns:a16="http://schemas.microsoft.com/office/drawing/2014/main" id="{9F6728D3-1CC3-C862-1592-4F767927FB5E}"/>
              </a:ext>
            </a:extLst>
          </p:cNvPr>
          <p:cNvSpPr>
            <a:spLocks noGrp="1"/>
          </p:cNvSpPr>
          <p:nvPr>
            <p:custDataLst>
              <p:tags r:id="rId103"/>
            </p:custDataLst>
          </p:nvPr>
        </p:nvSpPr>
        <p:spPr bwMode="auto">
          <a:xfrm>
            <a:off x="2792413" y="950200"/>
            <a:ext cx="10160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r">
              <a:spcBef>
                <a:spcPct val="0"/>
              </a:spcBef>
              <a:spcAft>
                <a:spcPct val="0"/>
              </a:spcAft>
            </a:pPr>
            <a:fld id="{F6C71354-4F06-4D25-9E9B-FE000800BB06}" type="datetime'''''''''''''''''''''''''月'">
              <a:rPr lang="ja-JP" altLang="en-US" sz="800" b="1" smtClean="0">
                <a:solidFill>
                  <a:schemeClr val="tx1"/>
                </a:solidFill>
                <a:effectLst/>
                <a:latin typeface="Arial" panose="020B0604020202020204" pitchFamily="34" charset="0"/>
                <a:ea typeface="Meiryo UI" panose="020B0604030504040204" pitchFamily="50" charset="-128"/>
              </a:rPr>
              <a:pPr marL="0" lvl="1" algn="r">
                <a:spcBef>
                  <a:spcPct val="0"/>
                </a:spcBef>
                <a:spcAft>
                  <a:spcPct val="0"/>
                </a:spcAft>
              </a:pPr>
              <a:t>月</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123" name="テキスト プレースホルダー 2">
            <a:extLst>
              <a:ext uri="{FF2B5EF4-FFF2-40B4-BE49-F238E27FC236}">
                <a16:creationId xmlns:a16="http://schemas.microsoft.com/office/drawing/2014/main" id="{6E3670B2-6117-E09C-7B7E-54F53BDCD53C}"/>
              </a:ext>
            </a:extLst>
          </p:cNvPr>
          <p:cNvSpPr>
            <a:spLocks noGrp="1"/>
          </p:cNvSpPr>
          <p:nvPr>
            <p:custDataLst>
              <p:tags r:id="rId104"/>
            </p:custDataLst>
          </p:nvPr>
        </p:nvSpPr>
        <p:spPr bwMode="auto">
          <a:xfrm>
            <a:off x="2792413" y="1124825"/>
            <a:ext cx="10160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r">
              <a:spcBef>
                <a:spcPct val="0"/>
              </a:spcBef>
              <a:spcAft>
                <a:spcPct val="0"/>
              </a:spcAft>
            </a:pPr>
            <a:fld id="{D0903846-4AAF-4892-A8E5-E19B0D90126C}" type="datetime'''''''''''''''''''''''''''''''週'''''''''''''''''''''''''''''''">
              <a:rPr lang="ja-JP" altLang="en-US" sz="800" b="1" smtClean="0">
                <a:solidFill>
                  <a:schemeClr val="tx1"/>
                </a:solidFill>
                <a:effectLst/>
                <a:latin typeface="Arial" panose="020B0604020202020204" pitchFamily="34" charset="0"/>
                <a:ea typeface="Meiryo UI" panose="020B0604030504040204" pitchFamily="50" charset="-128"/>
              </a:rPr>
              <a:pPr marL="0" lvl="1" algn="r">
                <a:spcBef>
                  <a:spcPct val="0"/>
                </a:spcBef>
                <a:spcAft>
                  <a:spcPct val="0"/>
                </a:spcAft>
              </a:pPr>
              <a:t>週</a:t>
            </a:fld>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124" name="テキスト プレースホルダー 2">
            <a:extLst>
              <a:ext uri="{FF2B5EF4-FFF2-40B4-BE49-F238E27FC236}">
                <a16:creationId xmlns:a16="http://schemas.microsoft.com/office/drawing/2014/main" id="{B98A638B-7A9A-DAF2-4CA1-315F6FB94705}"/>
              </a:ext>
            </a:extLst>
          </p:cNvPr>
          <p:cNvSpPr>
            <a:spLocks noGrp="1"/>
          </p:cNvSpPr>
          <p:nvPr>
            <p:custDataLst>
              <p:tags r:id="rId105"/>
            </p:custDataLst>
          </p:nvPr>
        </p:nvSpPr>
        <p:spPr bwMode="auto">
          <a:xfrm>
            <a:off x="557213" y="4180763"/>
            <a:ext cx="111760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a:solidFill>
                  <a:schemeClr val="tx1"/>
                </a:solidFill>
                <a:latin typeface="Arial" panose="020B0604020202020204" pitchFamily="34" charset="0"/>
                <a:ea typeface="Meiryo UI" panose="020B0604030504040204" pitchFamily="50" charset="-128"/>
              </a:rPr>
              <a:t>　受容性検証スプリント</a:t>
            </a:r>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25" name="テキスト プレースホルダー 2">
            <a:extLst>
              <a:ext uri="{FF2B5EF4-FFF2-40B4-BE49-F238E27FC236}">
                <a16:creationId xmlns:a16="http://schemas.microsoft.com/office/drawing/2014/main" id="{689655CB-9434-6EBA-C7CD-A4FBEB7E1E6E}"/>
              </a:ext>
            </a:extLst>
          </p:cNvPr>
          <p:cNvSpPr>
            <a:spLocks noGrp="1"/>
          </p:cNvSpPr>
          <p:nvPr>
            <p:custDataLst>
              <p:tags r:id="rId106"/>
            </p:custDataLst>
          </p:nvPr>
        </p:nvSpPr>
        <p:spPr bwMode="auto">
          <a:xfrm>
            <a:off x="5802313" y="6452475"/>
            <a:ext cx="1924050" cy="146050"/>
          </a:xfrm>
          <a:prstGeom prst="rect">
            <a:avLst/>
          </a:prstGeom>
          <a:noFill/>
          <a:ln>
            <a:noFill/>
          </a:ln>
          <a:effectLst/>
          <a:extLst>
            <a:ext uri="{909E8E84-426E-40DD-AFC4-6F175D3DCCD1}">
              <a14:hiddenFill xmlns:a14="http://schemas.microsoft.com/office/drawing/2010/main">
                <a:solidFill>
                  <a:srgbClr val="D6D7D9"/>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dirty="0">
                <a:solidFill>
                  <a:schemeClr val="tx1"/>
                </a:solidFill>
                <a:latin typeface="Arial" panose="020B0604020202020204" pitchFamily="34" charset="0"/>
                <a:ea typeface="Meiryo UI" panose="020B0604030504040204" pitchFamily="50" charset="-128"/>
              </a:rPr>
              <a:t>年末年始（</a:t>
            </a:r>
            <a:fld id="{2DE0B12D-FA7E-48DB-B1F9-0CC62A5595A1}" type="datetime'''''2''0''2''''''''''''5/12''''''''/''2''''''8'''''''''">
              <a:rPr lang="ja-JP" altLang="en-US" sz="800" smtClean="0">
                <a:solidFill>
                  <a:schemeClr val="tx1"/>
                </a:solidFill>
                <a:latin typeface="Arial" panose="020B0604020202020204" pitchFamily="34" charset="0"/>
                <a:ea typeface="Meiryo UI" panose="020B0604030504040204" pitchFamily="50" charset="-128"/>
              </a:rPr>
              <a:pPr marL="0" lvl="1" algn="l">
                <a:spcBef>
                  <a:spcPct val="0"/>
                </a:spcBef>
                <a:spcAft>
                  <a:spcPct val="0"/>
                </a:spcAft>
              </a:pPr>
              <a:t>2025/12/28</a:t>
            </a:fld>
            <a:r>
              <a:rPr lang="en-US" altLang="ja-JP" sz="800" dirty="0">
                <a:solidFill>
                  <a:schemeClr val="tx1"/>
                </a:solidFill>
                <a:effectLst/>
                <a:latin typeface="Arial" panose="020B0604020202020204" pitchFamily="34" charset="0"/>
                <a:ea typeface="Meiryo UI" panose="020B0604030504040204" pitchFamily="50" charset="-128"/>
              </a:rPr>
              <a:t> -</a:t>
            </a:r>
            <a:r>
              <a:rPr lang="ja-JP" altLang="en-US" sz="800" dirty="0">
                <a:solidFill>
                  <a:schemeClr val="tx1"/>
                </a:solidFill>
                <a:effectLst/>
                <a:latin typeface="Arial" panose="020B0604020202020204" pitchFamily="34" charset="0"/>
                <a:ea typeface="Meiryo UI" panose="020B0604030504040204" pitchFamily="50" charset="-128"/>
              </a:rPr>
              <a:t> </a:t>
            </a:r>
            <a:fld id="{1164439E-F0F2-4CD1-A397-CE36C0CC612C}" type="datetime'''2026''''''''''''/''''''''0''''''''''1''/''''''''''''''04'''">
              <a:rPr lang="ja-JP" altLang="en-US" sz="800" smtClean="0">
                <a:solidFill>
                  <a:schemeClr val="tx1"/>
                </a:solidFill>
                <a:latin typeface="Arial" panose="020B0604020202020204" pitchFamily="34" charset="0"/>
                <a:ea typeface="Meiryo UI" panose="020B0604030504040204" pitchFamily="50" charset="-128"/>
              </a:rPr>
              <a:pPr marL="0" lvl="1" algn="l">
                <a:spcBef>
                  <a:spcPct val="0"/>
                </a:spcBef>
                <a:spcAft>
                  <a:spcPct val="0"/>
                </a:spcAft>
              </a:pPr>
              <a:t>2026/01/04</a:t>
            </a:fld>
            <a:r>
              <a:rPr lang="ja-JP" altLang="en-US" sz="800" dirty="0">
                <a:solidFill>
                  <a:schemeClr val="tx1"/>
                </a:solidFill>
                <a:latin typeface="Arial" panose="020B0604020202020204" pitchFamily="34" charset="0"/>
                <a:ea typeface="Meiryo UI" panose="020B0604030504040204" pitchFamily="50" charset="-128"/>
              </a:rPr>
              <a:t>）</a:t>
            </a:r>
            <a:endParaRPr kumimoji="1" lang="ja-JP" altLang="en-US" sz="800" dirty="0">
              <a:solidFill>
                <a:schemeClr val="tx1"/>
              </a:solidFill>
              <a:latin typeface="Arial" panose="020B0604020202020204" pitchFamily="34" charset="0"/>
              <a:ea typeface="Meiryo UI" panose="020B0604030504040204" pitchFamily="50" charset="-128"/>
            </a:endParaRPr>
          </a:p>
        </p:txBody>
      </p:sp>
      <p:sp>
        <p:nvSpPr>
          <p:cNvPr id="126" name="テキスト プレースホルダー 2">
            <a:extLst>
              <a:ext uri="{FF2B5EF4-FFF2-40B4-BE49-F238E27FC236}">
                <a16:creationId xmlns:a16="http://schemas.microsoft.com/office/drawing/2014/main" id="{D7B65DF7-FED5-F0C5-271D-3D057C9738DA}"/>
              </a:ext>
            </a:extLst>
          </p:cNvPr>
          <p:cNvSpPr>
            <a:spLocks noGrp="1"/>
          </p:cNvSpPr>
          <p:nvPr>
            <p:custDataLst>
              <p:tags r:id="rId107"/>
            </p:custDataLst>
          </p:nvPr>
        </p:nvSpPr>
        <p:spPr bwMode="auto">
          <a:xfrm>
            <a:off x="557213" y="1291513"/>
            <a:ext cx="121920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b="1" dirty="0">
                <a:solidFill>
                  <a:schemeClr val="bg1"/>
                </a:solidFill>
                <a:latin typeface="Arial" panose="020B0604020202020204" pitchFamily="34" charset="0"/>
                <a:ea typeface="Meiryo UI" panose="020B0604030504040204" pitchFamily="50" charset="-128"/>
              </a:rPr>
              <a:t>プログラムマイルストーン</a:t>
            </a:r>
            <a:endParaRPr kumimoji="1" lang="ja-JP" altLang="en-US" sz="800" b="1" dirty="0">
              <a:solidFill>
                <a:schemeClr val="bg1"/>
              </a:solidFill>
              <a:latin typeface="Arial" panose="020B0604020202020204" pitchFamily="34" charset="0"/>
              <a:ea typeface="Meiryo UI" panose="020B0604030504040204" pitchFamily="50" charset="-128"/>
            </a:endParaRPr>
          </a:p>
        </p:txBody>
      </p:sp>
      <p:sp>
        <p:nvSpPr>
          <p:cNvPr id="127" name="テキスト プレースホルダー 2">
            <a:extLst>
              <a:ext uri="{FF2B5EF4-FFF2-40B4-BE49-F238E27FC236}">
                <a16:creationId xmlns:a16="http://schemas.microsoft.com/office/drawing/2014/main" id="{9EF4D8D9-A112-F933-7037-63845A30FB89}"/>
              </a:ext>
            </a:extLst>
          </p:cNvPr>
          <p:cNvSpPr>
            <a:spLocks noGrp="1"/>
          </p:cNvSpPr>
          <p:nvPr>
            <p:custDataLst>
              <p:tags r:id="rId108"/>
            </p:custDataLst>
          </p:nvPr>
        </p:nvSpPr>
        <p:spPr bwMode="auto">
          <a:xfrm>
            <a:off x="557213" y="4341100"/>
            <a:ext cx="1965325"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kumimoji="1" lang="en-US" altLang="ja-JP" sz="800" b="1">
                <a:solidFill>
                  <a:schemeClr val="tx1"/>
                </a:solidFill>
                <a:latin typeface="Arial" panose="020B0604020202020204" pitchFamily="34" charset="0"/>
                <a:ea typeface="Meiryo UI" panose="020B0604030504040204" pitchFamily="50" charset="-128"/>
              </a:rPr>
              <a:t>4. </a:t>
            </a:r>
            <a:r>
              <a:rPr kumimoji="1" lang="ja-JP" altLang="en-US" sz="800" b="1">
                <a:solidFill>
                  <a:schemeClr val="tx1"/>
                </a:solidFill>
                <a:latin typeface="Arial" panose="020B0604020202020204" pitchFamily="34" charset="0"/>
                <a:ea typeface="Meiryo UI" panose="020B0604030504040204" pitchFamily="50" charset="-128"/>
              </a:rPr>
              <a:t>新サービス企画・検証（事業者サイド）</a:t>
            </a:r>
          </a:p>
        </p:txBody>
      </p:sp>
      <p:sp>
        <p:nvSpPr>
          <p:cNvPr id="128" name="テキスト プレースホルダー 2">
            <a:extLst>
              <a:ext uri="{FF2B5EF4-FFF2-40B4-BE49-F238E27FC236}">
                <a16:creationId xmlns:a16="http://schemas.microsoft.com/office/drawing/2014/main" id="{470D959D-83C6-5DC9-0128-A3939828F78B}"/>
              </a:ext>
            </a:extLst>
          </p:cNvPr>
          <p:cNvSpPr>
            <a:spLocks noGrp="1"/>
          </p:cNvSpPr>
          <p:nvPr>
            <p:custDataLst>
              <p:tags r:id="rId109"/>
            </p:custDataLst>
          </p:nvPr>
        </p:nvSpPr>
        <p:spPr bwMode="auto">
          <a:xfrm>
            <a:off x="3552825" y="1453438"/>
            <a:ext cx="600075" cy="146050"/>
          </a:xfrm>
          <a:prstGeom prst="rect">
            <a:avLst/>
          </a:prstGeom>
          <a:ln>
            <a:noFill/>
          </a:ln>
          <a:effec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fld id="{0EEE8BDC-86D3-457C-A7E4-0B0D0CF133FC}" type="datetime'''2''0''''''2''''''''''''5/1''''2/''''''''''''''''0''''''1'''">
              <a:rPr lang="ja-JP" altLang="en-US" sz="800" smtClean="0">
                <a:solidFill>
                  <a:schemeClr val="tx1"/>
                </a:solidFill>
                <a:effectLst/>
                <a:latin typeface="Arial" panose="020B0604020202020204" pitchFamily="34" charset="0"/>
                <a:ea typeface="Meiryo UI" panose="020B0604030504040204" pitchFamily="50" charset="-128"/>
              </a:rPr>
              <a:pPr marL="0" lvl="1" algn="l">
                <a:spcBef>
                  <a:spcPct val="0"/>
                </a:spcBef>
                <a:spcAft>
                  <a:spcPct val="0"/>
                </a:spcAft>
              </a:pPr>
              <a:t>2025/12/01</a:t>
            </a:fld>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29" name="テキスト プレースホルダー 2">
            <a:extLst>
              <a:ext uri="{FF2B5EF4-FFF2-40B4-BE49-F238E27FC236}">
                <a16:creationId xmlns:a16="http://schemas.microsoft.com/office/drawing/2014/main" id="{28C958BE-DEA5-508A-DE73-3A2FE62B2471}"/>
              </a:ext>
            </a:extLst>
          </p:cNvPr>
          <p:cNvSpPr>
            <a:spLocks noGrp="1"/>
          </p:cNvSpPr>
          <p:nvPr>
            <p:custDataLst>
              <p:tags r:id="rId110"/>
            </p:custDataLst>
          </p:nvPr>
        </p:nvSpPr>
        <p:spPr bwMode="auto">
          <a:xfrm>
            <a:off x="557213" y="4501438"/>
            <a:ext cx="152400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a:solidFill>
                  <a:schemeClr val="tx1"/>
                </a:solidFill>
                <a:latin typeface="Arial" panose="020B0604020202020204" pitchFamily="34" charset="0"/>
                <a:ea typeface="Meiryo UI" panose="020B0604030504040204" pitchFamily="50" charset="-128"/>
              </a:rPr>
              <a:t>　サービス仮説・コンセプト検討</a:t>
            </a:r>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30" name="テキスト プレースホルダー 2">
            <a:extLst>
              <a:ext uri="{FF2B5EF4-FFF2-40B4-BE49-F238E27FC236}">
                <a16:creationId xmlns:a16="http://schemas.microsoft.com/office/drawing/2014/main" id="{0003B35D-51B7-B3F3-C53C-93C50C17A1F2}"/>
              </a:ext>
            </a:extLst>
          </p:cNvPr>
          <p:cNvSpPr>
            <a:spLocks noGrp="1"/>
          </p:cNvSpPr>
          <p:nvPr>
            <p:custDataLst>
              <p:tags r:id="rId111"/>
            </p:custDataLst>
          </p:nvPr>
        </p:nvSpPr>
        <p:spPr bwMode="auto">
          <a:xfrm>
            <a:off x="557213" y="1451850"/>
            <a:ext cx="71120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a:solidFill>
                  <a:schemeClr val="tx1"/>
                </a:solidFill>
                <a:latin typeface="Arial" panose="020B0604020202020204" pitchFamily="34" charset="0"/>
                <a:ea typeface="Meiryo UI" panose="020B0604030504040204" pitchFamily="50" charset="-128"/>
              </a:rPr>
              <a:t>　業務支援開始</a:t>
            </a:r>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31" name="テキスト プレースホルダー 2">
            <a:extLst>
              <a:ext uri="{FF2B5EF4-FFF2-40B4-BE49-F238E27FC236}">
                <a16:creationId xmlns:a16="http://schemas.microsoft.com/office/drawing/2014/main" id="{EF4118C2-ACEB-C2B2-E350-CD54810A66C8}"/>
              </a:ext>
            </a:extLst>
          </p:cNvPr>
          <p:cNvSpPr>
            <a:spLocks noGrp="1"/>
          </p:cNvSpPr>
          <p:nvPr>
            <p:custDataLst>
              <p:tags r:id="rId112"/>
            </p:custDataLst>
          </p:nvPr>
        </p:nvSpPr>
        <p:spPr bwMode="auto">
          <a:xfrm>
            <a:off x="557213" y="4657013"/>
            <a:ext cx="101600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kumimoji="1" lang="ja-JP" altLang="en-US" sz="800">
                <a:solidFill>
                  <a:schemeClr val="tx1"/>
                </a:solidFill>
                <a:latin typeface="Arial" panose="020B0604020202020204" pitchFamily="34" charset="0"/>
                <a:ea typeface="Meiryo UI" panose="020B0604030504040204" pitchFamily="50" charset="-128"/>
              </a:rPr>
              <a:t>　スプリント計画策定</a:t>
            </a:r>
          </a:p>
        </p:txBody>
      </p:sp>
      <p:sp>
        <p:nvSpPr>
          <p:cNvPr id="132" name="テキスト プレースホルダー 2">
            <a:extLst>
              <a:ext uri="{FF2B5EF4-FFF2-40B4-BE49-F238E27FC236}">
                <a16:creationId xmlns:a16="http://schemas.microsoft.com/office/drawing/2014/main" id="{F6156DAD-EFE3-9094-F80D-E5B1F2F28923}"/>
              </a:ext>
            </a:extLst>
          </p:cNvPr>
          <p:cNvSpPr>
            <a:spLocks noGrp="1"/>
          </p:cNvSpPr>
          <p:nvPr>
            <p:custDataLst>
              <p:tags r:id="rId113"/>
            </p:custDataLst>
          </p:nvPr>
        </p:nvSpPr>
        <p:spPr bwMode="auto">
          <a:xfrm>
            <a:off x="8547100" y="1920163"/>
            <a:ext cx="600075" cy="146050"/>
          </a:xfrm>
          <a:prstGeom prst="rect">
            <a:avLst/>
          </a:prstGeom>
          <a:ln>
            <a:noFill/>
          </a:ln>
          <a:effec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fld id="{85602FF2-F822-4961-93B0-C37525C7E90A}" type="datetime'''''''''''''2''026/''''''''''''''''''''0''''2''''/''''15'''''">
              <a:rPr lang="ja-JP" altLang="en-US" sz="800" smtClean="0">
                <a:solidFill>
                  <a:schemeClr val="tx1"/>
                </a:solidFill>
                <a:effectLst/>
                <a:latin typeface="Arial" panose="020B0604020202020204" pitchFamily="34" charset="0"/>
                <a:ea typeface="Meiryo UI" panose="020B0604030504040204" pitchFamily="50" charset="-128"/>
              </a:rPr>
              <a:pPr marL="0" lvl="1" algn="l">
                <a:spcBef>
                  <a:spcPct val="0"/>
                </a:spcBef>
                <a:spcAft>
                  <a:spcPct val="0"/>
                </a:spcAft>
              </a:pPr>
              <a:t>2026/02/15</a:t>
            </a:fld>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33" name="テキスト プレースホルダー 2">
            <a:extLst>
              <a:ext uri="{FF2B5EF4-FFF2-40B4-BE49-F238E27FC236}">
                <a16:creationId xmlns:a16="http://schemas.microsoft.com/office/drawing/2014/main" id="{E69773A9-01B3-3A27-AFDF-6C2AFECEB7E5}"/>
              </a:ext>
            </a:extLst>
          </p:cNvPr>
          <p:cNvSpPr>
            <a:spLocks noGrp="1"/>
          </p:cNvSpPr>
          <p:nvPr>
            <p:custDataLst>
              <p:tags r:id="rId114"/>
            </p:custDataLst>
          </p:nvPr>
        </p:nvSpPr>
        <p:spPr bwMode="auto">
          <a:xfrm>
            <a:off x="557213" y="4812588"/>
            <a:ext cx="111760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a:solidFill>
                  <a:schemeClr val="tx1"/>
                </a:solidFill>
                <a:latin typeface="Arial" panose="020B0604020202020204" pitchFamily="34" charset="0"/>
                <a:ea typeface="Meiryo UI" panose="020B0604030504040204" pitchFamily="50" charset="-128"/>
              </a:rPr>
              <a:t>　受容性検証スプリント</a:t>
            </a:r>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34" name="テキスト プレースホルダー 2">
            <a:extLst>
              <a:ext uri="{FF2B5EF4-FFF2-40B4-BE49-F238E27FC236}">
                <a16:creationId xmlns:a16="http://schemas.microsoft.com/office/drawing/2014/main" id="{3E13638D-A076-D752-4263-54CE2F919A85}"/>
              </a:ext>
            </a:extLst>
          </p:cNvPr>
          <p:cNvSpPr>
            <a:spLocks noGrp="1"/>
          </p:cNvSpPr>
          <p:nvPr>
            <p:custDataLst>
              <p:tags r:id="rId115"/>
            </p:custDataLst>
          </p:nvPr>
        </p:nvSpPr>
        <p:spPr bwMode="auto">
          <a:xfrm>
            <a:off x="557213" y="4025188"/>
            <a:ext cx="101600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a:solidFill>
                  <a:schemeClr val="tx1"/>
                </a:solidFill>
                <a:latin typeface="Arial" panose="020B0604020202020204" pitchFamily="34" charset="0"/>
                <a:ea typeface="Meiryo UI" panose="020B0604030504040204" pitchFamily="50" charset="-128"/>
              </a:rPr>
              <a:t>　スプリント計画策定</a:t>
            </a:r>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35" name="テキスト プレースホルダー 2">
            <a:extLst>
              <a:ext uri="{FF2B5EF4-FFF2-40B4-BE49-F238E27FC236}">
                <a16:creationId xmlns:a16="http://schemas.microsoft.com/office/drawing/2014/main" id="{9EA0D1BC-F87B-8383-7815-6D76F5AA6592}"/>
              </a:ext>
            </a:extLst>
          </p:cNvPr>
          <p:cNvSpPr>
            <a:spLocks noGrp="1"/>
          </p:cNvSpPr>
          <p:nvPr>
            <p:custDataLst>
              <p:tags r:id="rId116"/>
            </p:custDataLst>
          </p:nvPr>
        </p:nvSpPr>
        <p:spPr bwMode="auto">
          <a:xfrm>
            <a:off x="557213" y="1918575"/>
            <a:ext cx="1274763"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a:solidFill>
                  <a:schemeClr val="tx1"/>
                </a:solidFill>
                <a:latin typeface="Arial" panose="020B0604020202020204" pitchFamily="34" charset="0"/>
                <a:ea typeface="Meiryo UI" panose="020B0604030504040204" pitchFamily="50" charset="-128"/>
              </a:rPr>
              <a:t>　新</a:t>
            </a:r>
            <a:r>
              <a:rPr lang="en-US" altLang="ja-JP" sz="800">
                <a:solidFill>
                  <a:schemeClr val="tx1"/>
                </a:solidFill>
                <a:latin typeface="Arial" panose="020B0604020202020204" pitchFamily="34" charset="0"/>
                <a:ea typeface="Meiryo UI" panose="020B0604030504040204" pitchFamily="50" charset="-128"/>
              </a:rPr>
              <a:t>Suica</a:t>
            </a:r>
            <a:r>
              <a:rPr lang="ja-JP" altLang="en-US" sz="800">
                <a:solidFill>
                  <a:schemeClr val="tx1"/>
                </a:solidFill>
                <a:latin typeface="Arial" panose="020B0604020202020204" pitchFamily="34" charset="0"/>
                <a:ea typeface="Meiryo UI" panose="020B0604030504040204" pitchFamily="50" charset="-128"/>
              </a:rPr>
              <a:t>全体構想 </a:t>
            </a:r>
            <a:r>
              <a:rPr lang="en-US" altLang="ja-JP" sz="800">
                <a:solidFill>
                  <a:schemeClr val="tx1"/>
                </a:solidFill>
                <a:latin typeface="Arial" panose="020B0604020202020204" pitchFamily="34" charset="0"/>
                <a:ea typeface="Meiryo UI" panose="020B0604030504040204" pitchFamily="50" charset="-128"/>
              </a:rPr>
              <a:t>α</a:t>
            </a:r>
            <a:r>
              <a:rPr lang="ja-JP" altLang="en-US" sz="800">
                <a:solidFill>
                  <a:schemeClr val="tx1"/>
                </a:solidFill>
                <a:latin typeface="Arial" panose="020B0604020202020204" pitchFamily="34" charset="0"/>
                <a:ea typeface="Meiryo UI" panose="020B0604030504040204" pitchFamily="50" charset="-128"/>
              </a:rPr>
              <a:t>版完成</a:t>
            </a:r>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36" name="テキスト プレースホルダー 2">
            <a:extLst>
              <a:ext uri="{FF2B5EF4-FFF2-40B4-BE49-F238E27FC236}">
                <a16:creationId xmlns:a16="http://schemas.microsoft.com/office/drawing/2014/main" id="{B5A6C627-7491-B886-FFF0-6A8B4A4511D7}"/>
              </a:ext>
            </a:extLst>
          </p:cNvPr>
          <p:cNvSpPr>
            <a:spLocks noGrp="1"/>
          </p:cNvSpPr>
          <p:nvPr>
            <p:custDataLst>
              <p:tags r:id="rId117"/>
            </p:custDataLst>
          </p:nvPr>
        </p:nvSpPr>
        <p:spPr bwMode="auto">
          <a:xfrm>
            <a:off x="9928225" y="2075738"/>
            <a:ext cx="600075" cy="146050"/>
          </a:xfrm>
          <a:prstGeom prst="rect">
            <a:avLst/>
          </a:prstGeom>
          <a:ln>
            <a:noFill/>
          </a:ln>
          <a:effec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fld id="{364170E6-6159-4727-BF82-B41C768D9F02}" type="datetime'202''6''''''''''''/''''0''''''3/''''0''''''''8'''">
              <a:rPr lang="ja-JP" altLang="en-US" sz="800" smtClean="0">
                <a:solidFill>
                  <a:schemeClr val="tx1"/>
                </a:solidFill>
                <a:effectLst/>
                <a:latin typeface="Arial" panose="020B0604020202020204" pitchFamily="34" charset="0"/>
                <a:ea typeface="Meiryo UI" panose="020B0604030504040204" pitchFamily="50" charset="-128"/>
              </a:rPr>
              <a:pPr marL="0" lvl="1" algn="l">
                <a:spcBef>
                  <a:spcPct val="0"/>
                </a:spcBef>
                <a:spcAft>
                  <a:spcPct val="0"/>
                </a:spcAft>
              </a:pPr>
              <a:t>2026/03/08</a:t>
            </a:fld>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37" name="テキスト プレースホルダー 2">
            <a:extLst>
              <a:ext uri="{FF2B5EF4-FFF2-40B4-BE49-F238E27FC236}">
                <a16:creationId xmlns:a16="http://schemas.microsoft.com/office/drawing/2014/main" id="{74256E7A-4A8D-725D-A963-D2E7BE18B346}"/>
              </a:ext>
            </a:extLst>
          </p:cNvPr>
          <p:cNvSpPr>
            <a:spLocks noGrp="1"/>
          </p:cNvSpPr>
          <p:nvPr>
            <p:custDataLst>
              <p:tags r:id="rId118"/>
            </p:custDataLst>
          </p:nvPr>
        </p:nvSpPr>
        <p:spPr bwMode="auto">
          <a:xfrm>
            <a:off x="557213" y="4972925"/>
            <a:ext cx="2084388"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en-US" altLang="ja-JP" sz="800" b="1">
                <a:solidFill>
                  <a:schemeClr val="tx1"/>
                </a:solidFill>
                <a:latin typeface="Arial" panose="020B0604020202020204" pitchFamily="34" charset="0"/>
                <a:ea typeface="Meiryo UI" panose="020B0604030504040204" pitchFamily="50" charset="-128"/>
              </a:rPr>
              <a:t>5. </a:t>
            </a:r>
            <a:r>
              <a:rPr lang="ja-JP" altLang="en-US" sz="800" b="1">
                <a:solidFill>
                  <a:schemeClr val="tx1"/>
                </a:solidFill>
                <a:latin typeface="Arial" panose="020B0604020202020204" pitchFamily="34" charset="0"/>
                <a:ea typeface="Meiryo UI" panose="020B0604030504040204" pitchFamily="50" charset="-128"/>
              </a:rPr>
              <a:t>新</a:t>
            </a:r>
            <a:r>
              <a:rPr lang="en-US" altLang="ja-JP" sz="800" b="1">
                <a:solidFill>
                  <a:schemeClr val="tx1"/>
                </a:solidFill>
                <a:latin typeface="Arial" panose="020B0604020202020204" pitchFamily="34" charset="0"/>
                <a:ea typeface="Meiryo UI" panose="020B0604030504040204" pitchFamily="50" charset="-128"/>
              </a:rPr>
              <a:t>Suica</a:t>
            </a:r>
            <a:r>
              <a:rPr lang="ja-JP" altLang="en-US" sz="800" b="1">
                <a:solidFill>
                  <a:schemeClr val="tx1"/>
                </a:solidFill>
                <a:latin typeface="Arial" panose="020B0604020202020204" pitchFamily="34" charset="0"/>
                <a:ea typeface="Meiryo UI" panose="020B0604030504040204" pitchFamily="50" charset="-128"/>
              </a:rPr>
              <a:t>構想取り纏め </a:t>
            </a:r>
            <a:r>
              <a:rPr lang="en-US" altLang="ja-JP" sz="800" b="1">
                <a:solidFill>
                  <a:schemeClr val="tx1"/>
                </a:solidFill>
                <a:latin typeface="Arial" panose="020B0604020202020204" pitchFamily="34" charset="0"/>
                <a:ea typeface="Meiryo UI" panose="020B0604030504040204" pitchFamily="50" charset="-128"/>
              </a:rPr>
              <a:t>(</a:t>
            </a:r>
            <a:r>
              <a:rPr lang="ja-JP" altLang="en-US" sz="800" b="1">
                <a:solidFill>
                  <a:schemeClr val="tx1"/>
                </a:solidFill>
                <a:latin typeface="Arial" panose="020B0604020202020204" pitchFamily="34" charset="0"/>
                <a:ea typeface="Meiryo UI" panose="020B0604030504040204" pitchFamily="50" charset="-128"/>
              </a:rPr>
              <a:t>全体サービス設計</a:t>
            </a:r>
            <a:r>
              <a:rPr lang="en-US" altLang="ja-JP" sz="800" b="1">
                <a:solidFill>
                  <a:schemeClr val="tx1"/>
                </a:solidFill>
                <a:latin typeface="Arial" panose="020B0604020202020204" pitchFamily="34" charset="0"/>
                <a:ea typeface="Meiryo UI" panose="020B0604030504040204" pitchFamily="50" charset="-128"/>
              </a:rPr>
              <a:t>)</a:t>
            </a:r>
            <a:endParaRPr kumimoji="1" lang="ja-JP" altLang="en-US" sz="800" b="1">
              <a:solidFill>
                <a:schemeClr val="tx1"/>
              </a:solidFill>
              <a:latin typeface="Arial" panose="020B0604020202020204" pitchFamily="34" charset="0"/>
              <a:ea typeface="Meiryo UI" panose="020B0604030504040204" pitchFamily="50" charset="-128"/>
            </a:endParaRPr>
          </a:p>
        </p:txBody>
      </p:sp>
      <p:sp>
        <p:nvSpPr>
          <p:cNvPr id="138" name="テキスト プレースホルダー 2">
            <a:extLst>
              <a:ext uri="{FF2B5EF4-FFF2-40B4-BE49-F238E27FC236}">
                <a16:creationId xmlns:a16="http://schemas.microsoft.com/office/drawing/2014/main" id="{EFA4FEA9-974D-5BCB-798A-B4F52D016781}"/>
              </a:ext>
            </a:extLst>
          </p:cNvPr>
          <p:cNvSpPr>
            <a:spLocks noGrp="1"/>
          </p:cNvSpPr>
          <p:nvPr>
            <p:custDataLst>
              <p:tags r:id="rId119"/>
            </p:custDataLst>
          </p:nvPr>
        </p:nvSpPr>
        <p:spPr bwMode="auto">
          <a:xfrm>
            <a:off x="557213" y="2074150"/>
            <a:ext cx="1274763"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kumimoji="1" lang="ja-JP" altLang="en-US" sz="800" dirty="0">
                <a:solidFill>
                  <a:schemeClr val="tx1"/>
                </a:solidFill>
                <a:latin typeface="Arial" panose="020B0604020202020204" pitchFamily="34" charset="0"/>
                <a:ea typeface="Meiryo UI" panose="020B0604030504040204" pitchFamily="50" charset="-128"/>
              </a:rPr>
              <a:t>　新</a:t>
            </a:r>
            <a:r>
              <a:rPr kumimoji="1" lang="en-US" altLang="ja-JP" sz="800" dirty="0" err="1">
                <a:solidFill>
                  <a:schemeClr val="tx1"/>
                </a:solidFill>
                <a:latin typeface="Arial" panose="020B0604020202020204" pitchFamily="34" charset="0"/>
                <a:ea typeface="Meiryo UI" panose="020B0604030504040204" pitchFamily="50" charset="-128"/>
              </a:rPr>
              <a:t>Suica</a:t>
            </a:r>
            <a:r>
              <a:rPr kumimoji="1" lang="ja-JP" altLang="en-US" sz="800" dirty="0">
                <a:solidFill>
                  <a:schemeClr val="tx1"/>
                </a:solidFill>
                <a:latin typeface="Arial" panose="020B0604020202020204" pitchFamily="34" charset="0"/>
                <a:ea typeface="Meiryo UI" panose="020B0604030504040204" pitchFamily="50" charset="-128"/>
              </a:rPr>
              <a:t>全体構想 </a:t>
            </a:r>
            <a:r>
              <a:rPr kumimoji="1" lang="en-US" altLang="ja-JP" sz="800" dirty="0">
                <a:solidFill>
                  <a:schemeClr val="tx1"/>
                </a:solidFill>
                <a:latin typeface="Arial" panose="020B0604020202020204" pitchFamily="34" charset="0"/>
                <a:ea typeface="Meiryo UI" panose="020B0604030504040204" pitchFamily="50" charset="-128"/>
              </a:rPr>
              <a:t>β</a:t>
            </a:r>
            <a:r>
              <a:rPr kumimoji="1" lang="ja-JP" altLang="en-US" sz="800" dirty="0">
                <a:solidFill>
                  <a:schemeClr val="tx1"/>
                </a:solidFill>
                <a:latin typeface="Arial" panose="020B0604020202020204" pitchFamily="34" charset="0"/>
                <a:ea typeface="Meiryo UI" panose="020B0604030504040204" pitchFamily="50" charset="-128"/>
              </a:rPr>
              <a:t>版完成</a:t>
            </a:r>
          </a:p>
        </p:txBody>
      </p:sp>
      <p:sp>
        <p:nvSpPr>
          <p:cNvPr id="139" name="テキスト プレースホルダー 2">
            <a:extLst>
              <a:ext uri="{FF2B5EF4-FFF2-40B4-BE49-F238E27FC236}">
                <a16:creationId xmlns:a16="http://schemas.microsoft.com/office/drawing/2014/main" id="{3C523876-E588-315E-DDDC-EF7CC0CEC834}"/>
              </a:ext>
            </a:extLst>
          </p:cNvPr>
          <p:cNvSpPr>
            <a:spLocks noGrp="1"/>
          </p:cNvSpPr>
          <p:nvPr>
            <p:custDataLst>
              <p:tags r:id="rId120"/>
            </p:custDataLst>
          </p:nvPr>
        </p:nvSpPr>
        <p:spPr bwMode="auto">
          <a:xfrm>
            <a:off x="557213" y="5133263"/>
            <a:ext cx="219075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dirty="0">
                <a:solidFill>
                  <a:schemeClr val="tx1"/>
                </a:solidFill>
                <a:latin typeface="Arial" panose="020B0604020202020204" pitchFamily="34" charset="0"/>
                <a:ea typeface="Meiryo UI" panose="020B0604030504040204" pitchFamily="50" charset="-128"/>
              </a:rPr>
              <a:t>　新</a:t>
            </a:r>
            <a:r>
              <a:rPr lang="en-US" altLang="ja-JP" sz="800" dirty="0" err="1">
                <a:solidFill>
                  <a:schemeClr val="tx1"/>
                </a:solidFill>
                <a:latin typeface="Arial" panose="020B0604020202020204" pitchFamily="34" charset="0"/>
                <a:ea typeface="Meiryo UI" panose="020B0604030504040204" pitchFamily="50" charset="-128"/>
              </a:rPr>
              <a:t>Suica</a:t>
            </a:r>
            <a:r>
              <a:rPr lang="ja-JP" altLang="en-US" sz="800" dirty="0">
                <a:solidFill>
                  <a:schemeClr val="tx1"/>
                </a:solidFill>
                <a:latin typeface="Arial" panose="020B0604020202020204" pitchFamily="34" charset="0"/>
                <a:ea typeface="Meiryo UI" panose="020B0604030504040204" pitchFamily="50" charset="-128"/>
              </a:rPr>
              <a:t> デジタル</a:t>
            </a:r>
            <a:r>
              <a:rPr lang="en-US" altLang="ja-JP" sz="800" dirty="0">
                <a:solidFill>
                  <a:schemeClr val="tx1"/>
                </a:solidFill>
                <a:latin typeface="Arial" panose="020B0604020202020204" pitchFamily="34" charset="0"/>
                <a:ea typeface="Meiryo UI" panose="020B0604030504040204" pitchFamily="50" charset="-128"/>
              </a:rPr>
              <a:t>PF</a:t>
            </a:r>
            <a:r>
              <a:rPr lang="ja-JP" altLang="en-US" sz="800" dirty="0">
                <a:solidFill>
                  <a:schemeClr val="tx1"/>
                </a:solidFill>
                <a:latin typeface="Arial" panose="020B0604020202020204" pitchFamily="34" charset="0"/>
                <a:ea typeface="Meiryo UI" panose="020B0604030504040204" pitchFamily="50" charset="-128"/>
              </a:rPr>
              <a:t>全体ビジネスモデル設計</a:t>
            </a:r>
            <a:endParaRPr kumimoji="1" lang="ja-JP" altLang="en-US" sz="800" dirty="0">
              <a:solidFill>
                <a:schemeClr val="tx1"/>
              </a:solidFill>
              <a:latin typeface="Arial" panose="020B0604020202020204" pitchFamily="34" charset="0"/>
              <a:ea typeface="Meiryo UI" panose="020B0604030504040204" pitchFamily="50" charset="-128"/>
            </a:endParaRPr>
          </a:p>
        </p:txBody>
      </p:sp>
      <p:sp>
        <p:nvSpPr>
          <p:cNvPr id="140" name="テキスト プレースホルダー 2">
            <a:extLst>
              <a:ext uri="{FF2B5EF4-FFF2-40B4-BE49-F238E27FC236}">
                <a16:creationId xmlns:a16="http://schemas.microsoft.com/office/drawing/2014/main" id="{2C4F487E-F0DE-928C-133B-8DA79CCBD3DF}"/>
              </a:ext>
            </a:extLst>
          </p:cNvPr>
          <p:cNvSpPr>
            <a:spLocks noGrp="1"/>
          </p:cNvSpPr>
          <p:nvPr>
            <p:custDataLst>
              <p:tags r:id="rId121"/>
            </p:custDataLst>
          </p:nvPr>
        </p:nvSpPr>
        <p:spPr bwMode="auto">
          <a:xfrm>
            <a:off x="557213" y="2229725"/>
            <a:ext cx="1216025"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a:solidFill>
                  <a:schemeClr val="tx1"/>
                </a:solidFill>
                <a:latin typeface="Arial" panose="020B0604020202020204" pitchFamily="34" charset="0"/>
                <a:ea typeface="Meiryo UI" panose="020B0604030504040204" pitchFamily="50" charset="-128"/>
              </a:rPr>
              <a:t>　投資上申 （</a:t>
            </a:r>
            <a:r>
              <a:rPr lang="en-US" altLang="ja-JP" sz="800">
                <a:solidFill>
                  <a:schemeClr val="tx1"/>
                </a:solidFill>
                <a:latin typeface="Arial" panose="020B0604020202020204" pitchFamily="34" charset="0"/>
                <a:ea typeface="Meiryo UI" panose="020B0604030504040204" pitchFamily="50" charset="-128"/>
              </a:rPr>
              <a:t>2</a:t>
            </a:r>
            <a:r>
              <a:rPr lang="ja-JP" altLang="en-US" sz="800">
                <a:solidFill>
                  <a:schemeClr val="tx1"/>
                </a:solidFill>
                <a:latin typeface="Arial" panose="020B0604020202020204" pitchFamily="34" charset="0"/>
                <a:ea typeface="Meiryo UI" panose="020B0604030504040204" pitchFamily="50" charset="-128"/>
              </a:rPr>
              <a:t>段階想定）</a:t>
            </a:r>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41" name="テキスト プレースホルダー 2">
            <a:extLst>
              <a:ext uri="{FF2B5EF4-FFF2-40B4-BE49-F238E27FC236}">
                <a16:creationId xmlns:a16="http://schemas.microsoft.com/office/drawing/2014/main" id="{6B2E46ED-E022-F1E2-D6A4-500B7EF78CFB}"/>
              </a:ext>
            </a:extLst>
          </p:cNvPr>
          <p:cNvSpPr>
            <a:spLocks noGrp="1"/>
          </p:cNvSpPr>
          <p:nvPr>
            <p:custDataLst>
              <p:tags r:id="rId122"/>
            </p:custDataLst>
          </p:nvPr>
        </p:nvSpPr>
        <p:spPr bwMode="auto">
          <a:xfrm>
            <a:off x="557213" y="5288838"/>
            <a:ext cx="132080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a:solidFill>
                  <a:schemeClr val="tx1"/>
                </a:solidFill>
                <a:latin typeface="Arial" panose="020B0604020202020204" pitchFamily="34" charset="0"/>
                <a:ea typeface="Meiryo UI" panose="020B0604030504040204" pitchFamily="50" charset="-128"/>
              </a:rPr>
              <a:t>　　事業性シミュレーション</a:t>
            </a:r>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42" name="テキスト プレースホルダー 2">
            <a:extLst>
              <a:ext uri="{FF2B5EF4-FFF2-40B4-BE49-F238E27FC236}">
                <a16:creationId xmlns:a16="http://schemas.microsoft.com/office/drawing/2014/main" id="{39F8192A-DE20-E7E1-3B40-7BB718AF143B}"/>
              </a:ext>
            </a:extLst>
          </p:cNvPr>
          <p:cNvSpPr>
            <a:spLocks noGrp="1"/>
          </p:cNvSpPr>
          <p:nvPr>
            <p:custDataLst>
              <p:tags r:id="rId123"/>
            </p:custDataLst>
          </p:nvPr>
        </p:nvSpPr>
        <p:spPr bwMode="auto">
          <a:xfrm>
            <a:off x="557213" y="2390063"/>
            <a:ext cx="542925"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kumimoji="1" lang="en-US" altLang="ja-JP" sz="800" b="1">
                <a:solidFill>
                  <a:schemeClr val="tx1"/>
                </a:solidFill>
                <a:latin typeface="Arial" panose="020B0604020202020204" pitchFamily="34" charset="0"/>
                <a:ea typeface="Meiryo UI" panose="020B0604030504040204" pitchFamily="50" charset="-128"/>
              </a:rPr>
              <a:t>1. </a:t>
            </a:r>
            <a:r>
              <a:rPr kumimoji="1" lang="ja-JP" altLang="en-US" sz="800" b="1">
                <a:solidFill>
                  <a:schemeClr val="tx1"/>
                </a:solidFill>
                <a:latin typeface="Arial" panose="020B0604020202020204" pitchFamily="34" charset="0"/>
                <a:ea typeface="Meiryo UI" panose="020B0604030504040204" pitchFamily="50" charset="-128"/>
              </a:rPr>
              <a:t>現状整理</a:t>
            </a:r>
          </a:p>
        </p:txBody>
      </p:sp>
      <p:sp>
        <p:nvSpPr>
          <p:cNvPr id="143" name="テキスト プレースホルダー 2">
            <a:extLst>
              <a:ext uri="{FF2B5EF4-FFF2-40B4-BE49-F238E27FC236}">
                <a16:creationId xmlns:a16="http://schemas.microsoft.com/office/drawing/2014/main" id="{AE7F2C58-8B8F-6CB0-43D7-0DD0AE54E983}"/>
              </a:ext>
            </a:extLst>
          </p:cNvPr>
          <p:cNvSpPr>
            <a:spLocks noGrp="1"/>
          </p:cNvSpPr>
          <p:nvPr>
            <p:custDataLst>
              <p:tags r:id="rId124"/>
            </p:custDataLst>
          </p:nvPr>
        </p:nvSpPr>
        <p:spPr bwMode="auto">
          <a:xfrm>
            <a:off x="557214" y="5444413"/>
            <a:ext cx="1382713"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a:solidFill>
                  <a:schemeClr val="tx1"/>
                </a:solidFill>
                <a:latin typeface="Arial" panose="020B0604020202020204" pitchFamily="34" charset="0"/>
                <a:ea typeface="Meiryo UI" panose="020B0604030504040204" pitchFamily="50" charset="-128"/>
              </a:rPr>
              <a:t>　構想パッケージング（</a:t>
            </a:r>
            <a:r>
              <a:rPr lang="en-US" altLang="ja-JP" sz="800">
                <a:solidFill>
                  <a:schemeClr val="tx1"/>
                </a:solidFill>
                <a:latin typeface="Arial" panose="020B0604020202020204" pitchFamily="34" charset="0"/>
                <a:ea typeface="Meiryo UI" panose="020B0604030504040204" pitchFamily="50" charset="-128"/>
              </a:rPr>
              <a:t>α</a:t>
            </a:r>
            <a:r>
              <a:rPr lang="ja-JP" altLang="en-US" sz="800">
                <a:solidFill>
                  <a:schemeClr val="tx1"/>
                </a:solidFill>
                <a:latin typeface="Arial" panose="020B0604020202020204" pitchFamily="34" charset="0"/>
                <a:ea typeface="Meiryo UI" panose="020B0604030504040204" pitchFamily="50" charset="-128"/>
              </a:rPr>
              <a:t>版）</a:t>
            </a:r>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44" name="テキスト プレースホルダー 2">
            <a:extLst>
              <a:ext uri="{FF2B5EF4-FFF2-40B4-BE49-F238E27FC236}">
                <a16:creationId xmlns:a16="http://schemas.microsoft.com/office/drawing/2014/main" id="{E8E07A80-71FC-1706-C4E3-3DF689A071EF}"/>
              </a:ext>
            </a:extLst>
          </p:cNvPr>
          <p:cNvSpPr>
            <a:spLocks noGrp="1"/>
          </p:cNvSpPr>
          <p:nvPr>
            <p:custDataLst>
              <p:tags r:id="rId125"/>
            </p:custDataLst>
          </p:nvPr>
        </p:nvSpPr>
        <p:spPr bwMode="auto">
          <a:xfrm>
            <a:off x="557213" y="2550400"/>
            <a:ext cx="91440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a:solidFill>
                  <a:schemeClr val="tx1"/>
                </a:solidFill>
                <a:effectLst/>
                <a:latin typeface="Arial" panose="020B0604020202020204" pitchFamily="34" charset="0"/>
                <a:ea typeface="Meiryo UI" panose="020B0604030504040204" pitchFamily="50" charset="-128"/>
              </a:rPr>
              <a:t>　初期ダウンロード</a:t>
            </a:r>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45" name="テキスト プレースホルダー 2">
            <a:extLst>
              <a:ext uri="{FF2B5EF4-FFF2-40B4-BE49-F238E27FC236}">
                <a16:creationId xmlns:a16="http://schemas.microsoft.com/office/drawing/2014/main" id="{67D4DC3D-4462-2889-22F8-12DA77FB49BA}"/>
              </a:ext>
            </a:extLst>
          </p:cNvPr>
          <p:cNvSpPr>
            <a:spLocks noGrp="1"/>
          </p:cNvSpPr>
          <p:nvPr>
            <p:custDataLst>
              <p:tags r:id="rId126"/>
            </p:custDataLst>
          </p:nvPr>
        </p:nvSpPr>
        <p:spPr bwMode="auto">
          <a:xfrm>
            <a:off x="557213" y="1607425"/>
            <a:ext cx="172720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dirty="0">
                <a:solidFill>
                  <a:schemeClr val="tx1"/>
                </a:solidFill>
                <a:latin typeface="Arial" panose="020B0604020202020204" pitchFamily="34" charset="0"/>
                <a:ea typeface="Meiryo UI" panose="020B0604030504040204" pitchFamily="50" charset="-128"/>
              </a:rPr>
              <a:t>　サービス企画完了（受容性検証前）</a:t>
            </a:r>
            <a:endParaRPr kumimoji="1" lang="ja-JP" altLang="en-US" sz="800" dirty="0">
              <a:solidFill>
                <a:schemeClr val="tx1"/>
              </a:solidFill>
              <a:latin typeface="Arial" panose="020B0604020202020204" pitchFamily="34" charset="0"/>
              <a:ea typeface="Meiryo UI" panose="020B0604030504040204" pitchFamily="50" charset="-128"/>
            </a:endParaRPr>
          </a:p>
        </p:txBody>
      </p:sp>
      <p:sp>
        <p:nvSpPr>
          <p:cNvPr id="146" name="テキスト プレースホルダー 2">
            <a:extLst>
              <a:ext uri="{FF2B5EF4-FFF2-40B4-BE49-F238E27FC236}">
                <a16:creationId xmlns:a16="http://schemas.microsoft.com/office/drawing/2014/main" id="{1A94BF45-E004-0CAD-D633-24032A3886AD}"/>
              </a:ext>
            </a:extLst>
          </p:cNvPr>
          <p:cNvSpPr>
            <a:spLocks noGrp="1"/>
          </p:cNvSpPr>
          <p:nvPr>
            <p:custDataLst>
              <p:tags r:id="rId127"/>
            </p:custDataLst>
          </p:nvPr>
        </p:nvSpPr>
        <p:spPr bwMode="auto">
          <a:xfrm>
            <a:off x="5195888" y="1609013"/>
            <a:ext cx="600075" cy="146050"/>
          </a:xfrm>
          <a:prstGeom prst="rect">
            <a:avLst/>
          </a:prstGeom>
          <a:solidFill>
            <a:srgbClr val="C0C0C0"/>
          </a:solidFill>
          <a:ln>
            <a:noFill/>
          </a:ln>
          <a:effec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fld id="{490C67A6-7E83-422B-AFD5-B9E4C1EF9DC8}" type="datetime'2''02''''''''5/''''''''''''''''''''''12''''''''/''''''26'''">
              <a:rPr lang="ja-JP" altLang="en-US" sz="800" smtClean="0">
                <a:solidFill>
                  <a:schemeClr val="tx1"/>
                </a:solidFill>
                <a:effectLst/>
                <a:latin typeface="Arial" panose="020B0604020202020204" pitchFamily="34" charset="0"/>
                <a:ea typeface="Meiryo UI" panose="020B0604030504040204" pitchFamily="50" charset="-128"/>
              </a:rPr>
              <a:pPr marL="0" lvl="1" algn="l">
                <a:spcBef>
                  <a:spcPct val="0"/>
                </a:spcBef>
                <a:spcAft>
                  <a:spcPct val="0"/>
                </a:spcAft>
              </a:pPr>
              <a:t>2025/12/26</a:t>
            </a:fld>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47" name="テキスト プレースホルダー 2">
            <a:extLst>
              <a:ext uri="{FF2B5EF4-FFF2-40B4-BE49-F238E27FC236}">
                <a16:creationId xmlns:a16="http://schemas.microsoft.com/office/drawing/2014/main" id="{2C87EA1E-32F4-A029-4A26-B32289692FA7}"/>
              </a:ext>
            </a:extLst>
          </p:cNvPr>
          <p:cNvSpPr>
            <a:spLocks noGrp="1"/>
          </p:cNvSpPr>
          <p:nvPr>
            <p:custDataLst>
              <p:tags r:id="rId128"/>
            </p:custDataLst>
          </p:nvPr>
        </p:nvSpPr>
        <p:spPr bwMode="auto">
          <a:xfrm>
            <a:off x="557213" y="5599988"/>
            <a:ext cx="162560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a:solidFill>
                  <a:schemeClr val="tx1"/>
                </a:solidFill>
                <a:latin typeface="Arial" panose="020B0604020202020204" pitchFamily="34" charset="0"/>
                <a:ea typeface="Meiryo UI" panose="020B0604030504040204" pitchFamily="50" charset="-128"/>
              </a:rPr>
              <a:t>　　キーマン連携・フィードバック</a:t>
            </a:r>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48" name="テキスト プレースホルダー 2">
            <a:extLst>
              <a:ext uri="{FF2B5EF4-FFF2-40B4-BE49-F238E27FC236}">
                <a16:creationId xmlns:a16="http://schemas.microsoft.com/office/drawing/2014/main" id="{0DE4131F-1702-1919-B71B-EBC2139BE202}"/>
              </a:ext>
            </a:extLst>
          </p:cNvPr>
          <p:cNvSpPr>
            <a:spLocks noGrp="1"/>
          </p:cNvSpPr>
          <p:nvPr>
            <p:custDataLst>
              <p:tags r:id="rId129"/>
            </p:custDataLst>
          </p:nvPr>
        </p:nvSpPr>
        <p:spPr bwMode="auto">
          <a:xfrm>
            <a:off x="557213" y="1763000"/>
            <a:ext cx="132080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a:solidFill>
                  <a:schemeClr val="tx1"/>
                </a:solidFill>
                <a:latin typeface="Arial" panose="020B0604020202020204" pitchFamily="34" charset="0"/>
                <a:ea typeface="Meiryo UI" panose="020B0604030504040204" pitchFamily="50" charset="-128"/>
              </a:rPr>
              <a:t>　受容性検証スプリント完了</a:t>
            </a:r>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49" name="テキスト プレースホルダー 2">
            <a:extLst>
              <a:ext uri="{FF2B5EF4-FFF2-40B4-BE49-F238E27FC236}">
                <a16:creationId xmlns:a16="http://schemas.microsoft.com/office/drawing/2014/main" id="{7A9F4591-6E20-3E53-1806-56DC14E6AFBA}"/>
              </a:ext>
            </a:extLst>
          </p:cNvPr>
          <p:cNvSpPr>
            <a:spLocks noGrp="1"/>
          </p:cNvSpPr>
          <p:nvPr>
            <p:custDataLst>
              <p:tags r:id="rId130"/>
            </p:custDataLst>
          </p:nvPr>
        </p:nvSpPr>
        <p:spPr bwMode="auto">
          <a:xfrm>
            <a:off x="7561263" y="1764588"/>
            <a:ext cx="600075" cy="146050"/>
          </a:xfrm>
          <a:prstGeom prst="rect">
            <a:avLst/>
          </a:prstGeom>
          <a:ln>
            <a:noFill/>
          </a:ln>
          <a:effec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fld id="{51031D77-11E2-4F22-B94F-A9E51167BFB5}" type="datetime'''''''''''''20''''''''26''''/''''''''''''01/''31'''''''''''">
              <a:rPr lang="ja-JP" altLang="en-US" sz="800" smtClean="0">
                <a:solidFill>
                  <a:schemeClr val="tx1"/>
                </a:solidFill>
                <a:effectLst/>
                <a:latin typeface="Arial" panose="020B0604020202020204" pitchFamily="34" charset="0"/>
                <a:ea typeface="Meiryo UI" panose="020B0604030504040204" pitchFamily="50" charset="-128"/>
              </a:rPr>
              <a:pPr marL="0" lvl="1" algn="l">
                <a:spcBef>
                  <a:spcPct val="0"/>
                </a:spcBef>
                <a:spcAft>
                  <a:spcPct val="0"/>
                </a:spcAft>
              </a:pPr>
              <a:t>2026/01/31</a:t>
            </a:fld>
            <a:endParaRPr kumimoji="1" lang="ja-JP" altLang="en-US" sz="800">
              <a:solidFill>
                <a:schemeClr val="tx1"/>
              </a:solidFill>
              <a:latin typeface="Arial" panose="020B0604020202020204" pitchFamily="34" charset="0"/>
              <a:ea typeface="Meiryo UI" panose="020B0604030504040204" pitchFamily="50" charset="-128"/>
            </a:endParaRPr>
          </a:p>
        </p:txBody>
      </p:sp>
      <p:sp>
        <p:nvSpPr>
          <p:cNvPr id="150" name="テキスト プレースホルダー 2">
            <a:extLst>
              <a:ext uri="{FF2B5EF4-FFF2-40B4-BE49-F238E27FC236}">
                <a16:creationId xmlns:a16="http://schemas.microsoft.com/office/drawing/2014/main" id="{383F6557-7E18-4A05-5A31-D17A666653B4}"/>
              </a:ext>
            </a:extLst>
          </p:cNvPr>
          <p:cNvSpPr>
            <a:spLocks noGrp="1"/>
          </p:cNvSpPr>
          <p:nvPr>
            <p:custDataLst>
              <p:tags r:id="rId131"/>
            </p:custDataLst>
          </p:nvPr>
        </p:nvSpPr>
        <p:spPr bwMode="auto">
          <a:xfrm>
            <a:off x="557213" y="2705975"/>
            <a:ext cx="914400" cy="146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120000"/>
              </a:lnSpc>
              <a:spcBef>
                <a:spcPts val="1000"/>
              </a:spcBef>
              <a:buFontTx/>
              <a:buNone/>
              <a:defRPr kumimoji="1" sz="2000" b="1" i="0" kern="1200">
                <a:solidFill>
                  <a:schemeClr val="accent1"/>
                </a:solidFill>
                <a:latin typeface="メイリオ" panose="020B0604030504040204" pitchFamily="50" charset="-128"/>
                <a:ea typeface="メイリオ" panose="020B0604030504040204" pitchFamily="50" charset="-128"/>
                <a:cs typeface="+mn-cs"/>
              </a:defRPr>
            </a:lvl1pPr>
            <a:lvl2pPr marL="457200" indent="0" algn="ctr" defTabSz="914400" rtl="0" eaLnBrk="1" latinLnBrk="0" hangingPunct="1">
              <a:lnSpc>
                <a:spcPct val="120000"/>
              </a:lnSpc>
              <a:spcBef>
                <a:spcPts val="500"/>
              </a:spcBef>
              <a:buFontTx/>
              <a:buNone/>
              <a:defRPr kumimoji="1" sz="1800" b="0" i="0" kern="1200">
                <a:solidFill>
                  <a:schemeClr val="accent1"/>
                </a:solidFill>
                <a:latin typeface="メイリオ" panose="020B0604030504040204" pitchFamily="50" charset="-128"/>
                <a:ea typeface="メイリオ" panose="020B0604030504040204" pitchFamily="50" charset="-128"/>
                <a:cs typeface="+mn-cs"/>
              </a:defRPr>
            </a:lvl2pPr>
            <a:lvl3pPr marL="914400" indent="0" algn="ctr" defTabSz="914400" rtl="0" eaLnBrk="1" latinLnBrk="0" hangingPunct="1">
              <a:lnSpc>
                <a:spcPct val="120000"/>
              </a:lnSpc>
              <a:spcBef>
                <a:spcPts val="500"/>
              </a:spcBef>
              <a:buFontTx/>
              <a:buNone/>
              <a:defRPr kumimoji="1" sz="1600" b="0" i="0" kern="1200">
                <a:solidFill>
                  <a:schemeClr val="accent1"/>
                </a:solidFill>
                <a:latin typeface="メイリオ" panose="020B0604030504040204" pitchFamily="50" charset="-128"/>
                <a:ea typeface="メイリオ" panose="020B0604030504040204" pitchFamily="50" charset="-128"/>
                <a:cs typeface="+mn-cs"/>
              </a:defRPr>
            </a:lvl3pPr>
            <a:lvl4pPr marL="1371600" indent="0" algn="ctr" defTabSz="914400" rtl="0" eaLnBrk="1" latinLnBrk="0" hangingPunct="1">
              <a:lnSpc>
                <a:spcPct val="120000"/>
              </a:lnSpc>
              <a:spcBef>
                <a:spcPts val="500"/>
              </a:spcBef>
              <a:buFontTx/>
              <a:buNone/>
              <a:defRPr kumimoji="1" sz="1400" b="0" i="0" kern="1200">
                <a:solidFill>
                  <a:schemeClr val="accent1"/>
                </a:solidFill>
                <a:latin typeface="メイリオ" panose="020B0604030504040204" pitchFamily="50" charset="-128"/>
                <a:ea typeface="メイリオ" panose="020B0604030504040204" pitchFamily="50" charset="-128"/>
                <a:cs typeface="+mn-cs"/>
              </a:defRPr>
            </a:lvl4pPr>
            <a:lvl5pPr marL="1828800" indent="0" algn="l" defTabSz="914400" rtl="0" eaLnBrk="1" latinLnBrk="0" hangingPunct="1">
              <a:lnSpc>
                <a:spcPct val="90000"/>
              </a:lnSpc>
              <a:spcBef>
                <a:spcPts val="500"/>
              </a:spcBef>
              <a:buFontTx/>
              <a:buNone/>
              <a:defRPr kumimoji="1" sz="1800" b="0" i="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lvl="1" algn="l">
              <a:spcBef>
                <a:spcPct val="0"/>
              </a:spcBef>
              <a:spcAft>
                <a:spcPct val="0"/>
              </a:spcAft>
            </a:pPr>
            <a:r>
              <a:rPr lang="ja-JP" altLang="en-US" sz="800">
                <a:solidFill>
                  <a:schemeClr val="tx1"/>
                </a:solidFill>
                <a:latin typeface="Arial" panose="020B0604020202020204" pitchFamily="34" charset="0"/>
                <a:ea typeface="Meiryo UI" panose="020B0604030504040204" pitchFamily="50" charset="-128"/>
              </a:rPr>
              <a:t>　既存仮説の棚卸し</a:t>
            </a:r>
            <a:endParaRPr kumimoji="1" lang="ja-JP" altLang="en-US" sz="800">
              <a:solidFill>
                <a:schemeClr val="tx1"/>
              </a:solidFill>
              <a:latin typeface="Arial" panose="020B0604020202020204" pitchFamily="34" charset="0"/>
              <a:ea typeface="Meiryo UI" panose="020B0604030504040204" pitchFamily="50" charset="-128"/>
            </a:endParaRPr>
          </a:p>
        </p:txBody>
      </p:sp>
      <p:grpSp>
        <p:nvGrpSpPr>
          <p:cNvPr id="151" name="グループ化 150">
            <a:extLst>
              <a:ext uri="{FF2B5EF4-FFF2-40B4-BE49-F238E27FC236}">
                <a16:creationId xmlns:a16="http://schemas.microsoft.com/office/drawing/2014/main" id="{749F7336-FCBA-8C3A-5640-870B6172D287}"/>
              </a:ext>
            </a:extLst>
          </p:cNvPr>
          <p:cNvGrpSpPr/>
          <p:nvPr/>
        </p:nvGrpSpPr>
        <p:grpSpPr>
          <a:xfrm>
            <a:off x="10926782" y="742422"/>
            <a:ext cx="740772" cy="142506"/>
            <a:chOff x="10775953" y="981517"/>
            <a:chExt cx="740772" cy="107067"/>
          </a:xfrm>
        </p:grpSpPr>
        <p:sp>
          <p:nvSpPr>
            <p:cNvPr id="152" name="正方形/長方形 151">
              <a:extLst>
                <a:ext uri="{FF2B5EF4-FFF2-40B4-BE49-F238E27FC236}">
                  <a16:creationId xmlns:a16="http://schemas.microsoft.com/office/drawing/2014/main" id="{86CC0887-117D-5BA9-5BD7-203FBFBBABE2}"/>
                </a:ext>
              </a:extLst>
            </p:cNvPr>
            <p:cNvSpPr/>
            <p:nvPr/>
          </p:nvSpPr>
          <p:spPr>
            <a:xfrm>
              <a:off x="10775953" y="981517"/>
              <a:ext cx="342310" cy="10706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ja-JP" altLang="en-US" sz="800" dirty="0">
                  <a:solidFill>
                    <a:schemeClr val="bg1"/>
                  </a:solidFill>
                  <a:latin typeface="Arial" panose="020B0604020202020204" pitchFamily="34" charset="0"/>
                  <a:ea typeface="Meiryo UI" panose="020B0604030504040204" pitchFamily="50" charset="-128"/>
                </a:rPr>
                <a:t>計画</a:t>
              </a:r>
            </a:p>
          </p:txBody>
        </p:sp>
        <p:sp>
          <p:nvSpPr>
            <p:cNvPr id="153" name="正方形/長方形 152">
              <a:extLst>
                <a:ext uri="{FF2B5EF4-FFF2-40B4-BE49-F238E27FC236}">
                  <a16:creationId xmlns:a16="http://schemas.microsoft.com/office/drawing/2014/main" id="{3A2E46BF-67B5-3C4D-2FD0-34D7E0A9EA57}"/>
                </a:ext>
              </a:extLst>
            </p:cNvPr>
            <p:cNvSpPr/>
            <p:nvPr/>
          </p:nvSpPr>
          <p:spPr>
            <a:xfrm>
              <a:off x="11174415" y="981517"/>
              <a:ext cx="342310" cy="107067"/>
            </a:xfrm>
            <a:prstGeom prst="rect">
              <a:avLst/>
            </a:prstGeom>
            <a:solidFill>
              <a:srgbClr val="FFFFFF"/>
            </a:solidFill>
            <a:ln cmpd="sng">
              <a:prstDash val="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ja-JP" altLang="en-US" sz="800">
                  <a:solidFill>
                    <a:schemeClr val="tx1"/>
                  </a:solidFill>
                  <a:latin typeface="Arial" panose="020B0604020202020204" pitchFamily="34" charset="0"/>
                  <a:ea typeface="Meiryo UI" panose="020B0604030504040204" pitchFamily="50" charset="-128"/>
                </a:rPr>
                <a:t>予備</a:t>
              </a:r>
            </a:p>
          </p:txBody>
        </p:sp>
      </p:grpSp>
      <p:sp>
        <p:nvSpPr>
          <p:cNvPr id="16" name="テキスト ボックス 15">
            <a:extLst>
              <a:ext uri="{FF2B5EF4-FFF2-40B4-BE49-F238E27FC236}">
                <a16:creationId xmlns:a16="http://schemas.microsoft.com/office/drawing/2014/main" id="{56A1DAEE-C13E-07CA-55BF-EC7D37993D8E}"/>
              </a:ext>
            </a:extLst>
          </p:cNvPr>
          <p:cNvSpPr txBox="1"/>
          <p:nvPr/>
        </p:nvSpPr>
        <p:spPr>
          <a:xfrm>
            <a:off x="515938" y="6355084"/>
            <a:ext cx="11157816" cy="338554"/>
          </a:xfrm>
          <a:prstGeom prst="rect">
            <a:avLst/>
          </a:prstGeom>
          <a:noFill/>
        </p:spPr>
        <p:txBody>
          <a:bodyPr wrap="square">
            <a:spAutoFit/>
          </a:bodyPr>
          <a:lstStyle/>
          <a:p>
            <a:r>
              <a:rPr kumimoji="1" lang="ja-JP" altLang="en-US" sz="800" dirty="0">
                <a:solidFill>
                  <a:schemeClr val="bg1">
                    <a:lumMod val="50000"/>
                  </a:schemeClr>
                </a:solidFill>
                <a:latin typeface="Arial" panose="020B0604020202020204" pitchFamily="34" charset="0"/>
                <a:ea typeface="Meiryo UI" panose="020B0604030504040204" pitchFamily="50" charset="-128"/>
              </a:rPr>
              <a:t>スケジュールは、プロジェクト開始時に再精査させていただく想定です。</a:t>
            </a:r>
            <a:br>
              <a:rPr kumimoji="1" lang="en-US" altLang="ja-JP" sz="800" dirty="0">
                <a:solidFill>
                  <a:schemeClr val="bg1">
                    <a:lumMod val="50000"/>
                  </a:schemeClr>
                </a:solidFill>
                <a:latin typeface="Arial" panose="020B0604020202020204" pitchFamily="34" charset="0"/>
                <a:ea typeface="Meiryo UI" panose="020B0604030504040204" pitchFamily="50" charset="-128"/>
              </a:rPr>
            </a:br>
            <a:r>
              <a:rPr kumimoji="1" lang="ja-JP" altLang="en-US" sz="800" dirty="0">
                <a:solidFill>
                  <a:schemeClr val="bg1">
                    <a:lumMod val="50000"/>
                  </a:schemeClr>
                </a:solidFill>
                <a:latin typeface="Arial" panose="020B0604020202020204" pitchFamily="34" charset="0"/>
                <a:ea typeface="Meiryo UI" panose="020B0604030504040204" pitchFamily="50" charset="-128"/>
              </a:rPr>
              <a:t>また、状況に応じて変更させていただく可能性があります</a:t>
            </a:r>
          </a:p>
        </p:txBody>
      </p:sp>
    </p:spTree>
    <p:extLst>
      <p:ext uri="{BB962C8B-B14F-4D97-AF65-F5344CB8AC3E}">
        <p14:creationId xmlns:p14="http://schemas.microsoft.com/office/powerpoint/2010/main" val="388156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1160E-B148-4474-15F0-44C150A8AA47}"/>
            </a:ext>
          </a:extLst>
        </p:cNvPr>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1E3046C7-1F0B-6A45-2C71-EA4C67F1D6E1}"/>
              </a:ext>
            </a:extLst>
          </p:cNvPr>
          <p:cNvGraphicFramePr>
            <a:graphicFrameLocks noChangeAspect="1"/>
          </p:cNvGraphicFramePr>
          <p:nvPr>
            <p:custDataLst>
              <p:tags r:id="rId1"/>
            </p:custDataLst>
            <p:extLst>
              <p:ext uri="{D42A27DB-BD31-4B8C-83A1-F6EECF244321}">
                <p14:modId xmlns:p14="http://schemas.microsoft.com/office/powerpoint/2010/main" val="4217158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17" name="think-cell data - do not delete" hidden="1">
                        <a:extLst>
                          <a:ext uri="{FF2B5EF4-FFF2-40B4-BE49-F238E27FC236}">
                            <a16:creationId xmlns:a16="http://schemas.microsoft.com/office/drawing/2014/main" id="{1E3046C7-1F0B-6A45-2C71-EA4C67F1D6E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字幕 3">
            <a:extLst>
              <a:ext uri="{FF2B5EF4-FFF2-40B4-BE49-F238E27FC236}">
                <a16:creationId xmlns:a16="http://schemas.microsoft.com/office/drawing/2014/main" id="{F61D2755-41E0-06BC-742E-67E1330F347A}"/>
              </a:ext>
            </a:extLst>
          </p:cNvPr>
          <p:cNvSpPr>
            <a:spLocks noGrp="1"/>
          </p:cNvSpPr>
          <p:nvPr>
            <p:ph type="subTitle" idx="13"/>
          </p:nvPr>
        </p:nvSpPr>
        <p:spPr/>
        <p:txBody>
          <a:bodyPr/>
          <a:lstStyle/>
          <a:p>
            <a:r>
              <a:rPr kumimoji="1" lang="en-US" altLang="ja-JP" dirty="0"/>
              <a:t>CTC</a:t>
            </a:r>
            <a:r>
              <a:rPr kumimoji="1" lang="ja-JP" altLang="en-US" dirty="0"/>
              <a:t>・シグマクシスが</a:t>
            </a:r>
            <a:r>
              <a:rPr kumimoji="1" lang="en-US" altLang="ja-JP" dirty="0"/>
              <a:t>One Team</a:t>
            </a:r>
            <a:r>
              <a:rPr kumimoji="1" lang="ja-JP" altLang="en-US" dirty="0"/>
              <a:t>で、デジタルビジネスユニットに入り込み、</a:t>
            </a:r>
            <a:r>
              <a:rPr kumimoji="1" lang="en-US" altLang="ja-JP" dirty="0" err="1"/>
              <a:t>Suica</a:t>
            </a:r>
            <a:r>
              <a:rPr kumimoji="1" lang="ja-JP" altLang="en-US" dirty="0"/>
              <a:t>の「生活のデバイス」への進化に向けたテーマ仮説</a:t>
            </a:r>
            <a:br>
              <a:rPr kumimoji="1" lang="en-US" altLang="ja-JP" dirty="0"/>
            </a:br>
            <a:r>
              <a:rPr kumimoji="1" lang="ja-JP" altLang="en-US" dirty="0"/>
              <a:t>構築・検証、および全体サービス設計を柔軟に推進できる体制でプロジェクトを推進する</a:t>
            </a:r>
          </a:p>
          <a:p>
            <a:endParaRPr kumimoji="1" lang="ja-JP" altLang="en-US" dirty="0"/>
          </a:p>
        </p:txBody>
      </p:sp>
      <p:sp>
        <p:nvSpPr>
          <p:cNvPr id="2" name="タイトル 1">
            <a:extLst>
              <a:ext uri="{FF2B5EF4-FFF2-40B4-BE49-F238E27FC236}">
                <a16:creationId xmlns:a16="http://schemas.microsoft.com/office/drawing/2014/main" id="{27C69D82-586A-F4D9-B39A-058BC05D979F}"/>
              </a:ext>
            </a:extLst>
          </p:cNvPr>
          <p:cNvSpPr>
            <a:spLocks noGrp="1"/>
          </p:cNvSpPr>
          <p:nvPr>
            <p:ph type="title"/>
          </p:nvPr>
        </p:nvSpPr>
        <p:spPr/>
        <p:txBody>
          <a:bodyPr vert="horz"/>
          <a:lstStyle/>
          <a:p>
            <a:r>
              <a:rPr lang="en-US" altLang="ja-JP" dirty="0"/>
              <a:t>6_</a:t>
            </a:r>
            <a:r>
              <a:rPr lang="ja-JP" altLang="en-US" dirty="0"/>
              <a:t>プロジェクト体制および役割</a:t>
            </a:r>
            <a:endParaRPr kumimoji="1" lang="ja-JP" altLang="en-US" dirty="0"/>
          </a:p>
        </p:txBody>
      </p:sp>
      <p:grpSp>
        <p:nvGrpSpPr>
          <p:cNvPr id="20" name="グループ化 19">
            <a:extLst>
              <a:ext uri="{FF2B5EF4-FFF2-40B4-BE49-F238E27FC236}">
                <a16:creationId xmlns:a16="http://schemas.microsoft.com/office/drawing/2014/main" id="{522F912C-F968-B120-2A59-D32A137F205C}"/>
              </a:ext>
            </a:extLst>
          </p:cNvPr>
          <p:cNvGrpSpPr/>
          <p:nvPr/>
        </p:nvGrpSpPr>
        <p:grpSpPr>
          <a:xfrm>
            <a:off x="2226000" y="1419828"/>
            <a:ext cx="7740000" cy="4859480"/>
            <a:chOff x="916272" y="1419828"/>
            <a:chExt cx="7740000" cy="4859480"/>
          </a:xfrm>
        </p:grpSpPr>
        <p:sp>
          <p:nvSpPr>
            <p:cNvPr id="45" name="正方形/長方形 44">
              <a:extLst>
                <a:ext uri="{FF2B5EF4-FFF2-40B4-BE49-F238E27FC236}">
                  <a16:creationId xmlns:a16="http://schemas.microsoft.com/office/drawing/2014/main" id="{A501499C-A7C4-4AAD-EE22-B1C5E46427CD}"/>
                </a:ext>
              </a:extLst>
            </p:cNvPr>
            <p:cNvSpPr/>
            <p:nvPr/>
          </p:nvSpPr>
          <p:spPr>
            <a:xfrm>
              <a:off x="4215228" y="2110579"/>
              <a:ext cx="4320000" cy="4140000"/>
            </a:xfrm>
            <a:prstGeom prst="rect">
              <a:avLst/>
            </a:prstGeom>
            <a:solidFill>
              <a:srgbClr val="57AA5B">
                <a:alpha val="0"/>
              </a:srgbClr>
            </a:solid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400" dirty="0">
                <a:solidFill>
                  <a:schemeClr val="tx1"/>
                </a:solidFill>
                <a:latin typeface="Arial" panose="020B0604020202020204" pitchFamily="34" charset="0"/>
                <a:ea typeface="Meiryo UI" panose="020B0604030504040204" pitchFamily="50" charset="-128"/>
              </a:endParaRPr>
            </a:p>
          </p:txBody>
        </p:sp>
        <p:sp>
          <p:nvSpPr>
            <p:cNvPr id="3" name="正方形/長方形 2">
              <a:extLst>
                <a:ext uri="{FF2B5EF4-FFF2-40B4-BE49-F238E27FC236}">
                  <a16:creationId xmlns:a16="http://schemas.microsoft.com/office/drawing/2014/main" id="{4B5CDC53-53A3-2337-5455-932427E82621}"/>
                </a:ext>
              </a:extLst>
            </p:cNvPr>
            <p:cNvSpPr/>
            <p:nvPr/>
          </p:nvSpPr>
          <p:spPr>
            <a:xfrm>
              <a:off x="916272" y="1419828"/>
              <a:ext cx="7740000" cy="4859480"/>
            </a:xfrm>
            <a:prstGeom prst="rect">
              <a:avLst/>
            </a:prstGeom>
            <a:noFill/>
            <a:ln w="19050">
              <a:solidFill>
                <a:srgbClr val="108615"/>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400" dirty="0">
                <a:solidFill>
                  <a:schemeClr val="tx1"/>
                </a:solidFill>
                <a:latin typeface="Arial" panose="020B0604020202020204" pitchFamily="34" charset="0"/>
                <a:ea typeface="Meiryo UI" panose="020B0604030504040204" pitchFamily="50" charset="-128"/>
              </a:endParaRPr>
            </a:p>
          </p:txBody>
        </p:sp>
        <p:pic>
          <p:nvPicPr>
            <p:cNvPr id="5" name="グラフィックス 4" descr="ユーザー 枠線">
              <a:extLst>
                <a:ext uri="{FF2B5EF4-FFF2-40B4-BE49-F238E27FC236}">
                  <a16:creationId xmlns:a16="http://schemas.microsoft.com/office/drawing/2014/main" id="{A6A44B85-EEBE-8030-07B9-DAE72900E10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78538" y="2532540"/>
              <a:ext cx="720000" cy="720000"/>
            </a:xfrm>
            <a:prstGeom prst="rect">
              <a:avLst/>
            </a:prstGeom>
          </p:spPr>
        </p:pic>
        <p:sp>
          <p:nvSpPr>
            <p:cNvPr id="6" name="テキスト ボックス 5">
              <a:extLst>
                <a:ext uri="{FF2B5EF4-FFF2-40B4-BE49-F238E27FC236}">
                  <a16:creationId xmlns:a16="http://schemas.microsoft.com/office/drawing/2014/main" id="{4DD38895-F896-7CD9-EF90-D55B938AC36C}"/>
                </a:ext>
              </a:extLst>
            </p:cNvPr>
            <p:cNvSpPr txBox="1"/>
            <p:nvPr/>
          </p:nvSpPr>
          <p:spPr>
            <a:xfrm>
              <a:off x="1982433" y="2532540"/>
              <a:ext cx="2340000" cy="720000"/>
            </a:xfrm>
            <a:prstGeom prst="rect">
              <a:avLst/>
            </a:prstGeom>
            <a:noFill/>
          </p:spPr>
          <p:txBody>
            <a:bodyPr vert="horz" wrap="none" lIns="0" tIns="0" rIns="0" bIns="0" rtlCol="0" anchor="ctr">
              <a:noAutofit/>
            </a:bodyPr>
            <a:lstStyle/>
            <a:p>
              <a:r>
                <a:rPr kumimoji="1" lang="ja-JP" altLang="en-US" sz="1400" b="1" dirty="0">
                  <a:latin typeface="Arial" panose="020B0604020202020204" pitchFamily="34" charset="0"/>
                  <a:ea typeface="Meiryo UI" panose="020B0604030504040204" pitchFamily="50" charset="-128"/>
                </a:rPr>
                <a:t>百瀬様</a:t>
              </a:r>
              <a:endParaRPr kumimoji="1" lang="en-US" altLang="ja-JP" sz="1400" dirty="0">
                <a:latin typeface="Arial" panose="020B0604020202020204" pitchFamily="34" charset="0"/>
                <a:ea typeface="Meiryo UI" panose="020B0604030504040204" pitchFamily="50" charset="-128"/>
              </a:endParaRPr>
            </a:p>
            <a:p>
              <a:r>
                <a:rPr lang="ja-JP" altLang="en-US" sz="1400" dirty="0">
                  <a:latin typeface="Arial" panose="020B0604020202020204" pitchFamily="34" charset="0"/>
                  <a:ea typeface="Meiryo UI" panose="020B0604030504040204" pitchFamily="50" charset="-128"/>
                </a:rPr>
                <a:t>プロジェクトリーダー</a:t>
              </a:r>
              <a:endParaRPr kumimoji="1" lang="en-US" altLang="ja-JP" sz="1400" dirty="0">
                <a:latin typeface="Arial" panose="020B0604020202020204" pitchFamily="34" charset="0"/>
                <a:ea typeface="Meiryo UI" panose="020B0604030504040204" pitchFamily="50" charset="-128"/>
              </a:endParaRPr>
            </a:p>
          </p:txBody>
        </p:sp>
        <p:pic>
          <p:nvPicPr>
            <p:cNvPr id="7" name="グラフィックス 6" descr="ユーザー 枠線">
              <a:extLst>
                <a:ext uri="{FF2B5EF4-FFF2-40B4-BE49-F238E27FC236}">
                  <a16:creationId xmlns:a16="http://schemas.microsoft.com/office/drawing/2014/main" id="{ECEE5EFB-965C-13A5-5A75-4A98500B74B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78538" y="3269207"/>
              <a:ext cx="720000" cy="720000"/>
            </a:xfrm>
            <a:prstGeom prst="rect">
              <a:avLst/>
            </a:prstGeom>
          </p:spPr>
        </p:pic>
        <p:sp>
          <p:nvSpPr>
            <p:cNvPr id="8" name="テキスト ボックス 7">
              <a:extLst>
                <a:ext uri="{FF2B5EF4-FFF2-40B4-BE49-F238E27FC236}">
                  <a16:creationId xmlns:a16="http://schemas.microsoft.com/office/drawing/2014/main" id="{3215B571-51AF-08D8-9259-8603CA9552CF}"/>
                </a:ext>
              </a:extLst>
            </p:cNvPr>
            <p:cNvSpPr txBox="1"/>
            <p:nvPr/>
          </p:nvSpPr>
          <p:spPr>
            <a:xfrm>
              <a:off x="1982433" y="3269207"/>
              <a:ext cx="2340000" cy="720000"/>
            </a:xfrm>
            <a:prstGeom prst="rect">
              <a:avLst/>
            </a:prstGeom>
            <a:noFill/>
          </p:spPr>
          <p:txBody>
            <a:bodyPr vert="horz" wrap="none" lIns="0" tIns="0" rIns="0" bIns="0" rtlCol="0" anchor="ctr">
              <a:noAutofit/>
            </a:bodyPr>
            <a:lstStyle/>
            <a:p>
              <a:r>
                <a:rPr lang="en-US" altLang="ja-JP" sz="1400" b="1">
                  <a:latin typeface="Arial" panose="020B0604020202020204" pitchFamily="34" charset="0"/>
                  <a:ea typeface="Meiryo UI" panose="020B0604030504040204" pitchFamily="50" charset="-128"/>
                </a:rPr>
                <a:t>XX</a:t>
              </a:r>
              <a:br>
                <a:rPr lang="en-US" altLang="ja-JP" sz="1400" b="1">
                  <a:latin typeface="Arial" panose="020B0604020202020204" pitchFamily="34" charset="0"/>
                  <a:ea typeface="Meiryo UI" panose="020B0604030504040204" pitchFamily="50" charset="-128"/>
                </a:rPr>
              </a:br>
              <a:r>
                <a:rPr kumimoji="1" lang="ja-JP" altLang="en-US" sz="1400">
                  <a:latin typeface="Arial" panose="020B0604020202020204" pitchFamily="34" charset="0"/>
                  <a:ea typeface="Meiryo UI" panose="020B0604030504040204" pitchFamily="50" charset="-128"/>
                </a:rPr>
                <a:t>プロジェクトメンバー</a:t>
              </a:r>
              <a:endParaRPr kumimoji="1" lang="en-US" altLang="ja-JP" sz="1400">
                <a:latin typeface="Arial" panose="020B0604020202020204" pitchFamily="34" charset="0"/>
                <a:ea typeface="Meiryo UI" panose="020B0604030504040204" pitchFamily="50" charset="-128"/>
              </a:endParaRPr>
            </a:p>
          </p:txBody>
        </p:sp>
        <p:sp>
          <p:nvSpPr>
            <p:cNvPr id="9" name="テキスト ボックス 8">
              <a:extLst>
                <a:ext uri="{FF2B5EF4-FFF2-40B4-BE49-F238E27FC236}">
                  <a16:creationId xmlns:a16="http://schemas.microsoft.com/office/drawing/2014/main" id="{82223970-D146-5AC6-60DD-2B63DAB56AC2}"/>
                </a:ext>
              </a:extLst>
            </p:cNvPr>
            <p:cNvSpPr txBox="1"/>
            <p:nvPr/>
          </p:nvSpPr>
          <p:spPr>
            <a:xfrm>
              <a:off x="1982433" y="4742541"/>
              <a:ext cx="2340000" cy="720000"/>
            </a:xfrm>
            <a:prstGeom prst="rect">
              <a:avLst/>
            </a:prstGeom>
            <a:noFill/>
          </p:spPr>
          <p:txBody>
            <a:bodyPr vert="horz" wrap="square" lIns="0" tIns="0" rIns="0" bIns="0" rtlCol="0" anchor="ctr">
              <a:noAutofit/>
            </a:bodyPr>
            <a:lstStyle/>
            <a:p>
              <a:r>
                <a:rPr lang="en-US" altLang="ja-JP" sz="1400" b="1" dirty="0">
                  <a:latin typeface="Arial" panose="020B0604020202020204" pitchFamily="34" charset="0"/>
                  <a:ea typeface="Meiryo UI" panose="020B0604030504040204" pitchFamily="50" charset="-128"/>
                </a:rPr>
                <a:t>XX</a:t>
              </a:r>
              <a:br>
                <a:rPr lang="en-US" altLang="ja-JP" sz="1400" b="1" dirty="0">
                  <a:latin typeface="Arial" panose="020B0604020202020204" pitchFamily="34" charset="0"/>
                  <a:ea typeface="Meiryo UI" panose="020B0604030504040204" pitchFamily="50" charset="-128"/>
                </a:rPr>
              </a:br>
              <a:r>
                <a:rPr kumimoji="1" lang="ja-JP" altLang="en-US" sz="1400" dirty="0">
                  <a:latin typeface="Arial" panose="020B0604020202020204" pitchFamily="34" charset="0"/>
                  <a:ea typeface="Meiryo UI" panose="020B0604030504040204" pitchFamily="50" charset="-128"/>
                </a:rPr>
                <a:t>プロジェクトメンバー</a:t>
              </a:r>
              <a:endParaRPr kumimoji="1" lang="en-US" altLang="ja-JP" sz="1400" dirty="0">
                <a:latin typeface="Arial" panose="020B0604020202020204" pitchFamily="34" charset="0"/>
                <a:ea typeface="Meiryo UI" panose="020B0604030504040204" pitchFamily="50" charset="-128"/>
              </a:endParaRPr>
            </a:p>
          </p:txBody>
        </p:sp>
        <p:pic>
          <p:nvPicPr>
            <p:cNvPr id="10" name="グラフィックス 9" descr="ユーザー 枠線">
              <a:extLst>
                <a:ext uri="{FF2B5EF4-FFF2-40B4-BE49-F238E27FC236}">
                  <a16:creationId xmlns:a16="http://schemas.microsoft.com/office/drawing/2014/main" id="{C72DC15B-975A-B444-C399-CA58783BDEE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78538" y="4742541"/>
              <a:ext cx="720000" cy="720000"/>
            </a:xfrm>
            <a:prstGeom prst="rect">
              <a:avLst/>
            </a:prstGeom>
          </p:spPr>
        </p:pic>
        <p:sp>
          <p:nvSpPr>
            <p:cNvPr id="11" name="テキスト ボックス 10">
              <a:extLst>
                <a:ext uri="{FF2B5EF4-FFF2-40B4-BE49-F238E27FC236}">
                  <a16:creationId xmlns:a16="http://schemas.microsoft.com/office/drawing/2014/main" id="{FDBF276C-4EB6-BB43-F5DD-D92FCFFA9B98}"/>
                </a:ext>
              </a:extLst>
            </p:cNvPr>
            <p:cNvSpPr txBox="1"/>
            <p:nvPr/>
          </p:nvSpPr>
          <p:spPr>
            <a:xfrm>
              <a:off x="1982433" y="4005874"/>
              <a:ext cx="2340000" cy="720000"/>
            </a:xfrm>
            <a:prstGeom prst="rect">
              <a:avLst/>
            </a:prstGeom>
            <a:noFill/>
          </p:spPr>
          <p:txBody>
            <a:bodyPr vert="horz" wrap="none" lIns="0" tIns="0" rIns="0" bIns="0" rtlCol="0" anchor="ctr">
              <a:noAutofit/>
            </a:bodyPr>
            <a:lstStyle/>
            <a:p>
              <a:r>
                <a:rPr lang="en-US" altLang="ja-JP" sz="1400" b="1" dirty="0">
                  <a:latin typeface="Arial" panose="020B0604020202020204" pitchFamily="34" charset="0"/>
                  <a:ea typeface="Meiryo UI" panose="020B0604030504040204" pitchFamily="50" charset="-128"/>
                </a:rPr>
                <a:t>XX</a:t>
              </a:r>
              <a:br>
                <a:rPr lang="en-US" altLang="ja-JP" sz="1400" b="1" dirty="0">
                  <a:latin typeface="Arial" panose="020B0604020202020204" pitchFamily="34" charset="0"/>
                  <a:ea typeface="Meiryo UI" panose="020B0604030504040204" pitchFamily="50" charset="-128"/>
                </a:rPr>
              </a:br>
              <a:r>
                <a:rPr kumimoji="1" lang="ja-JP" altLang="en-US" sz="1400" dirty="0">
                  <a:latin typeface="Arial" panose="020B0604020202020204" pitchFamily="34" charset="0"/>
                  <a:ea typeface="Meiryo UI" panose="020B0604030504040204" pitchFamily="50" charset="-128"/>
                </a:rPr>
                <a:t>プロジェクトメンバー</a:t>
              </a:r>
              <a:endParaRPr kumimoji="1" lang="en-US" altLang="ja-JP" sz="1400" dirty="0">
                <a:latin typeface="Arial" panose="020B0604020202020204" pitchFamily="34" charset="0"/>
                <a:ea typeface="Meiryo UI" panose="020B0604030504040204" pitchFamily="50" charset="-128"/>
              </a:endParaRPr>
            </a:p>
          </p:txBody>
        </p:sp>
        <p:pic>
          <p:nvPicPr>
            <p:cNvPr id="12" name="グラフィックス 11" descr="ユーザー 枠線">
              <a:extLst>
                <a:ext uri="{FF2B5EF4-FFF2-40B4-BE49-F238E27FC236}">
                  <a16:creationId xmlns:a16="http://schemas.microsoft.com/office/drawing/2014/main" id="{6E6812B1-7F47-4515-4CE5-6DD20CEDFD0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78538" y="4005874"/>
              <a:ext cx="720000" cy="720000"/>
            </a:xfrm>
            <a:prstGeom prst="rect">
              <a:avLst/>
            </a:prstGeom>
          </p:spPr>
        </p:pic>
        <p:grpSp>
          <p:nvGrpSpPr>
            <p:cNvPr id="13" name="グループ化 12">
              <a:extLst>
                <a:ext uri="{FF2B5EF4-FFF2-40B4-BE49-F238E27FC236}">
                  <a16:creationId xmlns:a16="http://schemas.microsoft.com/office/drawing/2014/main" id="{03F1D96F-2B37-3461-AF22-07120A66341D}"/>
                </a:ext>
              </a:extLst>
            </p:cNvPr>
            <p:cNvGrpSpPr/>
            <p:nvPr/>
          </p:nvGrpSpPr>
          <p:grpSpPr>
            <a:xfrm>
              <a:off x="2086272" y="1655491"/>
              <a:ext cx="5400000" cy="360000"/>
              <a:chOff x="3848504" y="1632660"/>
              <a:chExt cx="3420000" cy="360000"/>
            </a:xfrm>
          </p:grpSpPr>
          <p:sp>
            <p:nvSpPr>
              <p:cNvPr id="14" name="正方形/長方形 13">
                <a:extLst>
                  <a:ext uri="{FF2B5EF4-FFF2-40B4-BE49-F238E27FC236}">
                    <a16:creationId xmlns:a16="http://schemas.microsoft.com/office/drawing/2014/main" id="{55798021-092E-D54B-2AB7-479D857F7A50}"/>
                  </a:ext>
                </a:extLst>
              </p:cNvPr>
              <p:cNvSpPr/>
              <p:nvPr/>
            </p:nvSpPr>
            <p:spPr>
              <a:xfrm>
                <a:off x="3848504" y="1632660"/>
                <a:ext cx="3420000"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JR</a:t>
                </a:r>
                <a:r>
                  <a:rPr kumimoji="1" lang="ja-JP" altLang="en-US" b="1" dirty="0">
                    <a:solidFill>
                      <a:schemeClr val="tx1"/>
                    </a:solidFill>
                  </a:rPr>
                  <a:t>東日本デジタルビジネスユニット</a:t>
                </a:r>
              </a:p>
            </p:txBody>
          </p:sp>
          <p:cxnSp>
            <p:nvCxnSpPr>
              <p:cNvPr id="15" name="直線コネクタ 14">
                <a:extLst>
                  <a:ext uri="{FF2B5EF4-FFF2-40B4-BE49-F238E27FC236}">
                    <a16:creationId xmlns:a16="http://schemas.microsoft.com/office/drawing/2014/main" id="{79E32602-6CB1-29F9-C38B-30C339590E7E}"/>
                  </a:ext>
                </a:extLst>
              </p:cNvPr>
              <p:cNvCxnSpPr>
                <a:cxnSpLocks/>
              </p:cNvCxnSpPr>
              <p:nvPr/>
            </p:nvCxnSpPr>
            <p:spPr>
              <a:xfrm>
                <a:off x="3848504" y="1990363"/>
                <a:ext cx="34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8" name="グラフィックス 17" descr="ユーザー 枠線">
              <a:extLst>
                <a:ext uri="{FF2B5EF4-FFF2-40B4-BE49-F238E27FC236}">
                  <a16:creationId xmlns:a16="http://schemas.microsoft.com/office/drawing/2014/main" id="{30F6C575-1631-8077-B7AB-BEDC217E592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50174" y="2532540"/>
              <a:ext cx="720000" cy="720000"/>
            </a:xfrm>
            <a:prstGeom prst="rect">
              <a:avLst/>
            </a:prstGeom>
          </p:spPr>
        </p:pic>
        <p:sp>
          <p:nvSpPr>
            <p:cNvPr id="19" name="テキスト ボックス 18">
              <a:extLst>
                <a:ext uri="{FF2B5EF4-FFF2-40B4-BE49-F238E27FC236}">
                  <a16:creationId xmlns:a16="http://schemas.microsoft.com/office/drawing/2014/main" id="{59E0BFEA-4D5E-7C93-698B-9DB79551CC76}"/>
                </a:ext>
              </a:extLst>
            </p:cNvPr>
            <p:cNvSpPr txBox="1"/>
            <p:nvPr/>
          </p:nvSpPr>
          <p:spPr>
            <a:xfrm>
              <a:off x="6154069" y="2532540"/>
              <a:ext cx="2340000" cy="720000"/>
            </a:xfrm>
            <a:prstGeom prst="rect">
              <a:avLst/>
            </a:prstGeom>
            <a:noFill/>
            <a:ln>
              <a:noFill/>
            </a:ln>
          </p:spPr>
          <p:txBody>
            <a:bodyPr vert="horz" wrap="none" lIns="0" tIns="0" rIns="0" bIns="0" rtlCol="0" anchor="ctr">
              <a:noAutofit/>
            </a:bodyPr>
            <a:lstStyle/>
            <a:p>
              <a:r>
                <a:rPr kumimoji="1" lang="ja-JP" altLang="en-US" sz="1400" b="1" dirty="0">
                  <a:latin typeface="Arial" panose="020B0604020202020204" pitchFamily="34" charset="0"/>
                  <a:ea typeface="Meiryo UI" panose="020B0604030504040204" pitchFamily="50" charset="-128"/>
                </a:rPr>
                <a:t>森下</a:t>
              </a:r>
              <a:r>
                <a:rPr kumimoji="1" lang="ja-JP" altLang="en-US" sz="1400" dirty="0">
                  <a:latin typeface="Arial" panose="020B0604020202020204" pitchFamily="34" charset="0"/>
                  <a:ea typeface="Meiryo UI" panose="020B0604030504040204" pitchFamily="50" charset="-128"/>
                </a:rPr>
                <a:t>（</a:t>
              </a:r>
              <a:r>
                <a:rPr kumimoji="1" lang="en-US" altLang="ja-JP" sz="1400" dirty="0">
                  <a:latin typeface="Arial" panose="020B0604020202020204" pitchFamily="34" charset="0"/>
                  <a:ea typeface="Meiryo UI" panose="020B0604030504040204" pitchFamily="50" charset="-128"/>
                </a:rPr>
                <a:t>CTC</a:t>
              </a:r>
              <a:r>
                <a:rPr kumimoji="1" lang="ja-JP" altLang="en-US" sz="1400" dirty="0">
                  <a:latin typeface="Arial" panose="020B0604020202020204" pitchFamily="34" charset="0"/>
                  <a:ea typeface="Meiryo UI" panose="020B0604030504040204" pitchFamily="50" charset="-128"/>
                </a:rPr>
                <a:t>）</a:t>
              </a:r>
              <a:endParaRPr kumimoji="1" lang="en-US" altLang="ja-JP" sz="1400" dirty="0">
                <a:latin typeface="Arial" panose="020B0604020202020204" pitchFamily="34" charset="0"/>
                <a:ea typeface="Meiryo UI" panose="020B0604030504040204" pitchFamily="50" charset="-128"/>
              </a:endParaRPr>
            </a:p>
            <a:p>
              <a:r>
                <a:rPr lang="ja-JP" altLang="en-US" sz="1400" dirty="0">
                  <a:latin typeface="Arial" panose="020B0604020202020204" pitchFamily="34" charset="0"/>
                  <a:ea typeface="Meiryo UI" panose="020B0604030504040204" pitchFamily="50" charset="-128"/>
                </a:rPr>
                <a:t>プロジェクトリーダー</a:t>
              </a:r>
              <a:endParaRPr kumimoji="1" lang="en-US" altLang="ja-JP" sz="1400" dirty="0">
                <a:latin typeface="Arial" panose="020B0604020202020204" pitchFamily="34" charset="0"/>
                <a:ea typeface="Meiryo UI" panose="020B0604030504040204" pitchFamily="50" charset="-128"/>
              </a:endParaRPr>
            </a:p>
          </p:txBody>
        </p:sp>
        <p:pic>
          <p:nvPicPr>
            <p:cNvPr id="22" name="グラフィックス 21" descr="ユーザー 枠線">
              <a:extLst>
                <a:ext uri="{FF2B5EF4-FFF2-40B4-BE49-F238E27FC236}">
                  <a16:creationId xmlns:a16="http://schemas.microsoft.com/office/drawing/2014/main" id="{548E72A0-37E3-25FB-25E8-DF2E35B537C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50174" y="3269207"/>
              <a:ext cx="720000" cy="720000"/>
            </a:xfrm>
            <a:prstGeom prst="rect">
              <a:avLst/>
            </a:prstGeom>
          </p:spPr>
        </p:pic>
        <p:sp>
          <p:nvSpPr>
            <p:cNvPr id="26" name="テキスト ボックス 25">
              <a:extLst>
                <a:ext uri="{FF2B5EF4-FFF2-40B4-BE49-F238E27FC236}">
                  <a16:creationId xmlns:a16="http://schemas.microsoft.com/office/drawing/2014/main" id="{8CAAD4F6-0DAA-AA76-AE3C-B84FFDBA9DCF}"/>
                </a:ext>
              </a:extLst>
            </p:cNvPr>
            <p:cNvSpPr txBox="1"/>
            <p:nvPr/>
          </p:nvSpPr>
          <p:spPr>
            <a:xfrm>
              <a:off x="6154069" y="3269207"/>
              <a:ext cx="2340000" cy="720000"/>
            </a:xfrm>
            <a:prstGeom prst="rect">
              <a:avLst/>
            </a:prstGeom>
            <a:noFill/>
            <a:ln>
              <a:noFill/>
            </a:ln>
          </p:spPr>
          <p:txBody>
            <a:bodyPr vert="horz" wrap="none" lIns="0" tIns="0" rIns="0" bIns="0" rtlCol="0" anchor="ctr">
              <a:noAutofit/>
            </a:bodyPr>
            <a:lstStyle/>
            <a:p>
              <a:r>
                <a:rPr lang="ja-JP" altLang="en-US" sz="1400" b="1">
                  <a:latin typeface="Arial" panose="020B0604020202020204" pitchFamily="34" charset="0"/>
                  <a:ea typeface="Meiryo UI" panose="020B0604030504040204" pitchFamily="50" charset="-128"/>
                </a:rPr>
                <a:t>岡本</a:t>
              </a:r>
              <a:r>
                <a:rPr lang="ja-JP" altLang="en-US" sz="1400">
                  <a:latin typeface="Arial" panose="020B0604020202020204" pitchFamily="34" charset="0"/>
                  <a:ea typeface="Meiryo UI" panose="020B0604030504040204" pitchFamily="50" charset="-128"/>
                </a:rPr>
                <a:t>（</a:t>
              </a:r>
              <a:r>
                <a:rPr lang="en-US" altLang="ja-JP" sz="1400">
                  <a:latin typeface="Arial" panose="020B0604020202020204" pitchFamily="34" charset="0"/>
                  <a:ea typeface="Meiryo UI" panose="020B0604030504040204" pitchFamily="50" charset="-128"/>
                </a:rPr>
                <a:t>CTC</a:t>
              </a:r>
              <a:r>
                <a:rPr lang="ja-JP" altLang="en-US" sz="1400">
                  <a:latin typeface="Arial" panose="020B0604020202020204" pitchFamily="34" charset="0"/>
                  <a:ea typeface="Meiryo UI" panose="020B0604030504040204" pitchFamily="50" charset="-128"/>
                </a:rPr>
                <a:t>）</a:t>
              </a:r>
              <a:endParaRPr lang="en-US" altLang="ja-JP" sz="1400">
                <a:latin typeface="Arial" panose="020B0604020202020204" pitchFamily="34" charset="0"/>
                <a:ea typeface="Meiryo UI" panose="020B0604030504040204" pitchFamily="50" charset="-128"/>
              </a:endParaRPr>
            </a:p>
            <a:p>
              <a:r>
                <a:rPr kumimoji="1" lang="ja-JP" altLang="en-US" sz="1400">
                  <a:latin typeface="Arial" panose="020B0604020202020204" pitchFamily="34" charset="0"/>
                  <a:ea typeface="Meiryo UI" panose="020B0604030504040204" pitchFamily="50" charset="-128"/>
                </a:rPr>
                <a:t>サービステーマ企画・検証リード</a:t>
              </a:r>
              <a:endParaRPr kumimoji="1" lang="en-US" altLang="ja-JP" sz="1400">
                <a:latin typeface="Arial" panose="020B0604020202020204" pitchFamily="34" charset="0"/>
                <a:ea typeface="Meiryo UI" panose="020B0604030504040204" pitchFamily="50" charset="-128"/>
              </a:endParaRPr>
            </a:p>
          </p:txBody>
        </p:sp>
        <p:sp>
          <p:nvSpPr>
            <p:cNvPr id="28" name="テキスト ボックス 27">
              <a:extLst>
                <a:ext uri="{FF2B5EF4-FFF2-40B4-BE49-F238E27FC236}">
                  <a16:creationId xmlns:a16="http://schemas.microsoft.com/office/drawing/2014/main" id="{C0B5E5A7-E9E3-6790-FA82-AAE4C18F289A}"/>
                </a:ext>
              </a:extLst>
            </p:cNvPr>
            <p:cNvSpPr txBox="1"/>
            <p:nvPr/>
          </p:nvSpPr>
          <p:spPr>
            <a:xfrm>
              <a:off x="6154069" y="4742541"/>
              <a:ext cx="2340000" cy="720000"/>
            </a:xfrm>
            <a:prstGeom prst="rect">
              <a:avLst/>
            </a:prstGeom>
            <a:noFill/>
            <a:ln>
              <a:noFill/>
            </a:ln>
          </p:spPr>
          <p:txBody>
            <a:bodyPr vert="horz" wrap="square" lIns="0" tIns="0" rIns="0" bIns="0" rtlCol="0" anchor="ctr">
              <a:noAutofit/>
            </a:bodyPr>
            <a:lstStyle/>
            <a:p>
              <a:r>
                <a:rPr kumimoji="1" lang="en-US" altLang="ja-JP" sz="1400" b="1" dirty="0">
                  <a:latin typeface="Arial" panose="020B0604020202020204" pitchFamily="34" charset="0"/>
                  <a:ea typeface="Meiryo UI" panose="020B0604030504040204" pitchFamily="50" charset="-128"/>
                </a:rPr>
                <a:t>TBD</a:t>
              </a:r>
              <a:r>
                <a:rPr kumimoji="1" lang="ja-JP" altLang="en-US" sz="1400" b="1" dirty="0">
                  <a:latin typeface="Arial" panose="020B0604020202020204" pitchFamily="34" charset="0"/>
                  <a:ea typeface="Meiryo UI" panose="020B0604030504040204" pitchFamily="50" charset="-128"/>
                </a:rPr>
                <a:t>①</a:t>
              </a:r>
              <a:r>
                <a:rPr kumimoji="1" lang="ja-JP" altLang="en-US" sz="1400" dirty="0">
                  <a:latin typeface="Arial" panose="020B0604020202020204" pitchFamily="34" charset="0"/>
                  <a:ea typeface="Meiryo UI" panose="020B0604030504040204" pitchFamily="50" charset="-128"/>
                </a:rPr>
                <a:t>（シグマクシス）</a:t>
              </a:r>
              <a:endParaRPr kumimoji="1" lang="en-US" altLang="ja-JP" sz="1400" dirty="0">
                <a:latin typeface="Arial" panose="020B0604020202020204" pitchFamily="34" charset="0"/>
                <a:ea typeface="Meiryo UI" panose="020B0604030504040204" pitchFamily="50" charset="-128"/>
              </a:endParaRPr>
            </a:p>
            <a:p>
              <a:r>
                <a:rPr lang="ja-JP" altLang="en-US" sz="1400" dirty="0">
                  <a:latin typeface="Arial" panose="020B0604020202020204" pitchFamily="34" charset="0"/>
                  <a:ea typeface="Meiryo UI" panose="020B0604030504040204" pitchFamily="50" charset="-128"/>
                </a:rPr>
                <a:t>担当者</a:t>
              </a:r>
              <a:endParaRPr lang="en-US" altLang="ja-JP" sz="1100" dirty="0">
                <a:latin typeface="Arial" panose="020B0604020202020204" pitchFamily="34" charset="0"/>
                <a:ea typeface="Meiryo UI" panose="020B0604030504040204" pitchFamily="50" charset="-128"/>
              </a:endParaRPr>
            </a:p>
          </p:txBody>
        </p:sp>
        <p:pic>
          <p:nvPicPr>
            <p:cNvPr id="30" name="グラフィックス 29" descr="ユーザー 枠線">
              <a:extLst>
                <a:ext uri="{FF2B5EF4-FFF2-40B4-BE49-F238E27FC236}">
                  <a16:creationId xmlns:a16="http://schemas.microsoft.com/office/drawing/2014/main" id="{289DE12A-C3EB-CB01-0B73-2740DA962CA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50174" y="4742541"/>
              <a:ext cx="720000" cy="720000"/>
            </a:xfrm>
            <a:prstGeom prst="rect">
              <a:avLst/>
            </a:prstGeom>
          </p:spPr>
        </p:pic>
        <p:sp>
          <p:nvSpPr>
            <p:cNvPr id="35" name="テキスト ボックス 34">
              <a:extLst>
                <a:ext uri="{FF2B5EF4-FFF2-40B4-BE49-F238E27FC236}">
                  <a16:creationId xmlns:a16="http://schemas.microsoft.com/office/drawing/2014/main" id="{DCFA4463-AFA7-DB39-965B-59E973FFDF1F}"/>
                </a:ext>
              </a:extLst>
            </p:cNvPr>
            <p:cNvSpPr txBox="1"/>
            <p:nvPr/>
          </p:nvSpPr>
          <p:spPr>
            <a:xfrm>
              <a:off x="6154069" y="4005874"/>
              <a:ext cx="2340000" cy="720000"/>
            </a:xfrm>
            <a:prstGeom prst="rect">
              <a:avLst/>
            </a:prstGeom>
            <a:noFill/>
            <a:ln>
              <a:noFill/>
            </a:ln>
          </p:spPr>
          <p:txBody>
            <a:bodyPr vert="horz" wrap="none" lIns="0" tIns="0" rIns="0" bIns="0" rtlCol="0" anchor="ctr">
              <a:noAutofit/>
            </a:bodyPr>
            <a:lstStyle/>
            <a:p>
              <a:r>
                <a:rPr lang="ja-JP" altLang="en-US" sz="1400" b="1" dirty="0">
                  <a:latin typeface="Arial" panose="020B0604020202020204" pitchFamily="34" charset="0"/>
                  <a:ea typeface="Meiryo UI" panose="020B0604030504040204" pitchFamily="50" charset="-128"/>
                </a:rPr>
                <a:t>田村</a:t>
              </a:r>
              <a:r>
                <a:rPr lang="ja-JP" altLang="en-US" sz="1400" dirty="0">
                  <a:latin typeface="Arial" panose="020B0604020202020204" pitchFamily="34" charset="0"/>
                  <a:ea typeface="Meiryo UI" panose="020B0604030504040204" pitchFamily="50" charset="-128"/>
                </a:rPr>
                <a:t>（シグマクシス）</a:t>
              </a:r>
              <a:endParaRPr kumimoji="1" lang="en-US" altLang="ja-JP" sz="1400" dirty="0">
                <a:latin typeface="Arial" panose="020B0604020202020204" pitchFamily="34" charset="0"/>
                <a:ea typeface="Meiryo UI" panose="020B0604030504040204" pitchFamily="50" charset="-128"/>
              </a:endParaRPr>
            </a:p>
            <a:p>
              <a:r>
                <a:rPr lang="ja-JP" altLang="en-US" sz="1400" dirty="0">
                  <a:latin typeface="Arial" panose="020B0604020202020204" pitchFamily="34" charset="0"/>
                  <a:ea typeface="Meiryo UI" panose="020B0604030504040204" pitchFamily="50" charset="-128"/>
                </a:rPr>
                <a:t>全体サービス設計リード</a:t>
              </a:r>
              <a:endParaRPr lang="en-US" altLang="ja-JP" sz="1400" dirty="0">
                <a:latin typeface="Arial" panose="020B0604020202020204" pitchFamily="34" charset="0"/>
                <a:ea typeface="Meiryo UI" panose="020B0604030504040204" pitchFamily="50" charset="-128"/>
              </a:endParaRPr>
            </a:p>
          </p:txBody>
        </p:sp>
        <p:pic>
          <p:nvPicPr>
            <p:cNvPr id="36" name="グラフィックス 35" descr="ユーザー 枠線">
              <a:extLst>
                <a:ext uri="{FF2B5EF4-FFF2-40B4-BE49-F238E27FC236}">
                  <a16:creationId xmlns:a16="http://schemas.microsoft.com/office/drawing/2014/main" id="{F2CEE901-9035-3592-C74D-FEF710791DD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50174" y="4005874"/>
              <a:ext cx="720000" cy="720000"/>
            </a:xfrm>
            <a:prstGeom prst="rect">
              <a:avLst/>
            </a:prstGeom>
          </p:spPr>
        </p:pic>
        <p:sp>
          <p:nvSpPr>
            <p:cNvPr id="39" name="テキスト ボックス 38">
              <a:extLst>
                <a:ext uri="{FF2B5EF4-FFF2-40B4-BE49-F238E27FC236}">
                  <a16:creationId xmlns:a16="http://schemas.microsoft.com/office/drawing/2014/main" id="{F9E6A166-5F2F-AFAF-CEB6-03B16C9FEAF4}"/>
                </a:ext>
              </a:extLst>
            </p:cNvPr>
            <p:cNvSpPr txBox="1"/>
            <p:nvPr/>
          </p:nvSpPr>
          <p:spPr>
            <a:xfrm>
              <a:off x="6154069" y="5479208"/>
              <a:ext cx="2340000" cy="720000"/>
            </a:xfrm>
            <a:prstGeom prst="rect">
              <a:avLst/>
            </a:prstGeom>
            <a:noFill/>
            <a:ln>
              <a:noFill/>
            </a:ln>
          </p:spPr>
          <p:txBody>
            <a:bodyPr vert="horz" wrap="square" lIns="0" tIns="0" rIns="0" bIns="0" rtlCol="0" anchor="ctr">
              <a:noAutofit/>
            </a:bodyPr>
            <a:lstStyle/>
            <a:p>
              <a:r>
                <a:rPr kumimoji="1" lang="en-US" altLang="ja-JP" sz="1400" b="1" dirty="0">
                  <a:latin typeface="Arial" panose="020B0604020202020204" pitchFamily="34" charset="0"/>
                  <a:ea typeface="Meiryo UI" panose="020B0604030504040204" pitchFamily="50" charset="-128"/>
                </a:rPr>
                <a:t>TBD</a:t>
              </a:r>
              <a:r>
                <a:rPr kumimoji="1" lang="ja-JP" altLang="en-US" sz="1400" b="1" dirty="0">
                  <a:latin typeface="Arial" panose="020B0604020202020204" pitchFamily="34" charset="0"/>
                  <a:ea typeface="Meiryo UI" panose="020B0604030504040204" pitchFamily="50" charset="-128"/>
                </a:rPr>
                <a:t>②</a:t>
              </a:r>
              <a:r>
                <a:rPr kumimoji="1" lang="ja-JP" altLang="en-US" sz="1400" dirty="0">
                  <a:latin typeface="Arial" panose="020B0604020202020204" pitchFamily="34" charset="0"/>
                  <a:ea typeface="Meiryo UI" panose="020B0604030504040204" pitchFamily="50" charset="-128"/>
                </a:rPr>
                <a:t>（シグマクシス）</a:t>
              </a:r>
              <a:endParaRPr kumimoji="1" lang="en-US" altLang="ja-JP" sz="1400" dirty="0">
                <a:latin typeface="Arial" panose="020B0604020202020204" pitchFamily="34" charset="0"/>
                <a:ea typeface="Meiryo UI" panose="020B0604030504040204" pitchFamily="50" charset="-128"/>
              </a:endParaRPr>
            </a:p>
            <a:p>
              <a:r>
                <a:rPr lang="ja-JP" altLang="en-US" sz="1400" dirty="0">
                  <a:latin typeface="Arial" panose="020B0604020202020204" pitchFamily="34" charset="0"/>
                  <a:ea typeface="Meiryo UI" panose="020B0604030504040204" pitchFamily="50" charset="-128"/>
                </a:rPr>
                <a:t>担当者</a:t>
              </a:r>
              <a:endParaRPr lang="en-US" altLang="ja-JP" sz="1100" dirty="0">
                <a:latin typeface="Arial" panose="020B0604020202020204" pitchFamily="34" charset="0"/>
                <a:ea typeface="Meiryo UI" panose="020B0604030504040204" pitchFamily="50" charset="-128"/>
              </a:endParaRPr>
            </a:p>
          </p:txBody>
        </p:sp>
        <p:pic>
          <p:nvPicPr>
            <p:cNvPr id="40" name="グラフィックス 39" descr="ユーザー 枠線">
              <a:extLst>
                <a:ext uri="{FF2B5EF4-FFF2-40B4-BE49-F238E27FC236}">
                  <a16:creationId xmlns:a16="http://schemas.microsoft.com/office/drawing/2014/main" id="{C41456FC-3634-52F0-C820-7691CE4F982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50174" y="5479208"/>
              <a:ext cx="720000" cy="720000"/>
            </a:xfrm>
            <a:prstGeom prst="rect">
              <a:avLst/>
            </a:prstGeom>
          </p:spPr>
        </p:pic>
        <p:grpSp>
          <p:nvGrpSpPr>
            <p:cNvPr id="41" name="グループ化 40">
              <a:extLst>
                <a:ext uri="{FF2B5EF4-FFF2-40B4-BE49-F238E27FC236}">
                  <a16:creationId xmlns:a16="http://schemas.microsoft.com/office/drawing/2014/main" id="{ED644AB1-523A-0A05-7B0E-C25F55A1B147}"/>
                </a:ext>
              </a:extLst>
            </p:cNvPr>
            <p:cNvGrpSpPr/>
            <p:nvPr/>
          </p:nvGrpSpPr>
          <p:grpSpPr>
            <a:xfrm>
              <a:off x="4665228" y="2155873"/>
              <a:ext cx="3420000" cy="360000"/>
              <a:chOff x="4475504" y="1632660"/>
              <a:chExt cx="3420000" cy="360000"/>
            </a:xfrm>
            <a:solidFill>
              <a:srgbClr val="57AA5B">
                <a:alpha val="0"/>
              </a:srgbClr>
            </a:solidFill>
          </p:grpSpPr>
          <p:sp>
            <p:nvSpPr>
              <p:cNvPr id="43" name="正方形/長方形 42">
                <a:extLst>
                  <a:ext uri="{FF2B5EF4-FFF2-40B4-BE49-F238E27FC236}">
                    <a16:creationId xmlns:a16="http://schemas.microsoft.com/office/drawing/2014/main" id="{4C50FBEA-46DB-283A-090A-813B90B75037}"/>
                  </a:ext>
                </a:extLst>
              </p:cNvPr>
              <p:cNvSpPr/>
              <p:nvPr/>
            </p:nvSpPr>
            <p:spPr>
              <a:xfrm>
                <a:off x="4475504" y="1632660"/>
                <a:ext cx="3420000" cy="360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rPr>
                  <a:t>支援チーム</a:t>
                </a:r>
              </a:p>
            </p:txBody>
          </p:sp>
          <p:cxnSp>
            <p:nvCxnSpPr>
              <p:cNvPr id="44" name="直線コネクタ 43">
                <a:extLst>
                  <a:ext uri="{FF2B5EF4-FFF2-40B4-BE49-F238E27FC236}">
                    <a16:creationId xmlns:a16="http://schemas.microsoft.com/office/drawing/2014/main" id="{412F4D94-0B2F-E100-15FC-B90552A74515}"/>
                  </a:ext>
                </a:extLst>
              </p:cNvPr>
              <p:cNvCxnSpPr>
                <a:cxnSpLocks/>
              </p:cNvCxnSpPr>
              <p:nvPr/>
            </p:nvCxnSpPr>
            <p:spPr>
              <a:xfrm>
                <a:off x="4475504" y="1990363"/>
                <a:ext cx="3420000" cy="0"/>
              </a:xfrm>
              <a:prstGeom prst="line">
                <a:avLst/>
              </a:prstGeom>
              <a:grpFill/>
            </p:spPr>
            <p:style>
              <a:lnRef idx="1">
                <a:schemeClr val="accent1"/>
              </a:lnRef>
              <a:fillRef idx="0">
                <a:schemeClr val="accent1"/>
              </a:fillRef>
              <a:effectRef idx="0">
                <a:schemeClr val="accent1"/>
              </a:effectRef>
              <a:fontRef idx="minor">
                <a:schemeClr val="tx1"/>
              </a:fontRef>
            </p:style>
          </p:cxnSp>
        </p:grpSp>
        <p:pic>
          <p:nvPicPr>
            <p:cNvPr id="48" name="Picture 4" descr="株式会社シグマクシス（SIGMAXYZ Inc.）">
              <a:extLst>
                <a:ext uri="{FF2B5EF4-FFF2-40B4-BE49-F238E27FC236}">
                  <a16:creationId xmlns:a16="http://schemas.microsoft.com/office/drawing/2014/main" id="{E68CD8C2-056B-FA51-9FC5-68396C43DFFD}"/>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23286" t="34797" r="23215" b="38000"/>
            <a:stretch/>
          </p:blipFill>
          <p:spPr bwMode="auto">
            <a:xfrm>
              <a:off x="4463008" y="4964334"/>
              <a:ext cx="1035445" cy="276414"/>
            </a:xfrm>
            <a:prstGeom prst="rect">
              <a:avLst/>
            </a:prstGeom>
            <a:noFill/>
            <a:extLst>
              <a:ext uri="{909E8E84-426E-40DD-AFC4-6F175D3DCCD1}">
                <a14:hiddenFill xmlns:a14="http://schemas.microsoft.com/office/drawing/2010/main">
                  <a:solidFill>
                    <a:srgbClr val="FFFFFF"/>
                  </a:solidFill>
                </a14:hiddenFill>
              </a:ext>
            </a:extLst>
          </p:spPr>
        </p:pic>
        <p:sp>
          <p:nvSpPr>
            <p:cNvPr id="49" name="正方形/長方形 48">
              <a:extLst>
                <a:ext uri="{FF2B5EF4-FFF2-40B4-BE49-F238E27FC236}">
                  <a16:creationId xmlns:a16="http://schemas.microsoft.com/office/drawing/2014/main" id="{A1990D39-9B93-939A-16EF-CAD4A03A4DF0}"/>
                </a:ext>
              </a:extLst>
            </p:cNvPr>
            <p:cNvSpPr/>
            <p:nvPr/>
          </p:nvSpPr>
          <p:spPr>
            <a:xfrm>
              <a:off x="4395228" y="2577956"/>
              <a:ext cx="3960000" cy="1368000"/>
            </a:xfrm>
            <a:prstGeom prst="rect">
              <a:avLst/>
            </a:prstGeom>
            <a:noFill/>
            <a:ln w="19050">
              <a:solidFill>
                <a:srgbClr val="005CCA"/>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400">
                <a:solidFill>
                  <a:schemeClr val="tx1"/>
                </a:solidFill>
                <a:latin typeface="Arial" panose="020B0604020202020204" pitchFamily="34" charset="0"/>
                <a:ea typeface="Meiryo UI" panose="020B0604030504040204" pitchFamily="50" charset="-128"/>
              </a:endParaRPr>
            </a:p>
          </p:txBody>
        </p:sp>
        <p:sp>
          <p:nvSpPr>
            <p:cNvPr id="50" name="正方形/長方形 49">
              <a:extLst>
                <a:ext uri="{FF2B5EF4-FFF2-40B4-BE49-F238E27FC236}">
                  <a16:creationId xmlns:a16="http://schemas.microsoft.com/office/drawing/2014/main" id="{D6893187-FBC4-3F75-D754-11C817E9E1C3}"/>
                </a:ext>
              </a:extLst>
            </p:cNvPr>
            <p:cNvSpPr/>
            <p:nvPr/>
          </p:nvSpPr>
          <p:spPr>
            <a:xfrm>
              <a:off x="4395228" y="4020962"/>
              <a:ext cx="3960000" cy="2160000"/>
            </a:xfrm>
            <a:prstGeom prst="rect">
              <a:avLst/>
            </a:prstGeom>
            <a:noFill/>
            <a:ln w="19050">
              <a:solidFill>
                <a:srgbClr val="EA5504"/>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400">
                <a:solidFill>
                  <a:schemeClr val="tx1"/>
                </a:solidFill>
                <a:latin typeface="Arial" panose="020B0604020202020204" pitchFamily="34" charset="0"/>
                <a:ea typeface="Meiryo UI" panose="020B0604030504040204" pitchFamily="50" charset="-128"/>
              </a:endParaRPr>
            </a:p>
          </p:txBody>
        </p:sp>
        <p:sp>
          <p:nvSpPr>
            <p:cNvPr id="51" name="正方形/長方形 50">
              <a:extLst>
                <a:ext uri="{FF2B5EF4-FFF2-40B4-BE49-F238E27FC236}">
                  <a16:creationId xmlns:a16="http://schemas.microsoft.com/office/drawing/2014/main" id="{8EE0EF70-F7A2-4B58-5CB0-DB77DE0D7C32}"/>
                </a:ext>
              </a:extLst>
            </p:cNvPr>
            <p:cNvSpPr/>
            <p:nvPr/>
          </p:nvSpPr>
          <p:spPr>
            <a:xfrm>
              <a:off x="1052800" y="2110579"/>
              <a:ext cx="2520000" cy="4070383"/>
            </a:xfrm>
            <a:prstGeom prst="rect">
              <a:avLst/>
            </a:prstGeom>
            <a:noFill/>
            <a:ln w="6350">
              <a:solidFill>
                <a:schemeClr val="bg1">
                  <a:lumMod val="50000"/>
                </a:schemeClr>
              </a:solidFill>
              <a:prstDash val="dash"/>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400">
                <a:solidFill>
                  <a:schemeClr val="tx1"/>
                </a:solidFill>
                <a:latin typeface="Arial" panose="020B0604020202020204" pitchFamily="34" charset="0"/>
                <a:ea typeface="Meiryo UI" panose="020B0604030504040204" pitchFamily="50" charset="-128"/>
              </a:endParaRPr>
            </a:p>
          </p:txBody>
        </p:sp>
        <p:pic>
          <p:nvPicPr>
            <p:cNvPr id="46" name="Picture 2" descr="画像が生成されました">
              <a:extLst>
                <a:ext uri="{FF2B5EF4-FFF2-40B4-BE49-F238E27FC236}">
                  <a16:creationId xmlns:a16="http://schemas.microsoft.com/office/drawing/2014/main" id="{1B42B3CB-3818-26C7-E116-815D3D85CFAC}"/>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440772" y="3406579"/>
              <a:ext cx="1548000" cy="1548000"/>
            </a:xfrm>
            <a:prstGeom prst="rect">
              <a:avLst/>
            </a:prstGeom>
            <a:solidFill>
              <a:schemeClr val="bg1"/>
            </a:solidFill>
          </p:spPr>
        </p:pic>
        <p:pic>
          <p:nvPicPr>
            <p:cNvPr id="52" name="図 51">
              <a:extLst>
                <a:ext uri="{FF2B5EF4-FFF2-40B4-BE49-F238E27FC236}">
                  <a16:creationId xmlns:a16="http://schemas.microsoft.com/office/drawing/2014/main" id="{6D1EE4FD-38A7-78DA-B383-3759AE1B8E89}"/>
                </a:ext>
              </a:extLst>
            </p:cNvPr>
            <p:cNvPicPr>
              <a:picLocks noChangeAspect="1"/>
            </p:cNvPicPr>
            <p:nvPr/>
          </p:nvPicPr>
          <p:blipFill>
            <a:blip r:embed="rId11"/>
            <a:stretch>
              <a:fillRect/>
            </a:stretch>
          </p:blipFill>
          <p:spPr>
            <a:xfrm>
              <a:off x="4463008" y="2990131"/>
              <a:ext cx="1035445" cy="449401"/>
            </a:xfrm>
            <a:prstGeom prst="rect">
              <a:avLst/>
            </a:prstGeom>
          </p:spPr>
        </p:pic>
        <p:pic>
          <p:nvPicPr>
            <p:cNvPr id="53" name="図 52">
              <a:extLst>
                <a:ext uri="{FF2B5EF4-FFF2-40B4-BE49-F238E27FC236}">
                  <a16:creationId xmlns:a16="http://schemas.microsoft.com/office/drawing/2014/main" id="{4D65C0CC-1CB7-E124-D11F-907C71A159D9}"/>
                </a:ext>
              </a:extLst>
            </p:cNvPr>
            <p:cNvPicPr>
              <a:picLocks noChangeAspect="1"/>
            </p:cNvPicPr>
            <p:nvPr/>
          </p:nvPicPr>
          <p:blipFill>
            <a:blip r:embed="rId12"/>
            <a:stretch>
              <a:fillRect/>
            </a:stretch>
          </p:blipFill>
          <p:spPr>
            <a:xfrm>
              <a:off x="2008931" y="2205039"/>
              <a:ext cx="607739" cy="449401"/>
            </a:xfrm>
            <a:prstGeom prst="rect">
              <a:avLst/>
            </a:prstGeom>
          </p:spPr>
        </p:pic>
      </p:grpSp>
    </p:spTree>
    <p:extLst>
      <p:ext uri="{BB962C8B-B14F-4D97-AF65-F5344CB8AC3E}">
        <p14:creationId xmlns:p14="http://schemas.microsoft.com/office/powerpoint/2010/main" val="1071496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B9DE0-BCEF-29A3-EB85-B0A2C5307063}"/>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2FEEF14-D32A-C7D1-BB63-EDBC545C6DE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4" name="think-cell data - do not delete" hidden="1">
                        <a:extLst>
                          <a:ext uri="{FF2B5EF4-FFF2-40B4-BE49-F238E27FC236}">
                            <a16:creationId xmlns:a16="http://schemas.microsoft.com/office/drawing/2014/main" id="{32FEEF14-D32A-C7D1-BB63-EDBC545C6D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字幕 1">
            <a:extLst>
              <a:ext uri="{FF2B5EF4-FFF2-40B4-BE49-F238E27FC236}">
                <a16:creationId xmlns:a16="http://schemas.microsoft.com/office/drawing/2014/main" id="{0393F274-2308-FF2A-AE53-72F6546E0295}"/>
              </a:ext>
            </a:extLst>
          </p:cNvPr>
          <p:cNvSpPr txBox="1">
            <a:spLocks/>
          </p:cNvSpPr>
          <p:nvPr/>
        </p:nvSpPr>
        <p:spPr>
          <a:xfrm>
            <a:off x="911280" y="716684"/>
            <a:ext cx="10356545" cy="492353"/>
          </a:xfrm>
          <a:prstGeom prst="rect">
            <a:avLst/>
          </a:prstGeom>
        </p:spPr>
        <p:txBody>
          <a:bodyPr vert="horz" lIns="0" tIns="0" rIns="0" bIns="0" rtlCol="0">
            <a:noAutofit/>
          </a:bodyPr>
          <a:lstStyle>
            <a:lvl1pPr marL="0" indent="0" algn="l" defTabSz="685800" rtl="0" eaLnBrk="1" latinLnBrk="0" hangingPunct="1">
              <a:spcBef>
                <a:spcPts val="0"/>
              </a:spcBef>
              <a:buFontTx/>
              <a:buNone/>
              <a:defRPr kumimoji="1" sz="1600" kern="1200">
                <a:solidFill>
                  <a:schemeClr val="tx1"/>
                </a:solidFill>
                <a:latin typeface="Meiryo UI" panose="020B0604030504040204" pitchFamily="50" charset="-128"/>
                <a:ea typeface="Meiryo UI" panose="020B0604030504040204" pitchFamily="50" charset="-128"/>
                <a:cs typeface="+mn-cs"/>
              </a:defRPr>
            </a:lvl1pPr>
            <a:lvl2pPr marL="342900" indent="0" algn="ctr" defTabSz="685800" rtl="0" eaLnBrk="1" latinLnBrk="0" hangingPunct="1">
              <a:spcBef>
                <a:spcPts val="0"/>
              </a:spcBef>
              <a:buFontTx/>
              <a:buNone/>
              <a:defRPr kumimoji="1" sz="1200" kern="1200">
                <a:solidFill>
                  <a:schemeClr val="tx1">
                    <a:tint val="75000"/>
                  </a:schemeClr>
                </a:solidFill>
                <a:latin typeface="Meiryo UI" panose="020B0604030504040204" pitchFamily="50" charset="-128"/>
                <a:ea typeface="Meiryo UI" panose="020B0604030504040204" pitchFamily="50" charset="-128"/>
                <a:cs typeface="+mn-cs"/>
              </a:defRPr>
            </a:lvl2pPr>
            <a:lvl3pPr marL="685800" indent="0" algn="ctr" defTabSz="685800" rtl="0" eaLnBrk="1" latinLnBrk="0" hangingPunct="1">
              <a:spcBef>
                <a:spcPts val="0"/>
              </a:spcBef>
              <a:buFontTx/>
              <a:buNone/>
              <a:defRPr kumimoji="1" sz="1000" kern="1200">
                <a:solidFill>
                  <a:schemeClr val="tx1">
                    <a:tint val="75000"/>
                  </a:schemeClr>
                </a:solidFill>
                <a:latin typeface="Meiryo UI" panose="020B0604030504040204" pitchFamily="50" charset="-128"/>
                <a:ea typeface="Meiryo UI" panose="020B0604030504040204" pitchFamily="50" charset="-128"/>
                <a:cs typeface="+mn-cs"/>
              </a:defRPr>
            </a:lvl3pPr>
            <a:lvl4pPr marL="1028700" indent="0" algn="ctr" defTabSz="685800" rtl="0" eaLnBrk="1" latinLnBrk="0" hangingPunct="1">
              <a:spcBef>
                <a:spcPts val="0"/>
              </a:spcBef>
              <a:buFontTx/>
              <a:buNone/>
              <a:defRPr kumimoji="1" sz="900" kern="1200">
                <a:solidFill>
                  <a:schemeClr val="tx1">
                    <a:tint val="75000"/>
                  </a:schemeClr>
                </a:solidFill>
                <a:latin typeface="Meiryo UI" panose="020B0604030504040204" pitchFamily="50" charset="-128"/>
                <a:ea typeface="Meiryo UI" panose="020B0604030504040204" pitchFamily="50" charset="-128"/>
                <a:cs typeface="+mn-cs"/>
              </a:defRPr>
            </a:lvl4pPr>
            <a:lvl5pPr marL="1371600" indent="0" algn="ctr" defTabSz="685800" rtl="0" eaLnBrk="1" latinLnBrk="0" hangingPunct="1">
              <a:spcBef>
                <a:spcPts val="0"/>
              </a:spcBef>
              <a:buFontTx/>
              <a:buNone/>
              <a:defRPr kumimoji="1" sz="800" kern="1200">
                <a:solidFill>
                  <a:schemeClr val="tx1">
                    <a:tint val="75000"/>
                  </a:schemeClr>
                </a:solidFill>
                <a:latin typeface="Meiryo UI" panose="020B0604030504040204" pitchFamily="50" charset="-128"/>
                <a:ea typeface="Meiryo UI" panose="020B0604030504040204" pitchFamily="50" charset="-128"/>
                <a:cs typeface="+mn-cs"/>
              </a:defRPr>
            </a:lvl5pPr>
            <a:lvl6pPr marL="17145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9pPr>
          </a:lstStyle>
          <a:p>
            <a:endParaRPr lang="ja-JP" altLang="en-US"/>
          </a:p>
        </p:txBody>
      </p:sp>
      <p:sp>
        <p:nvSpPr>
          <p:cNvPr id="3" name="タイトル 2">
            <a:extLst>
              <a:ext uri="{FF2B5EF4-FFF2-40B4-BE49-F238E27FC236}">
                <a16:creationId xmlns:a16="http://schemas.microsoft.com/office/drawing/2014/main" id="{A114623D-3EFA-9A4D-7A70-D724E843F316}"/>
              </a:ext>
            </a:extLst>
          </p:cNvPr>
          <p:cNvSpPr>
            <a:spLocks noGrp="1"/>
          </p:cNvSpPr>
          <p:nvPr>
            <p:ph type="title"/>
          </p:nvPr>
        </p:nvSpPr>
        <p:spPr/>
        <p:txBody>
          <a:bodyPr vert="horz"/>
          <a:lstStyle/>
          <a:p>
            <a:r>
              <a:rPr kumimoji="1" lang="en-US" altLang="ja-JP" dirty="0"/>
              <a:t>7_</a:t>
            </a:r>
            <a:r>
              <a:rPr kumimoji="1" lang="ja-JP" altLang="en-US" dirty="0"/>
              <a:t>お見積り</a:t>
            </a:r>
          </a:p>
        </p:txBody>
      </p:sp>
      <p:sp>
        <p:nvSpPr>
          <p:cNvPr id="6" name="テキスト ボックス 5">
            <a:extLst>
              <a:ext uri="{FF2B5EF4-FFF2-40B4-BE49-F238E27FC236}">
                <a16:creationId xmlns:a16="http://schemas.microsoft.com/office/drawing/2014/main" id="{14CB4A17-18A5-2379-90A8-9506969A87B9}"/>
              </a:ext>
            </a:extLst>
          </p:cNvPr>
          <p:cNvSpPr txBox="1">
            <a:spLocks noChangeArrowheads="1"/>
          </p:cNvSpPr>
          <p:nvPr/>
        </p:nvSpPr>
        <p:spPr bwMode="auto">
          <a:xfrm>
            <a:off x="899491" y="3861060"/>
            <a:ext cx="10513459" cy="2462213"/>
          </a:xfrm>
          <a:prstGeom prst="rect">
            <a:avLst/>
          </a:prstGeom>
          <a:noFill/>
          <a:ln w="9525">
            <a:noFill/>
            <a:miter lim="800000"/>
            <a:headEnd/>
            <a:tailEnd/>
          </a:ln>
        </p:spPr>
        <p:txBody>
          <a:bodyPr wrap="square">
            <a:spAutoFit/>
          </a:bodyPr>
          <a:lstStyle/>
          <a:p>
            <a:pPr marL="135721" lvl="1" indent="-135721">
              <a:buFont typeface="Arial" charset="0"/>
              <a:buChar char="•"/>
            </a:pPr>
            <a:r>
              <a:rPr lang="ja-JP" altLang="en-US" sz="1400" dirty="0">
                <a:solidFill>
                  <a:srgbClr val="000000"/>
                </a:solidFill>
                <a:latin typeface="Arial" panose="020B0604020202020204" pitchFamily="34" charset="0"/>
                <a:ea typeface="Meiryo UI" panose="020B0604030504040204" pitchFamily="50" charset="-128"/>
              </a:rPr>
              <a:t>上記の額に消費税相当額を加えた金額をご請求させて頂きます。</a:t>
            </a:r>
          </a:p>
          <a:p>
            <a:pPr marL="135721" indent="-135721">
              <a:buFont typeface="Arial" charset="0"/>
              <a:buChar char="•"/>
            </a:pPr>
            <a:r>
              <a:rPr lang="ja-JP" altLang="en-US" sz="1400" dirty="0">
                <a:solidFill>
                  <a:srgbClr val="000000"/>
                </a:solidFill>
                <a:latin typeface="Arial" panose="020B0604020202020204" pitchFamily="34" charset="0"/>
                <a:ea typeface="Meiryo UI" panose="020B0604030504040204" pitchFamily="50" charset="-128"/>
              </a:rPr>
              <a:t>貴社オフィスへの交通費等を含みます。</a:t>
            </a:r>
            <a:endParaRPr lang="en-US" altLang="ja-JP" sz="1400" dirty="0">
              <a:solidFill>
                <a:srgbClr val="000000"/>
              </a:solidFill>
              <a:latin typeface="Arial" panose="020B0604020202020204" pitchFamily="34" charset="0"/>
              <a:ea typeface="Meiryo UI" panose="020B0604030504040204" pitchFamily="50" charset="-128"/>
            </a:endParaRPr>
          </a:p>
          <a:p>
            <a:pPr marL="135721" indent="-135721">
              <a:buFont typeface="Arial" charset="0"/>
              <a:buChar char="•"/>
            </a:pPr>
            <a:r>
              <a:rPr lang="ja-JP" altLang="en-US" sz="1400" dirty="0">
                <a:solidFill>
                  <a:srgbClr val="000000"/>
                </a:solidFill>
                <a:latin typeface="Arial" panose="020B0604020202020204" pitchFamily="34" charset="0"/>
                <a:ea typeface="Meiryo UI" panose="020B0604030504040204" pitchFamily="50" charset="-128"/>
              </a:rPr>
              <a:t>外部調査サービスの利用等に係る実費については別途ご相談事項とさせて頂きます。</a:t>
            </a:r>
          </a:p>
          <a:p>
            <a:pPr marL="135721" indent="-135721">
              <a:buFont typeface="Arial" charset="0"/>
              <a:buChar char="•"/>
            </a:pPr>
            <a:r>
              <a:rPr lang="ja-JP" altLang="en-US" sz="1400" dirty="0">
                <a:solidFill>
                  <a:srgbClr val="000000"/>
                </a:solidFill>
                <a:latin typeface="Arial" panose="020B0604020202020204" pitchFamily="34" charset="0"/>
                <a:ea typeface="Meiryo UI" panose="020B0604030504040204" pitchFamily="50" charset="-128"/>
              </a:rPr>
              <a:t>貴社の指示にもとづいて弊社が利用する、弁護士または公認会計士等の外部専門家に対する報酬等、弊社によるサービス提供に必要な物品等の購入、宿泊をともなう出張に要する宿泊費および首都圏以遠への出張に要する交通費等の経費については、別途実費を請求させていただきます。</a:t>
            </a:r>
            <a:endParaRPr lang="en-US" altLang="ja-JP" sz="1400" dirty="0">
              <a:solidFill>
                <a:srgbClr val="000000"/>
              </a:solidFill>
              <a:latin typeface="Arial" panose="020B0604020202020204" pitchFamily="34" charset="0"/>
              <a:ea typeface="Meiryo UI" panose="020B0604030504040204" pitchFamily="50" charset="-128"/>
            </a:endParaRPr>
          </a:p>
          <a:p>
            <a:pPr marL="135721" indent="-135721">
              <a:buFont typeface="Arial" charset="0"/>
              <a:buChar char="•"/>
            </a:pPr>
            <a:r>
              <a:rPr lang="ja-JP" altLang="en-US" sz="1400" dirty="0">
                <a:solidFill>
                  <a:srgbClr val="000000"/>
                </a:solidFill>
                <a:latin typeface="Arial" panose="020B0604020202020204" pitchFamily="34" charset="0"/>
                <a:ea typeface="Meiryo UI" panose="020B0604030504040204" pitchFamily="50" charset="-128"/>
              </a:rPr>
              <a:t>本提案をご採用いただき、弊社と契約を締結していただく際には、弊社の標準契約書を使用させていただきます。</a:t>
            </a:r>
            <a:endParaRPr lang="en-US" altLang="ja-JP" sz="1400" dirty="0">
              <a:solidFill>
                <a:srgbClr val="000000"/>
              </a:solidFill>
              <a:latin typeface="Arial" panose="020B0604020202020204" pitchFamily="34" charset="0"/>
              <a:ea typeface="Meiryo UI" panose="020B0604030504040204" pitchFamily="50" charset="-128"/>
            </a:endParaRPr>
          </a:p>
          <a:p>
            <a:pPr marL="135721" indent="-135721">
              <a:buFont typeface="Arial" charset="0"/>
              <a:buChar char="•"/>
            </a:pPr>
            <a:r>
              <a:rPr lang="ja-JP" altLang="en-US" sz="1400" dirty="0">
                <a:solidFill>
                  <a:srgbClr val="000000"/>
                </a:solidFill>
                <a:latin typeface="Arial" panose="020B0604020202020204" pitchFamily="34" charset="0"/>
                <a:ea typeface="Meiryo UI" panose="020B0604030504040204" pitchFamily="50" charset="-128"/>
              </a:rPr>
              <a:t>今回のお見積価格は、本提案書の内容にもとづいて算出したものです。貴社のご要望により、ご提案内容に変更が生じた場合は、改めてお見積価格を提示させていただきます。</a:t>
            </a:r>
            <a:endParaRPr lang="en-US" altLang="ja-JP" sz="1400" dirty="0">
              <a:solidFill>
                <a:srgbClr val="000000"/>
              </a:solidFill>
              <a:latin typeface="Arial" panose="020B0604020202020204" pitchFamily="34" charset="0"/>
              <a:ea typeface="Meiryo UI" panose="020B0604030504040204" pitchFamily="50" charset="-128"/>
            </a:endParaRPr>
          </a:p>
          <a:p>
            <a:pPr marL="135721" indent="-135721">
              <a:buFont typeface="Arial" charset="0"/>
              <a:buChar char="•"/>
            </a:pPr>
            <a:r>
              <a:rPr lang="ja-JP" altLang="en-US" sz="1400" dirty="0">
                <a:solidFill>
                  <a:srgbClr val="000000"/>
                </a:solidFill>
                <a:latin typeface="Arial" panose="020B0604020202020204" pitchFamily="34" charset="0"/>
                <a:ea typeface="Meiryo UI" panose="020B0604030504040204" pitchFamily="50" charset="-128"/>
              </a:rPr>
              <a:t>本提案書及び本見積書の有効期間は、弊社が貴社に本提案書を提出した日より</a:t>
            </a:r>
            <a:r>
              <a:rPr lang="en-US" altLang="en-US" sz="1400" dirty="0">
                <a:solidFill>
                  <a:srgbClr val="000000"/>
                </a:solidFill>
                <a:latin typeface="Arial" panose="020B0604020202020204" pitchFamily="34" charset="0"/>
                <a:ea typeface="Meiryo UI" panose="020B0604030504040204" pitchFamily="50" charset="-128"/>
              </a:rPr>
              <a:t>30</a:t>
            </a:r>
            <a:r>
              <a:rPr lang="ja-JP" altLang="en-US" sz="1400" dirty="0">
                <a:solidFill>
                  <a:srgbClr val="000000"/>
                </a:solidFill>
                <a:latin typeface="Arial" panose="020B0604020202020204" pitchFamily="34" charset="0"/>
                <a:ea typeface="Meiryo UI" panose="020B0604030504040204" pitchFamily="50" charset="-128"/>
              </a:rPr>
              <a:t>日間とさせていただきます。</a:t>
            </a:r>
            <a:endParaRPr lang="en-US" altLang="ja-JP" sz="1400" dirty="0">
              <a:solidFill>
                <a:srgbClr val="000000"/>
              </a:solidFill>
              <a:latin typeface="Arial" panose="020B0604020202020204" pitchFamily="34" charset="0"/>
              <a:ea typeface="Meiryo UI" panose="020B0604030504040204" pitchFamily="50" charset="-128"/>
            </a:endParaRPr>
          </a:p>
          <a:p>
            <a:pPr marL="135721" indent="-135721">
              <a:buFont typeface="Arial" charset="0"/>
              <a:buChar char="•"/>
            </a:pPr>
            <a:r>
              <a:rPr lang="en-US" altLang="ja-JP" sz="1400" dirty="0">
                <a:solidFill>
                  <a:srgbClr val="000000"/>
                </a:solidFill>
                <a:latin typeface="Arial" panose="020B0604020202020204" pitchFamily="34" charset="0"/>
                <a:ea typeface="Meiryo UI" panose="020B0604030504040204" pitchFamily="50" charset="-128"/>
              </a:rPr>
              <a:t>2019</a:t>
            </a:r>
            <a:r>
              <a:rPr lang="ja-JP" altLang="en-US" sz="1400" dirty="0">
                <a:solidFill>
                  <a:srgbClr val="000000"/>
                </a:solidFill>
                <a:latin typeface="Arial" panose="020B0604020202020204" pitchFamily="34" charset="0"/>
                <a:ea typeface="Meiryo UI" panose="020B0604030504040204" pitchFamily="50" charset="-128"/>
              </a:rPr>
              <a:t>年</a:t>
            </a:r>
            <a:r>
              <a:rPr lang="en-US" altLang="ja-JP" sz="1400" dirty="0">
                <a:solidFill>
                  <a:srgbClr val="000000"/>
                </a:solidFill>
                <a:latin typeface="Arial" panose="020B0604020202020204" pitchFamily="34" charset="0"/>
                <a:ea typeface="Meiryo UI" panose="020B0604030504040204" pitchFamily="50" charset="-128"/>
              </a:rPr>
              <a:t>4</a:t>
            </a:r>
            <a:r>
              <a:rPr lang="ja-JP" altLang="en-US" sz="1400" dirty="0">
                <a:solidFill>
                  <a:srgbClr val="000000"/>
                </a:solidFill>
                <a:latin typeface="Arial" panose="020B0604020202020204" pitchFamily="34" charset="0"/>
                <a:ea typeface="Meiryo UI" panose="020B0604030504040204" pitchFamily="50" charset="-128"/>
              </a:rPr>
              <a:t>月</a:t>
            </a:r>
            <a:r>
              <a:rPr lang="en-US" altLang="ja-JP" sz="1400" dirty="0">
                <a:solidFill>
                  <a:srgbClr val="000000"/>
                </a:solidFill>
                <a:latin typeface="Arial" panose="020B0604020202020204" pitchFamily="34" charset="0"/>
                <a:ea typeface="Meiryo UI" panose="020B0604030504040204" pitchFamily="50" charset="-128"/>
              </a:rPr>
              <a:t>1</a:t>
            </a:r>
            <a:r>
              <a:rPr lang="ja-JP" altLang="en-US" sz="1400" dirty="0">
                <a:solidFill>
                  <a:srgbClr val="000000"/>
                </a:solidFill>
                <a:latin typeface="Arial" panose="020B0604020202020204" pitchFamily="34" charset="0"/>
                <a:ea typeface="Meiryo UI" panose="020B0604030504040204" pitchFamily="50" charset="-128"/>
              </a:rPr>
              <a:t>日より施行された働き方改革関連法を遵守するため、弊社コンサルタントのサービス提供の時間帯ならびに有給休暇の取得については、貴社のご理解とご協力をお願い申し上げます。</a:t>
            </a:r>
          </a:p>
        </p:txBody>
      </p:sp>
      <p:sp>
        <p:nvSpPr>
          <p:cNvPr id="2" name="正方形/長方形 1">
            <a:extLst>
              <a:ext uri="{FF2B5EF4-FFF2-40B4-BE49-F238E27FC236}">
                <a16:creationId xmlns:a16="http://schemas.microsoft.com/office/drawing/2014/main" id="{A43C5EE0-B8B0-3D04-3300-FBD820A677FC}"/>
              </a:ext>
            </a:extLst>
          </p:cNvPr>
          <p:cNvSpPr/>
          <p:nvPr/>
        </p:nvSpPr>
        <p:spPr>
          <a:xfrm>
            <a:off x="0" y="6604000"/>
            <a:ext cx="3810000" cy="254000"/>
          </a:xfrm>
          <a:prstGeom prst="rect">
            <a:avLst/>
          </a:prstGeom>
          <a:noFill/>
          <a:ln w="19050" cap="flat" cmpd="sng" algn="ctr">
            <a:noFill/>
            <a:prstDash val="soli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cap="flat" cmpd="sng" algn="ctr">
                <a:solidFill>
                  <a:schemeClr val="tx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400">
              <a:solidFill>
                <a:schemeClr val="tx1"/>
              </a:solidFill>
            </a:endParaRPr>
          </a:p>
        </p:txBody>
      </p:sp>
      <p:sp>
        <p:nvSpPr>
          <p:cNvPr id="12" name="正方形/長方形 11">
            <a:extLst>
              <a:ext uri="{FF2B5EF4-FFF2-40B4-BE49-F238E27FC236}">
                <a16:creationId xmlns:a16="http://schemas.microsoft.com/office/drawing/2014/main" id="{8C23E33C-742C-3C1C-08BF-49C226664CC9}"/>
              </a:ext>
            </a:extLst>
          </p:cNvPr>
          <p:cNvSpPr/>
          <p:nvPr/>
        </p:nvSpPr>
        <p:spPr bwMode="auto">
          <a:xfrm>
            <a:off x="899490" y="1044921"/>
            <a:ext cx="10513460" cy="1808578"/>
          </a:xfrm>
          <a:prstGeom prst="rect">
            <a:avLst/>
          </a:prstGeom>
          <a:solidFill>
            <a:schemeClr val="bg1">
              <a:lumMod val="95000"/>
            </a:schemeClr>
          </a:solidFill>
          <a:ln w="6350" cap="flat" cmpd="sng" algn="ctr">
            <a:noFill/>
            <a:prstDash val="solid"/>
            <a:round/>
            <a:headEnd type="none" w="med" len="med"/>
            <a:tailEnd type="none" w="med" len="med"/>
          </a:ln>
          <a:effectLst/>
        </p:spPr>
        <p:txBody>
          <a:bodyPr anchor="ctr"/>
          <a:lstStyle/>
          <a:p>
            <a:pPr algn="ctr">
              <a:defRPr/>
            </a:pPr>
            <a:endParaRPr lang="ja-JP" altLang="en-US" sz="1801">
              <a:solidFill>
                <a:srgbClr val="000000"/>
              </a:solidFill>
              <a:latin typeface="ＭＳ Ｐゴシック" panose="020B0600070205080204" pitchFamily="50" charset="-128"/>
              <a:ea typeface="Meiryo UI" panose="020B0604030504040204" pitchFamily="50" charset="-128"/>
            </a:endParaRPr>
          </a:p>
        </p:txBody>
      </p:sp>
      <p:sp>
        <p:nvSpPr>
          <p:cNvPr id="13" name="テキスト ボックス 4">
            <a:extLst>
              <a:ext uri="{FF2B5EF4-FFF2-40B4-BE49-F238E27FC236}">
                <a16:creationId xmlns:a16="http://schemas.microsoft.com/office/drawing/2014/main" id="{EC5C0512-3A51-F45F-D680-68F40B75F496}"/>
              </a:ext>
            </a:extLst>
          </p:cNvPr>
          <p:cNvSpPr txBox="1">
            <a:spLocks noChangeArrowheads="1"/>
          </p:cNvSpPr>
          <p:nvPr/>
        </p:nvSpPr>
        <p:spPr bwMode="auto">
          <a:xfrm>
            <a:off x="2179193" y="2132820"/>
            <a:ext cx="7833615" cy="461665"/>
          </a:xfrm>
          <a:prstGeom prst="rect">
            <a:avLst/>
          </a:prstGeom>
        </p:spPr>
        <p:txBody>
          <a:bodyPr wrap="square">
            <a:spAutoFit/>
          </a:bodyPr>
          <a:lstStyle/>
          <a:p>
            <a:pPr algn="ctr"/>
            <a:r>
              <a:rPr lang="en-US" altLang="ja-JP" sz="2400" dirty="0">
                <a:latin typeface="Meiryo UI" panose="020B0604030504040204" pitchFamily="50" charset="-128"/>
                <a:ea typeface="Meiryo UI" panose="020B0604030504040204" pitchFamily="50" charset="-128"/>
              </a:rPr>
              <a:t>27,000,000</a:t>
            </a:r>
            <a:r>
              <a:rPr lang="ja-JP" altLang="en-US" sz="2400" dirty="0">
                <a:solidFill>
                  <a:srgbClr val="000000"/>
                </a:solidFill>
                <a:latin typeface="Meiryo UI" panose="020B0604030504040204" pitchFamily="50" charset="-128"/>
                <a:ea typeface="Meiryo UI" panose="020B0604030504040204" pitchFamily="50" charset="-128"/>
              </a:rPr>
              <a:t>円</a:t>
            </a:r>
            <a:r>
              <a:rPr lang="ja-JP" altLang="en-US" sz="1200" dirty="0">
                <a:solidFill>
                  <a:srgbClr val="000000"/>
                </a:solidFill>
                <a:latin typeface="Meiryo UI" panose="020B0604030504040204" pitchFamily="50" charset="-128"/>
                <a:ea typeface="Meiryo UI" panose="020B0604030504040204" pitchFamily="50" charset="-128"/>
              </a:rPr>
              <a:t>（消費税別）</a:t>
            </a:r>
            <a:endParaRPr lang="en-US" altLang="ja-JP" sz="2000" dirty="0">
              <a:solidFill>
                <a:srgbClr val="000000"/>
              </a:solidFill>
              <a:latin typeface="Meiryo UI" panose="020B0604030504040204" pitchFamily="50" charset="-128"/>
              <a:ea typeface="Meiryo UI" panose="020B0604030504040204" pitchFamily="50" charset="-128"/>
            </a:endParaRPr>
          </a:p>
        </p:txBody>
      </p:sp>
      <p:sp>
        <p:nvSpPr>
          <p:cNvPr id="10" name="テキスト ボックス 4">
            <a:extLst>
              <a:ext uri="{FF2B5EF4-FFF2-40B4-BE49-F238E27FC236}">
                <a16:creationId xmlns:a16="http://schemas.microsoft.com/office/drawing/2014/main" id="{E6A50C13-1001-EB62-2086-69AE586CBCB8}"/>
              </a:ext>
            </a:extLst>
          </p:cNvPr>
          <p:cNvSpPr txBox="1">
            <a:spLocks noChangeArrowheads="1"/>
          </p:cNvSpPr>
          <p:nvPr/>
        </p:nvSpPr>
        <p:spPr bwMode="auto">
          <a:xfrm>
            <a:off x="2179193" y="1352924"/>
            <a:ext cx="7833615" cy="723275"/>
          </a:xfrm>
          <a:prstGeom prst="rect">
            <a:avLst/>
          </a:prstGeom>
          <a:noFill/>
          <a:ln w="9525">
            <a:noFill/>
            <a:miter lim="800000"/>
            <a:headEnd/>
            <a:tailEnd/>
          </a:ln>
        </p:spPr>
        <p:txBody>
          <a:bodyPr wrap="square">
            <a:spAutoFit/>
          </a:bodyPr>
          <a:lstStyle/>
          <a:p>
            <a:pPr algn="ctr">
              <a:spcAft>
                <a:spcPts val="600"/>
              </a:spcAft>
            </a:pPr>
            <a:r>
              <a:rPr lang="ja-JP" altLang="en-US" dirty="0">
                <a:solidFill>
                  <a:srgbClr val="000000"/>
                </a:solidFill>
                <a:latin typeface="Arial" panose="020B0604020202020204" pitchFamily="34" charset="0"/>
                <a:ea typeface="Meiryo UI" panose="020B0604030504040204" pitchFamily="50" charset="-128"/>
              </a:rPr>
              <a:t>契約形態</a:t>
            </a:r>
            <a:r>
              <a:rPr lang="en-US" altLang="ja-JP" dirty="0">
                <a:solidFill>
                  <a:srgbClr val="000000"/>
                </a:solidFill>
                <a:latin typeface="Arial" panose="020B0604020202020204" pitchFamily="34" charset="0"/>
                <a:ea typeface="Meiryo UI" panose="020B0604030504040204" pitchFamily="50" charset="-128"/>
              </a:rPr>
              <a:t>:</a:t>
            </a:r>
            <a:r>
              <a:rPr lang="ja-JP" altLang="en-US" dirty="0">
                <a:solidFill>
                  <a:srgbClr val="000000"/>
                </a:solidFill>
                <a:latin typeface="Arial" panose="020B0604020202020204" pitchFamily="34" charset="0"/>
                <a:ea typeface="Meiryo UI" panose="020B0604030504040204" pitchFamily="50" charset="-128"/>
              </a:rPr>
              <a:t>　準委任契約</a:t>
            </a:r>
            <a:endParaRPr lang="en-US" altLang="ja-JP" dirty="0">
              <a:solidFill>
                <a:srgbClr val="000000"/>
              </a:solidFill>
              <a:latin typeface="Arial" panose="020B0604020202020204" pitchFamily="34" charset="0"/>
              <a:ea typeface="Meiryo UI" panose="020B0604030504040204" pitchFamily="50" charset="-128"/>
            </a:endParaRPr>
          </a:p>
          <a:p>
            <a:pPr algn="ctr">
              <a:spcAft>
                <a:spcPts val="600"/>
              </a:spcAft>
            </a:pPr>
            <a:r>
              <a:rPr lang="zh-TW" altLang="en-US" dirty="0">
                <a:solidFill>
                  <a:srgbClr val="000000"/>
                </a:solidFill>
                <a:latin typeface="Arial" panose="020B0604020202020204" pitchFamily="34" charset="0"/>
                <a:ea typeface="Meiryo UI" panose="020B0604030504040204" pitchFamily="50" charset="-128"/>
              </a:rPr>
              <a:t>期間</a:t>
            </a:r>
            <a:r>
              <a:rPr lang="en-US" altLang="zh-TW" dirty="0">
                <a:solidFill>
                  <a:srgbClr val="000000"/>
                </a:solidFill>
                <a:latin typeface="Arial" panose="020B0604020202020204" pitchFamily="34" charset="0"/>
                <a:ea typeface="Meiryo UI" panose="020B0604030504040204" pitchFamily="50" charset="-128"/>
              </a:rPr>
              <a:t>: 2025</a:t>
            </a:r>
            <a:r>
              <a:rPr lang="zh-TW" altLang="en-US" dirty="0">
                <a:solidFill>
                  <a:srgbClr val="000000"/>
                </a:solidFill>
                <a:latin typeface="Arial" panose="020B0604020202020204" pitchFamily="34" charset="0"/>
                <a:ea typeface="Meiryo UI" panose="020B0604030504040204" pitchFamily="50" charset="-128"/>
              </a:rPr>
              <a:t>年</a:t>
            </a:r>
            <a:r>
              <a:rPr lang="en-US" altLang="zh-TW" dirty="0">
                <a:solidFill>
                  <a:srgbClr val="000000"/>
                </a:solidFill>
                <a:latin typeface="Arial" panose="020B0604020202020204" pitchFamily="34" charset="0"/>
                <a:ea typeface="Meiryo UI" panose="020B0604030504040204" pitchFamily="50" charset="-128"/>
              </a:rPr>
              <a:t>12</a:t>
            </a:r>
            <a:r>
              <a:rPr lang="zh-TW" altLang="en-US" dirty="0">
                <a:solidFill>
                  <a:srgbClr val="000000"/>
                </a:solidFill>
                <a:latin typeface="Arial" panose="020B0604020202020204" pitchFamily="34" charset="0"/>
                <a:ea typeface="Meiryo UI" panose="020B0604030504040204" pitchFamily="50" charset="-128"/>
              </a:rPr>
              <a:t>月</a:t>
            </a:r>
            <a:r>
              <a:rPr lang="en-US" altLang="zh-TW" dirty="0">
                <a:solidFill>
                  <a:srgbClr val="000000"/>
                </a:solidFill>
                <a:latin typeface="Arial" panose="020B0604020202020204" pitchFamily="34" charset="0"/>
                <a:ea typeface="Meiryo UI" panose="020B0604030504040204" pitchFamily="50" charset="-128"/>
              </a:rPr>
              <a:t>1</a:t>
            </a:r>
            <a:r>
              <a:rPr lang="zh-TW" altLang="en-US" dirty="0">
                <a:solidFill>
                  <a:srgbClr val="000000"/>
                </a:solidFill>
                <a:latin typeface="Arial" panose="020B0604020202020204" pitchFamily="34" charset="0"/>
                <a:ea typeface="Meiryo UI" panose="020B0604030504040204" pitchFamily="50" charset="-128"/>
              </a:rPr>
              <a:t>日～</a:t>
            </a:r>
            <a:r>
              <a:rPr lang="en-US" altLang="zh-TW" dirty="0">
                <a:solidFill>
                  <a:srgbClr val="000000"/>
                </a:solidFill>
                <a:latin typeface="Arial" panose="020B0604020202020204" pitchFamily="34" charset="0"/>
                <a:ea typeface="Meiryo UI" panose="020B0604030504040204" pitchFamily="50" charset="-128"/>
              </a:rPr>
              <a:t>2026</a:t>
            </a:r>
            <a:r>
              <a:rPr lang="ja-JP" altLang="en-US" dirty="0">
                <a:solidFill>
                  <a:srgbClr val="000000"/>
                </a:solidFill>
                <a:latin typeface="Arial" panose="020B0604020202020204" pitchFamily="34" charset="0"/>
                <a:ea typeface="Meiryo UI" panose="020B0604030504040204" pitchFamily="50" charset="-128"/>
              </a:rPr>
              <a:t>年</a:t>
            </a:r>
            <a:r>
              <a:rPr lang="en-US" altLang="ja-JP" dirty="0">
                <a:solidFill>
                  <a:srgbClr val="000000"/>
                </a:solidFill>
                <a:latin typeface="Arial" panose="020B0604020202020204" pitchFamily="34" charset="0"/>
                <a:ea typeface="Meiryo UI" panose="020B0604030504040204" pitchFamily="50" charset="-128"/>
              </a:rPr>
              <a:t>3</a:t>
            </a:r>
            <a:r>
              <a:rPr lang="zh-TW" altLang="en-US" dirty="0">
                <a:solidFill>
                  <a:srgbClr val="000000"/>
                </a:solidFill>
                <a:latin typeface="Arial" panose="020B0604020202020204" pitchFamily="34" charset="0"/>
                <a:ea typeface="Meiryo UI" panose="020B0604030504040204" pitchFamily="50" charset="-128"/>
              </a:rPr>
              <a:t>月</a:t>
            </a:r>
            <a:r>
              <a:rPr lang="en-US" altLang="zh-TW" dirty="0">
                <a:solidFill>
                  <a:srgbClr val="000000"/>
                </a:solidFill>
                <a:latin typeface="Arial" panose="020B0604020202020204" pitchFamily="34" charset="0"/>
                <a:ea typeface="Meiryo UI" panose="020B0604030504040204" pitchFamily="50" charset="-128"/>
              </a:rPr>
              <a:t>31</a:t>
            </a:r>
            <a:r>
              <a:rPr lang="zh-TW" altLang="en-US" dirty="0">
                <a:solidFill>
                  <a:srgbClr val="000000"/>
                </a:solidFill>
                <a:latin typeface="Arial" panose="020B0604020202020204" pitchFamily="34" charset="0"/>
                <a:ea typeface="Meiryo UI" panose="020B0604030504040204" pitchFamily="50" charset="-128"/>
              </a:rPr>
              <a:t>日</a:t>
            </a:r>
            <a:endParaRPr lang="en-US" altLang="ja-JP" sz="2400" dirty="0">
              <a:solidFill>
                <a:srgbClr val="000000"/>
              </a:solidFill>
              <a:latin typeface="Arial" panose="020B0604020202020204" pitchFamily="34" charset="0"/>
              <a:ea typeface="Meiryo UI" panose="020B0604030504040204" pitchFamily="50" charset="-128"/>
            </a:endParaRPr>
          </a:p>
        </p:txBody>
      </p:sp>
    </p:spTree>
    <p:extLst>
      <p:ext uri="{BB962C8B-B14F-4D97-AF65-F5344CB8AC3E}">
        <p14:creationId xmlns:p14="http://schemas.microsoft.com/office/powerpoint/2010/main" val="158854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字幕 1">
            <a:extLst>
              <a:ext uri="{FF2B5EF4-FFF2-40B4-BE49-F238E27FC236}">
                <a16:creationId xmlns:a16="http://schemas.microsoft.com/office/drawing/2014/main" id="{F85AF1EC-F0E8-1612-B056-CBC402970D7D}"/>
              </a:ext>
            </a:extLst>
          </p:cNvPr>
          <p:cNvSpPr>
            <a:spLocks noGrp="1"/>
          </p:cNvSpPr>
          <p:nvPr>
            <p:ph type="subTitle" idx="13"/>
          </p:nvPr>
        </p:nvSpPr>
        <p:spPr/>
        <p:txBody>
          <a:bodyPr/>
          <a:lstStyle/>
          <a:p>
            <a:r>
              <a:rPr kumimoji="1" lang="ja-JP" altLang="en-US" dirty="0">
                <a:latin typeface="Arial" panose="020B0604020202020204" pitchFamily="34" charset="0"/>
              </a:rPr>
              <a:t>作業計画書は、フェーズ、ワーク、タスクの３つのレベルに展開されて作成されます。</a:t>
            </a:r>
            <a:endParaRPr kumimoji="1" lang="en-US" altLang="ja-JP" dirty="0">
              <a:latin typeface="Arial" panose="020B0604020202020204" pitchFamily="34" charset="0"/>
            </a:endParaRPr>
          </a:p>
          <a:p>
            <a:r>
              <a:rPr kumimoji="1" lang="ja-JP" altLang="en-US" dirty="0">
                <a:latin typeface="Arial" panose="020B0604020202020204" pitchFamily="34" charset="0"/>
              </a:rPr>
              <a:t>この計画書に基いたワークレベルでの進捗を電子サインサービス</a:t>
            </a:r>
            <a:r>
              <a:rPr kumimoji="1" lang="en-US" altLang="ja-JP" dirty="0">
                <a:latin typeface="Arial" panose="020B0604020202020204" pitchFamily="34" charset="0"/>
              </a:rPr>
              <a:t>(DocuSign)</a:t>
            </a:r>
            <a:r>
              <a:rPr kumimoji="1" lang="ja-JP" altLang="en-US" dirty="0">
                <a:latin typeface="Arial" panose="020B0604020202020204" pitchFamily="34" charset="0"/>
              </a:rPr>
              <a:t>にて、プロジェクトリーダーにご報告します。</a:t>
            </a:r>
            <a:endParaRPr kumimoji="1" lang="en-US" altLang="ja-JP" dirty="0">
              <a:latin typeface="Arial" panose="020B0604020202020204" pitchFamily="34" charset="0"/>
            </a:endParaRPr>
          </a:p>
          <a:p>
            <a:r>
              <a:rPr kumimoji="1" lang="ja-JP" altLang="en-US" dirty="0">
                <a:latin typeface="Arial" panose="020B0604020202020204" pitchFamily="34" charset="0"/>
              </a:rPr>
              <a:t>ご確認の上、ご署名頂けますようご協力をお願い申し上げます。</a:t>
            </a:r>
          </a:p>
        </p:txBody>
      </p:sp>
      <p:sp>
        <p:nvSpPr>
          <p:cNvPr id="3" name="タイトル 2">
            <a:extLst>
              <a:ext uri="{FF2B5EF4-FFF2-40B4-BE49-F238E27FC236}">
                <a16:creationId xmlns:a16="http://schemas.microsoft.com/office/drawing/2014/main" id="{8D02A14B-F016-4BA7-2437-B8E2C154AA5C}"/>
              </a:ext>
            </a:extLst>
          </p:cNvPr>
          <p:cNvSpPr>
            <a:spLocks noGrp="1"/>
          </p:cNvSpPr>
          <p:nvPr>
            <p:ph type="title"/>
          </p:nvPr>
        </p:nvSpPr>
        <p:spPr/>
        <p:txBody>
          <a:bodyPr/>
          <a:lstStyle/>
          <a:p>
            <a:r>
              <a:rPr lang="en-US" altLang="ja-JP" dirty="0">
                <a:latin typeface="Arial" panose="020B0604020202020204" pitchFamily="34" charset="0"/>
              </a:rPr>
              <a:t>8_</a:t>
            </a:r>
            <a:r>
              <a:rPr lang="ja-JP" altLang="en-US" dirty="0">
                <a:latin typeface="Arial" panose="020B0604020202020204" pitchFamily="34" charset="0"/>
              </a:rPr>
              <a:t>ご</a:t>
            </a:r>
            <a:r>
              <a:rPr kumimoji="1" lang="ja-JP" altLang="en-US" dirty="0">
                <a:latin typeface="Arial" panose="020B0604020202020204" pitchFamily="34" charset="0"/>
              </a:rPr>
              <a:t>依頼事項</a:t>
            </a:r>
            <a:r>
              <a:rPr lang="ja-JP" altLang="en-US" dirty="0">
                <a:latin typeface="Arial" panose="020B0604020202020204" pitchFamily="34" charset="0"/>
              </a:rPr>
              <a:t>①</a:t>
            </a:r>
            <a:r>
              <a:rPr kumimoji="1" lang="ja-JP" altLang="en-US" dirty="0">
                <a:latin typeface="Arial" panose="020B0604020202020204" pitchFamily="34" charset="0"/>
              </a:rPr>
              <a:t>　</a:t>
            </a:r>
            <a:r>
              <a:rPr kumimoji="1" lang="en-US" altLang="ja-JP" dirty="0">
                <a:latin typeface="Arial" panose="020B0604020202020204" pitchFamily="34" charset="0"/>
              </a:rPr>
              <a:t>-</a:t>
            </a:r>
            <a:r>
              <a:rPr kumimoji="1" lang="zh-TW" altLang="en-US" dirty="0">
                <a:latin typeface="Arial" panose="020B0604020202020204" pitchFamily="34" charset="0"/>
              </a:rPr>
              <a:t>月次作業完了確認書</a:t>
            </a:r>
            <a:r>
              <a:rPr kumimoji="1" lang="en-US" altLang="zh-TW" dirty="0">
                <a:latin typeface="Arial" panose="020B0604020202020204" pitchFamily="34" charset="0"/>
              </a:rPr>
              <a:t>-</a:t>
            </a:r>
            <a:endParaRPr kumimoji="1" lang="ja-JP" altLang="en-US" dirty="0">
              <a:latin typeface="Arial" panose="020B0604020202020204" pitchFamily="34" charset="0"/>
            </a:endParaRPr>
          </a:p>
        </p:txBody>
      </p:sp>
      <p:pic>
        <p:nvPicPr>
          <p:cNvPr id="5" name="図 4">
            <a:extLst>
              <a:ext uri="{FF2B5EF4-FFF2-40B4-BE49-F238E27FC236}">
                <a16:creationId xmlns:a16="http://schemas.microsoft.com/office/drawing/2014/main" id="{AA56784B-B87A-E96B-C823-50DF085FBE21}"/>
              </a:ext>
            </a:extLst>
          </p:cNvPr>
          <p:cNvPicPr>
            <a:picLocks noChangeAspect="1"/>
          </p:cNvPicPr>
          <p:nvPr/>
        </p:nvPicPr>
        <p:blipFill>
          <a:blip r:embed="rId2"/>
          <a:stretch>
            <a:fillRect/>
          </a:stretch>
        </p:blipFill>
        <p:spPr>
          <a:xfrm>
            <a:off x="3662763" y="1768768"/>
            <a:ext cx="4866475" cy="4680580"/>
          </a:xfrm>
          <a:prstGeom prst="rect">
            <a:avLst/>
          </a:prstGeom>
        </p:spPr>
      </p:pic>
    </p:spTree>
    <p:extLst>
      <p:ext uri="{BB962C8B-B14F-4D97-AF65-F5344CB8AC3E}">
        <p14:creationId xmlns:p14="http://schemas.microsoft.com/office/powerpoint/2010/main" val="335191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字幕 1">
            <a:extLst>
              <a:ext uri="{FF2B5EF4-FFF2-40B4-BE49-F238E27FC236}">
                <a16:creationId xmlns:a16="http://schemas.microsoft.com/office/drawing/2014/main" id="{F85AF1EC-F0E8-1612-B056-CBC402970D7D}"/>
              </a:ext>
            </a:extLst>
          </p:cNvPr>
          <p:cNvSpPr>
            <a:spLocks noGrp="1"/>
          </p:cNvSpPr>
          <p:nvPr>
            <p:ph type="subTitle" idx="13"/>
          </p:nvPr>
        </p:nvSpPr>
        <p:spPr>
          <a:xfrm>
            <a:off x="911280" y="716684"/>
            <a:ext cx="10441450" cy="492353"/>
          </a:xfrm>
        </p:spPr>
        <p:txBody>
          <a:bodyPr/>
          <a:lstStyle/>
          <a:p>
            <a:r>
              <a:rPr kumimoji="1" lang="ja-JP" altLang="en-US" dirty="0">
                <a:latin typeface="Arial" panose="020B0604020202020204" pitchFamily="34" charset="0"/>
              </a:rPr>
              <a:t>プロジェクト終了後 、当該プロジェクトが適切に運営され、プロジェクトの目的が当初の予定通り達成されたか否かについて、</a:t>
            </a:r>
            <a:br>
              <a:rPr kumimoji="1" lang="en-US" altLang="ja-JP" dirty="0">
                <a:latin typeface="Arial" panose="020B0604020202020204" pitchFamily="34" charset="0"/>
              </a:rPr>
            </a:br>
            <a:r>
              <a:rPr kumimoji="1" lang="en-US" altLang="ja-JP" dirty="0">
                <a:latin typeface="Arial" panose="020B0604020202020204" pitchFamily="34" charset="0"/>
              </a:rPr>
              <a:t>5</a:t>
            </a:r>
            <a:r>
              <a:rPr kumimoji="1" lang="ja-JP" altLang="en-US" dirty="0">
                <a:latin typeface="Arial" panose="020B0604020202020204" pitchFamily="34" charset="0"/>
              </a:rPr>
              <a:t>段階でご評価いただきます。</a:t>
            </a:r>
            <a:endParaRPr kumimoji="1" lang="en-US" altLang="ja-JP" dirty="0">
              <a:latin typeface="Arial" panose="020B0604020202020204" pitchFamily="34" charset="0"/>
            </a:endParaRPr>
          </a:p>
          <a:p>
            <a:r>
              <a:rPr kumimoji="1" lang="ja-JP" altLang="en-US" dirty="0">
                <a:latin typeface="Arial" panose="020B0604020202020204" pitchFamily="34" charset="0"/>
              </a:rPr>
              <a:t>必要なフォローアップアクションを取らせていただきますと共に、弊社のサービスの向上に活用させていただきます。</a:t>
            </a:r>
          </a:p>
          <a:p>
            <a:r>
              <a:rPr kumimoji="1" lang="ja-JP" altLang="en-US" dirty="0">
                <a:latin typeface="Arial" panose="020B0604020202020204" pitchFamily="34" charset="0"/>
              </a:rPr>
              <a:t>電子サインサービス</a:t>
            </a:r>
            <a:r>
              <a:rPr kumimoji="1" lang="en-US" altLang="ja-JP" dirty="0">
                <a:latin typeface="Arial" panose="020B0604020202020204" pitchFamily="34" charset="0"/>
              </a:rPr>
              <a:t>(DocuSign)</a:t>
            </a:r>
            <a:r>
              <a:rPr kumimoji="1" lang="ja-JP" altLang="en-US" dirty="0">
                <a:latin typeface="Arial" panose="020B0604020202020204" pitchFamily="34" charset="0"/>
              </a:rPr>
              <a:t>にて書面を送付致しますので、忌憚のないご評価、ご指導を賜りたく、ご協力をお願い申し上げます。</a:t>
            </a:r>
          </a:p>
        </p:txBody>
      </p:sp>
      <p:sp>
        <p:nvSpPr>
          <p:cNvPr id="3" name="タイトル 2">
            <a:extLst>
              <a:ext uri="{FF2B5EF4-FFF2-40B4-BE49-F238E27FC236}">
                <a16:creationId xmlns:a16="http://schemas.microsoft.com/office/drawing/2014/main" id="{8D02A14B-F016-4BA7-2437-B8E2C154AA5C}"/>
              </a:ext>
            </a:extLst>
          </p:cNvPr>
          <p:cNvSpPr>
            <a:spLocks noGrp="1"/>
          </p:cNvSpPr>
          <p:nvPr>
            <p:ph type="title"/>
          </p:nvPr>
        </p:nvSpPr>
        <p:spPr/>
        <p:txBody>
          <a:bodyPr/>
          <a:lstStyle/>
          <a:p>
            <a:r>
              <a:rPr kumimoji="1" lang="en-US" altLang="ja-JP">
                <a:latin typeface="Arial" panose="020B0604020202020204" pitchFamily="34" charset="0"/>
              </a:rPr>
              <a:t>8_</a:t>
            </a:r>
            <a:r>
              <a:rPr kumimoji="1" lang="ja-JP" altLang="en-US" dirty="0">
                <a:latin typeface="Arial" panose="020B0604020202020204" pitchFamily="34" charset="0"/>
              </a:rPr>
              <a:t>ご依頼事項②　</a:t>
            </a:r>
            <a:r>
              <a:rPr kumimoji="1" lang="en-US" altLang="ja-JP" dirty="0">
                <a:latin typeface="Arial" panose="020B0604020202020204" pitchFamily="34" charset="0"/>
              </a:rPr>
              <a:t>-</a:t>
            </a:r>
            <a:r>
              <a:rPr kumimoji="1" lang="ja-JP" altLang="en-US" dirty="0">
                <a:latin typeface="Arial" panose="020B0604020202020204" pitchFamily="34" charset="0"/>
              </a:rPr>
              <a:t>プロジェクト満足度調査</a:t>
            </a:r>
            <a:r>
              <a:rPr kumimoji="1" lang="en-US" altLang="ja-JP" dirty="0">
                <a:latin typeface="Arial" panose="020B0604020202020204" pitchFamily="34" charset="0"/>
              </a:rPr>
              <a:t>-</a:t>
            </a:r>
            <a:endParaRPr kumimoji="1" lang="ja-JP" altLang="en-US" dirty="0">
              <a:latin typeface="Arial" panose="020B0604020202020204" pitchFamily="34" charset="0"/>
            </a:endParaRPr>
          </a:p>
        </p:txBody>
      </p:sp>
      <p:pic>
        <p:nvPicPr>
          <p:cNvPr id="4" name="図 3">
            <a:extLst>
              <a:ext uri="{FF2B5EF4-FFF2-40B4-BE49-F238E27FC236}">
                <a16:creationId xmlns:a16="http://schemas.microsoft.com/office/drawing/2014/main" id="{6FBB5452-05F2-A63D-82C4-1DB85D4994A4}"/>
              </a:ext>
            </a:extLst>
          </p:cNvPr>
          <p:cNvPicPr>
            <a:picLocks noChangeAspect="1"/>
          </p:cNvPicPr>
          <p:nvPr/>
        </p:nvPicPr>
        <p:blipFill>
          <a:blip r:embed="rId2"/>
          <a:stretch>
            <a:fillRect/>
          </a:stretch>
        </p:blipFill>
        <p:spPr>
          <a:xfrm>
            <a:off x="3118156" y="2256239"/>
            <a:ext cx="5955688" cy="4210626"/>
          </a:xfrm>
          <a:prstGeom prst="rect">
            <a:avLst/>
          </a:prstGeom>
        </p:spPr>
      </p:pic>
    </p:spTree>
    <p:extLst>
      <p:ext uri="{BB962C8B-B14F-4D97-AF65-F5344CB8AC3E}">
        <p14:creationId xmlns:p14="http://schemas.microsoft.com/office/powerpoint/2010/main" val="208665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字幕 1">
            <a:extLst>
              <a:ext uri="{FF2B5EF4-FFF2-40B4-BE49-F238E27FC236}">
                <a16:creationId xmlns:a16="http://schemas.microsoft.com/office/drawing/2014/main" id="{B8CE2029-D7A4-2EF9-04FA-5B4332148118}"/>
              </a:ext>
            </a:extLst>
          </p:cNvPr>
          <p:cNvSpPr>
            <a:spLocks noGrp="1"/>
          </p:cNvSpPr>
          <p:nvPr>
            <p:ph type="subTitle" idx="13"/>
          </p:nvPr>
        </p:nvSpPr>
        <p:spPr/>
        <p:txBody>
          <a:bodyPr/>
          <a:lstStyle/>
          <a:p>
            <a:r>
              <a:rPr kumimoji="1" lang="ja-JP" altLang="en-US" dirty="0">
                <a:latin typeface="Arial" panose="020B0604020202020204" pitchFamily="34" charset="0"/>
              </a:rPr>
              <a:t>月次進捗確認書、プロジェクト満足度調査につきましては、</a:t>
            </a:r>
            <a:r>
              <a:rPr kumimoji="1" lang="en-US" altLang="ja-JP" dirty="0">
                <a:latin typeface="Arial" panose="020B0604020202020204" pitchFamily="34" charset="0"/>
              </a:rPr>
              <a:t>DocuSign</a:t>
            </a:r>
            <a:r>
              <a:rPr kumimoji="1" lang="ja-JP" altLang="en-US" dirty="0">
                <a:latin typeface="Arial" panose="020B0604020202020204" pitchFamily="34" charset="0"/>
              </a:rPr>
              <a:t>にてご確認いただきますよう、お願い申し上げます。</a:t>
            </a:r>
          </a:p>
          <a:p>
            <a:r>
              <a:rPr kumimoji="1" lang="ja-JP" altLang="en-US" dirty="0">
                <a:latin typeface="Arial" panose="020B0604020202020204" pitchFamily="34" charset="0"/>
              </a:rPr>
              <a:t>下記の通り、</a:t>
            </a:r>
            <a:r>
              <a:rPr kumimoji="1" lang="en-US" altLang="ja-JP" dirty="0">
                <a:latin typeface="Arial" panose="020B0604020202020204" pitchFamily="34" charset="0"/>
              </a:rPr>
              <a:t>DocuSign</a:t>
            </a:r>
            <a:r>
              <a:rPr kumimoji="1" lang="ja-JP" altLang="en-US" dirty="0">
                <a:latin typeface="Arial" panose="020B0604020202020204" pitchFamily="34" charset="0"/>
              </a:rPr>
              <a:t>のメールアカウント</a:t>
            </a:r>
            <a:r>
              <a:rPr kumimoji="1" lang="en-US" altLang="ja-JP" dirty="0">
                <a:latin typeface="Arial" panose="020B0604020202020204" pitchFamily="34" charset="0"/>
              </a:rPr>
              <a:t>(dse@eumail.docusign.net)</a:t>
            </a:r>
            <a:r>
              <a:rPr kumimoji="1" lang="ja-JP" altLang="en-US" dirty="0">
                <a:latin typeface="Arial" panose="020B0604020202020204" pitchFamily="34" charset="0"/>
              </a:rPr>
              <a:t>より、</a:t>
            </a:r>
          </a:p>
          <a:p>
            <a:r>
              <a:rPr kumimoji="1" lang="ja-JP" altLang="en-US" dirty="0">
                <a:latin typeface="Arial" panose="020B0604020202020204" pitchFamily="34" charset="0"/>
              </a:rPr>
              <a:t>文書リンクが記載されたメールが送付されますので、ご確認、ご署名をお願い申し上げます。</a:t>
            </a:r>
          </a:p>
          <a:p>
            <a:endParaRPr kumimoji="1" lang="ja-JP" altLang="en-US" dirty="0">
              <a:latin typeface="Arial" panose="020B0604020202020204" pitchFamily="34" charset="0"/>
            </a:endParaRPr>
          </a:p>
        </p:txBody>
      </p:sp>
      <p:sp>
        <p:nvSpPr>
          <p:cNvPr id="3" name="タイトル 2">
            <a:extLst>
              <a:ext uri="{FF2B5EF4-FFF2-40B4-BE49-F238E27FC236}">
                <a16:creationId xmlns:a16="http://schemas.microsoft.com/office/drawing/2014/main" id="{3473CA7D-E221-AB32-E752-64E37E40FEEF}"/>
              </a:ext>
            </a:extLst>
          </p:cNvPr>
          <p:cNvSpPr>
            <a:spLocks noGrp="1"/>
          </p:cNvSpPr>
          <p:nvPr>
            <p:ph type="title"/>
          </p:nvPr>
        </p:nvSpPr>
        <p:spPr/>
        <p:txBody>
          <a:bodyPr/>
          <a:lstStyle/>
          <a:p>
            <a:r>
              <a:rPr lang="en-US" altLang="ja-JP" dirty="0">
                <a:latin typeface="Arial" panose="020B0604020202020204" pitchFamily="34" charset="0"/>
              </a:rPr>
              <a:t>8_</a:t>
            </a:r>
            <a:r>
              <a:rPr kumimoji="1" lang="ja-JP" altLang="en-US" dirty="0">
                <a:latin typeface="Arial" panose="020B0604020202020204" pitchFamily="34" charset="0"/>
              </a:rPr>
              <a:t>ご依頼事項</a:t>
            </a:r>
            <a:r>
              <a:rPr lang="ja-JP" altLang="en-US" dirty="0">
                <a:latin typeface="Arial" panose="020B0604020202020204" pitchFamily="34" charset="0"/>
              </a:rPr>
              <a:t>③</a:t>
            </a:r>
            <a:r>
              <a:rPr kumimoji="1" lang="ja-JP" altLang="en-US" dirty="0">
                <a:latin typeface="Arial" panose="020B0604020202020204" pitchFamily="34" charset="0"/>
              </a:rPr>
              <a:t>　</a:t>
            </a:r>
            <a:r>
              <a:rPr kumimoji="1" lang="en-US" altLang="ja-JP" dirty="0">
                <a:latin typeface="Arial" panose="020B0604020202020204" pitchFamily="34" charset="0"/>
              </a:rPr>
              <a:t>-</a:t>
            </a:r>
            <a:r>
              <a:rPr kumimoji="1" lang="ja-JP" altLang="en-US" dirty="0">
                <a:latin typeface="Arial" panose="020B0604020202020204" pitchFamily="34" charset="0"/>
              </a:rPr>
              <a:t>電子サインサービス</a:t>
            </a:r>
            <a:r>
              <a:rPr kumimoji="1" lang="en-US" altLang="ja-JP" dirty="0">
                <a:latin typeface="Arial" panose="020B0604020202020204" pitchFamily="34" charset="0"/>
              </a:rPr>
              <a:t>(DocuSign)</a:t>
            </a:r>
            <a:r>
              <a:rPr kumimoji="1" lang="ja-JP" altLang="en-US" dirty="0">
                <a:latin typeface="Arial" panose="020B0604020202020204" pitchFamily="34" charset="0"/>
              </a:rPr>
              <a:t>利用について</a:t>
            </a:r>
            <a:r>
              <a:rPr kumimoji="1" lang="en-US" altLang="ja-JP" dirty="0">
                <a:latin typeface="Arial" panose="020B0604020202020204" pitchFamily="34" charset="0"/>
              </a:rPr>
              <a:t>-</a:t>
            </a:r>
            <a:endParaRPr kumimoji="1" lang="ja-JP" altLang="en-US" dirty="0">
              <a:latin typeface="Arial" panose="020B0604020202020204" pitchFamily="34" charset="0"/>
            </a:endParaRPr>
          </a:p>
        </p:txBody>
      </p:sp>
      <p:grpSp>
        <p:nvGrpSpPr>
          <p:cNvPr id="4" name="グループ化 3">
            <a:extLst>
              <a:ext uri="{FF2B5EF4-FFF2-40B4-BE49-F238E27FC236}">
                <a16:creationId xmlns:a16="http://schemas.microsoft.com/office/drawing/2014/main" id="{2EE8418B-E8EF-EC89-FB6D-BEA5E70A5539}"/>
              </a:ext>
            </a:extLst>
          </p:cNvPr>
          <p:cNvGrpSpPr/>
          <p:nvPr/>
        </p:nvGrpSpPr>
        <p:grpSpPr>
          <a:xfrm>
            <a:off x="1423839" y="2040072"/>
            <a:ext cx="9344322" cy="4444147"/>
            <a:chOff x="1343340" y="2425721"/>
            <a:chExt cx="7722580" cy="3672849"/>
          </a:xfrm>
        </p:grpSpPr>
        <p:sp>
          <p:nvSpPr>
            <p:cNvPr id="5" name="コンテンツ プレースホルダー 2">
              <a:extLst>
                <a:ext uri="{FF2B5EF4-FFF2-40B4-BE49-F238E27FC236}">
                  <a16:creationId xmlns:a16="http://schemas.microsoft.com/office/drawing/2014/main" id="{254C4D56-3E34-1566-6667-1CCCBE980468}"/>
                </a:ext>
              </a:extLst>
            </p:cNvPr>
            <p:cNvSpPr txBox="1">
              <a:spLocks/>
            </p:cNvSpPr>
            <p:nvPr/>
          </p:nvSpPr>
          <p:spPr>
            <a:xfrm>
              <a:off x="2365244" y="2425721"/>
              <a:ext cx="1188146" cy="307777"/>
            </a:xfrm>
            <a:prstGeom prst="rect">
              <a:avLst/>
            </a:prstGeom>
          </p:spPr>
          <p:txBody>
            <a:bodyPr wrap="square">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a:latin typeface="Arial" panose="020B0604020202020204" pitchFamily="34" charset="0"/>
                  <a:ea typeface="Meiryo UI" panose="020B0604030504040204" pitchFamily="50" charset="-128"/>
                </a:rPr>
                <a:t>ご依頼メール</a:t>
              </a:r>
              <a:endParaRPr lang="ja-JP" altLang="ja-JP">
                <a:latin typeface="Arial" panose="020B0604020202020204" pitchFamily="34" charset="0"/>
                <a:ea typeface="Meiryo UI" panose="020B0604030504040204" pitchFamily="50" charset="-128"/>
              </a:endParaRPr>
            </a:p>
          </p:txBody>
        </p:sp>
        <p:sp>
          <p:nvSpPr>
            <p:cNvPr id="6" name="コンテンツ プレースホルダー 2">
              <a:extLst>
                <a:ext uri="{FF2B5EF4-FFF2-40B4-BE49-F238E27FC236}">
                  <a16:creationId xmlns:a16="http://schemas.microsoft.com/office/drawing/2014/main" id="{DD5F39F0-8C08-88F3-F61F-8B85D3DFB423}"/>
                </a:ext>
              </a:extLst>
            </p:cNvPr>
            <p:cNvSpPr txBox="1">
              <a:spLocks/>
            </p:cNvSpPr>
            <p:nvPr/>
          </p:nvSpPr>
          <p:spPr>
            <a:xfrm>
              <a:off x="6161469" y="2425721"/>
              <a:ext cx="1675459" cy="307777"/>
            </a:xfrm>
            <a:prstGeom prst="rect">
              <a:avLst/>
            </a:prstGeom>
          </p:spPr>
          <p:txBody>
            <a:bodyPr wrap="square">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a:latin typeface="Arial" panose="020B0604020202020204" pitchFamily="34" charset="0"/>
                  <a:ea typeface="Meiryo UI" panose="020B0604030504040204" pitchFamily="50" charset="-128"/>
                </a:rPr>
                <a:t>ご確認・ご記入画面</a:t>
              </a:r>
              <a:endParaRPr lang="ja-JP" altLang="ja-JP">
                <a:latin typeface="Arial" panose="020B0604020202020204" pitchFamily="34" charset="0"/>
                <a:ea typeface="Meiryo UI" panose="020B0604030504040204" pitchFamily="50" charset="-128"/>
              </a:endParaRPr>
            </a:p>
          </p:txBody>
        </p:sp>
        <p:pic>
          <p:nvPicPr>
            <p:cNvPr id="7" name="図 6">
              <a:extLst>
                <a:ext uri="{FF2B5EF4-FFF2-40B4-BE49-F238E27FC236}">
                  <a16:creationId xmlns:a16="http://schemas.microsoft.com/office/drawing/2014/main" id="{957E1E29-EF87-E320-4A9C-172E60C609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3340" y="2708900"/>
              <a:ext cx="3234034" cy="3251578"/>
            </a:xfrm>
            <a:prstGeom prst="rect">
              <a:avLst/>
            </a:prstGeom>
          </p:spPr>
        </p:pic>
        <p:pic>
          <p:nvPicPr>
            <p:cNvPr id="8" name="図 7">
              <a:extLst>
                <a:ext uri="{FF2B5EF4-FFF2-40B4-BE49-F238E27FC236}">
                  <a16:creationId xmlns:a16="http://schemas.microsoft.com/office/drawing/2014/main" id="{0667885E-64AE-A268-B20F-C1810219579D}"/>
                </a:ext>
              </a:extLst>
            </p:cNvPr>
            <p:cNvPicPr>
              <a:picLocks noChangeAspect="1"/>
            </p:cNvPicPr>
            <p:nvPr/>
          </p:nvPicPr>
          <p:blipFill>
            <a:blip r:embed="rId3"/>
            <a:stretch>
              <a:fillRect/>
            </a:stretch>
          </p:blipFill>
          <p:spPr>
            <a:xfrm>
              <a:off x="4932474" y="2708900"/>
              <a:ext cx="4133446" cy="3389670"/>
            </a:xfrm>
            <a:prstGeom prst="rect">
              <a:avLst/>
            </a:prstGeom>
          </p:spPr>
        </p:pic>
        <p:cxnSp>
          <p:nvCxnSpPr>
            <p:cNvPr id="9" name="直線矢印コネクタ 8">
              <a:extLst>
                <a:ext uri="{FF2B5EF4-FFF2-40B4-BE49-F238E27FC236}">
                  <a16:creationId xmlns:a16="http://schemas.microsoft.com/office/drawing/2014/main" id="{16B37F7A-5482-9FCB-2926-29119304EEE1}"/>
                </a:ext>
              </a:extLst>
            </p:cNvPr>
            <p:cNvCxnSpPr>
              <a:cxnSpLocks/>
            </p:cNvCxnSpPr>
            <p:nvPr/>
          </p:nvCxnSpPr>
          <p:spPr>
            <a:xfrm>
              <a:off x="3287488" y="4153960"/>
              <a:ext cx="1644987" cy="0"/>
            </a:xfrm>
            <a:prstGeom prst="straightConnector1">
              <a:avLst/>
            </a:prstGeom>
            <a:ln w="28575">
              <a:solidFill>
                <a:schemeClr val="bg2"/>
              </a:solidFill>
              <a:tailEnd type="triangle" w="med" len="lg"/>
            </a:ln>
          </p:spPr>
          <p:style>
            <a:lnRef idx="1">
              <a:schemeClr val="accent1"/>
            </a:lnRef>
            <a:fillRef idx="0">
              <a:schemeClr val="accent1"/>
            </a:fillRef>
            <a:effectRef idx="0">
              <a:schemeClr val="accent1"/>
            </a:effectRef>
            <a:fontRef idx="minor">
              <a:schemeClr val="tx1"/>
            </a:fontRef>
          </p:style>
        </p:cxnSp>
        <p:sp>
          <p:nvSpPr>
            <p:cNvPr id="10" name="コンテンツ プレースホルダー 2">
              <a:extLst>
                <a:ext uri="{FF2B5EF4-FFF2-40B4-BE49-F238E27FC236}">
                  <a16:creationId xmlns:a16="http://schemas.microsoft.com/office/drawing/2014/main" id="{19F612D8-B673-A15F-3B3A-5277422BEF83}"/>
                </a:ext>
              </a:extLst>
            </p:cNvPr>
            <p:cNvSpPr txBox="1">
              <a:spLocks/>
            </p:cNvSpPr>
            <p:nvPr/>
          </p:nvSpPr>
          <p:spPr>
            <a:xfrm>
              <a:off x="3253204" y="3712618"/>
              <a:ext cx="1074012" cy="369332"/>
            </a:xfrm>
            <a:prstGeom prst="rect">
              <a:avLst/>
            </a:prstGeom>
            <a:solidFill>
              <a:schemeClr val="tx1">
                <a:lumMod val="65000"/>
                <a:lumOff val="35000"/>
              </a:schemeClr>
            </a:solidFill>
            <a:ln w="19050">
              <a:noFill/>
            </a:ln>
          </p:spPr>
          <p:txBody>
            <a:bodyPr wrap="square" lIns="0" tIns="0" rIns="0" bIns="0">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sz="1200" b="1">
                  <a:solidFill>
                    <a:schemeClr val="bg2"/>
                  </a:solidFill>
                  <a:latin typeface="Meiryo UI" panose="020B0604030504040204" pitchFamily="50" charset="-128"/>
                  <a:ea typeface="Meiryo UI" panose="020B0604030504040204" pitchFamily="50" charset="-128"/>
                </a:rPr>
                <a:t>メール内リンクを</a:t>
              </a:r>
              <a:endParaRPr lang="en-US" altLang="ja-JP" sz="1200" b="1">
                <a:solidFill>
                  <a:schemeClr val="bg2"/>
                </a:solidFill>
                <a:latin typeface="Meiryo UI" panose="020B0604030504040204" pitchFamily="50" charset="-128"/>
                <a:ea typeface="Meiryo UI" panose="020B0604030504040204" pitchFamily="50" charset="-128"/>
              </a:endParaRPr>
            </a:p>
            <a:p>
              <a:pPr marL="0" indent="0" algn="ctr">
                <a:buNone/>
              </a:pPr>
              <a:r>
                <a:rPr lang="ja-JP" altLang="en-US" sz="1200" b="1">
                  <a:solidFill>
                    <a:schemeClr val="bg2"/>
                  </a:solidFill>
                  <a:latin typeface="Meiryo UI" panose="020B0604030504040204" pitchFamily="50" charset="-128"/>
                  <a:ea typeface="Meiryo UI" panose="020B0604030504040204" pitchFamily="50" charset="-128"/>
                </a:rPr>
                <a:t>クリック</a:t>
              </a:r>
              <a:endParaRPr lang="ja-JP" altLang="ja-JP" sz="1200" b="1">
                <a:solidFill>
                  <a:schemeClr val="bg2"/>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A145DFB6-183B-7178-94A0-160657CC7E86}"/>
                </a:ext>
              </a:extLst>
            </p:cNvPr>
            <p:cNvSpPr/>
            <p:nvPr/>
          </p:nvSpPr>
          <p:spPr>
            <a:xfrm>
              <a:off x="2654401" y="4081950"/>
              <a:ext cx="621102" cy="241376"/>
            </a:xfrm>
            <a:prstGeom prst="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a:solidFill>
                  <a:schemeClr val="tx1"/>
                </a:solidFill>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12141161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字幕 1">
            <a:extLst>
              <a:ext uri="{FF2B5EF4-FFF2-40B4-BE49-F238E27FC236}">
                <a16:creationId xmlns:a16="http://schemas.microsoft.com/office/drawing/2014/main" id="{64DFACA9-D1E2-DCF1-0348-38F0074B7393}"/>
              </a:ext>
            </a:extLst>
          </p:cNvPr>
          <p:cNvSpPr>
            <a:spLocks noGrp="1"/>
          </p:cNvSpPr>
          <p:nvPr>
            <p:ph type="subTitle" idx="13"/>
          </p:nvPr>
        </p:nvSpPr>
        <p:spPr>
          <a:xfrm>
            <a:off x="911281" y="716684"/>
            <a:ext cx="6984970" cy="2424276"/>
          </a:xfrm>
        </p:spPr>
        <p:txBody>
          <a:bodyPr/>
          <a:lstStyle/>
          <a:p>
            <a:r>
              <a:rPr kumimoji="1" lang="ja-JP" altLang="en-US" dirty="0">
                <a:latin typeface="Arial" panose="020B0604020202020204" pitchFamily="34" charset="0"/>
              </a:rPr>
              <a:t>弊社は、以下をミッションとして掲げております。</a:t>
            </a:r>
          </a:p>
          <a:p>
            <a:endParaRPr kumimoji="1" lang="en-US" altLang="ja-JP" b="1" dirty="0">
              <a:latin typeface="Arial" panose="020B0604020202020204" pitchFamily="34" charset="0"/>
            </a:endParaRPr>
          </a:p>
          <a:p>
            <a:r>
              <a:rPr kumimoji="1" lang="ja-JP" altLang="en-US" b="1" dirty="0">
                <a:latin typeface="Arial" panose="020B0604020202020204" pitchFamily="34" charset="0"/>
              </a:rPr>
              <a:t>企業のトランスフォーメーションを推進しクライアント、パートナーと共に</a:t>
            </a:r>
            <a:r>
              <a:rPr kumimoji="1" lang="en-US" altLang="ja-JP" b="1" dirty="0">
                <a:latin typeface="Arial" panose="020B0604020202020204" pitchFamily="34" charset="0"/>
              </a:rPr>
              <a:t>SDGs</a:t>
            </a:r>
            <a:r>
              <a:rPr kumimoji="1" lang="ja-JP" altLang="en-US" b="1" dirty="0">
                <a:latin typeface="Arial" panose="020B0604020202020204" pitchFamily="34" charset="0"/>
              </a:rPr>
              <a:t>の達成に貢献する。</a:t>
            </a:r>
            <a:endParaRPr kumimoji="1" lang="ja-JP" altLang="en-US" dirty="0">
              <a:latin typeface="Arial" panose="020B0604020202020204" pitchFamily="34" charset="0"/>
            </a:endParaRPr>
          </a:p>
          <a:p>
            <a:endParaRPr kumimoji="1" lang="en-US" altLang="ja-JP" dirty="0">
              <a:latin typeface="Arial" panose="020B0604020202020204" pitchFamily="34" charset="0"/>
            </a:endParaRPr>
          </a:p>
          <a:p>
            <a:r>
              <a:rPr kumimoji="1" lang="ja-JP" altLang="en-US" dirty="0">
                <a:latin typeface="Arial" panose="020B0604020202020204" pitchFamily="34" charset="0"/>
              </a:rPr>
              <a:t>弊社は、本プロジェクトを通じて、貴社と共に</a:t>
            </a:r>
            <a:r>
              <a:rPr kumimoji="1" lang="en-US" altLang="ja-JP" dirty="0">
                <a:latin typeface="Arial" panose="020B0604020202020204" pitchFamily="34" charset="0"/>
              </a:rPr>
              <a:t>SDGs</a:t>
            </a:r>
            <a:r>
              <a:rPr kumimoji="1" lang="ja-JP" altLang="en-US" dirty="0">
                <a:latin typeface="Arial" panose="020B0604020202020204" pitchFamily="34" charset="0"/>
              </a:rPr>
              <a:t>の達成に貢献したいと考えております。</a:t>
            </a:r>
          </a:p>
          <a:p>
            <a:r>
              <a:rPr kumimoji="1" lang="ja-JP" altLang="en-US" dirty="0">
                <a:latin typeface="Arial" panose="020B0604020202020204" pitchFamily="34" charset="0"/>
              </a:rPr>
              <a:t>つきましては、プロジェクトの開始に先立ち、</a:t>
            </a:r>
            <a:r>
              <a:rPr kumimoji="1" lang="en-US" altLang="ja-JP" dirty="0">
                <a:latin typeface="Arial" panose="020B0604020202020204" pitchFamily="34" charset="0"/>
              </a:rPr>
              <a:t>SDGs 17</a:t>
            </a:r>
            <a:r>
              <a:rPr kumimoji="1" lang="ja-JP" altLang="en-US" dirty="0">
                <a:latin typeface="Arial" panose="020B0604020202020204" pitchFamily="34" charset="0"/>
              </a:rPr>
              <a:t>のゴールの内、いずれの項目の</a:t>
            </a:r>
            <a:br>
              <a:rPr kumimoji="1" lang="en-US" altLang="ja-JP" dirty="0">
                <a:latin typeface="Arial" panose="020B0604020202020204" pitchFamily="34" charset="0"/>
              </a:rPr>
            </a:br>
            <a:r>
              <a:rPr kumimoji="1" lang="ja-JP" altLang="en-US" dirty="0">
                <a:latin typeface="Arial" panose="020B0604020202020204" pitchFamily="34" charset="0"/>
              </a:rPr>
              <a:t>達成に貢献するかについて、貴社との合意形成の場を持たせていただきたく、</a:t>
            </a:r>
            <a:br>
              <a:rPr kumimoji="1" lang="en-US" altLang="ja-JP" dirty="0">
                <a:latin typeface="Arial" panose="020B0604020202020204" pitchFamily="34" charset="0"/>
              </a:rPr>
            </a:br>
            <a:r>
              <a:rPr kumimoji="1" lang="ja-JP" altLang="en-US" dirty="0">
                <a:latin typeface="Arial" panose="020B0604020202020204" pitchFamily="34" charset="0"/>
              </a:rPr>
              <a:t>ご協力をお願い申し上げます。</a:t>
            </a:r>
          </a:p>
          <a:p>
            <a:endParaRPr kumimoji="1" lang="ja-JP" altLang="en-US" dirty="0">
              <a:latin typeface="Arial" panose="020B0604020202020204" pitchFamily="34" charset="0"/>
            </a:endParaRPr>
          </a:p>
        </p:txBody>
      </p:sp>
      <p:sp>
        <p:nvSpPr>
          <p:cNvPr id="3" name="タイトル 2">
            <a:extLst>
              <a:ext uri="{FF2B5EF4-FFF2-40B4-BE49-F238E27FC236}">
                <a16:creationId xmlns:a16="http://schemas.microsoft.com/office/drawing/2014/main" id="{54C5944A-D5DB-AD2A-E1F2-4F1C2F314F89}"/>
              </a:ext>
            </a:extLst>
          </p:cNvPr>
          <p:cNvSpPr>
            <a:spLocks noGrp="1"/>
          </p:cNvSpPr>
          <p:nvPr>
            <p:ph type="title"/>
          </p:nvPr>
        </p:nvSpPr>
        <p:spPr/>
        <p:txBody>
          <a:bodyPr/>
          <a:lstStyle/>
          <a:p>
            <a:r>
              <a:rPr kumimoji="1" lang="en-US" altLang="ja-JP" dirty="0">
                <a:latin typeface="Arial" panose="020B0604020202020204" pitchFamily="34" charset="0"/>
              </a:rPr>
              <a:t>8_</a:t>
            </a:r>
            <a:r>
              <a:rPr kumimoji="1" lang="ja-JP" altLang="en-US" dirty="0">
                <a:latin typeface="Arial" panose="020B0604020202020204" pitchFamily="34" charset="0"/>
              </a:rPr>
              <a:t>ご依頼事項④　</a:t>
            </a:r>
            <a:r>
              <a:rPr kumimoji="1" lang="en-US" altLang="ja-JP" dirty="0">
                <a:latin typeface="Arial" panose="020B0604020202020204" pitchFamily="34" charset="0"/>
              </a:rPr>
              <a:t>-</a:t>
            </a:r>
            <a:r>
              <a:rPr kumimoji="1" lang="ja-JP" altLang="en-US" dirty="0">
                <a:latin typeface="Arial" panose="020B0604020202020204" pitchFamily="34" charset="0"/>
              </a:rPr>
              <a:t>プロジェクトと</a:t>
            </a:r>
            <a:r>
              <a:rPr kumimoji="1" lang="en-US" altLang="ja-JP" dirty="0">
                <a:latin typeface="Arial" panose="020B0604020202020204" pitchFamily="34" charset="0"/>
              </a:rPr>
              <a:t>SDGs-</a:t>
            </a:r>
            <a:endParaRPr kumimoji="1" lang="ja-JP" altLang="en-US" dirty="0">
              <a:latin typeface="Arial" panose="020B0604020202020204" pitchFamily="34" charset="0"/>
            </a:endParaRPr>
          </a:p>
        </p:txBody>
      </p:sp>
      <p:pic>
        <p:nvPicPr>
          <p:cNvPr id="5" name="図 4">
            <a:extLst>
              <a:ext uri="{FF2B5EF4-FFF2-40B4-BE49-F238E27FC236}">
                <a16:creationId xmlns:a16="http://schemas.microsoft.com/office/drawing/2014/main" id="{3CC0FE38-AE4A-24EE-4EA3-1399AB6B6482}"/>
              </a:ext>
            </a:extLst>
          </p:cNvPr>
          <p:cNvPicPr>
            <a:picLocks noChangeAspect="1"/>
          </p:cNvPicPr>
          <p:nvPr/>
        </p:nvPicPr>
        <p:blipFill>
          <a:blip r:embed="rId2"/>
          <a:stretch>
            <a:fillRect/>
          </a:stretch>
        </p:blipFill>
        <p:spPr>
          <a:xfrm>
            <a:off x="8472330" y="1004724"/>
            <a:ext cx="3273468" cy="2194956"/>
          </a:xfrm>
          <a:prstGeom prst="rect">
            <a:avLst/>
          </a:prstGeom>
        </p:spPr>
      </p:pic>
      <p:sp>
        <p:nvSpPr>
          <p:cNvPr id="4" name="タイトル 1">
            <a:extLst>
              <a:ext uri="{FF2B5EF4-FFF2-40B4-BE49-F238E27FC236}">
                <a16:creationId xmlns:a16="http://schemas.microsoft.com/office/drawing/2014/main" id="{D1CBBCBB-0549-6F29-29F7-F9AEC5C623CF}"/>
              </a:ext>
            </a:extLst>
          </p:cNvPr>
          <p:cNvSpPr txBox="1">
            <a:spLocks/>
          </p:cNvSpPr>
          <p:nvPr/>
        </p:nvSpPr>
        <p:spPr>
          <a:xfrm>
            <a:off x="1127310" y="4393641"/>
            <a:ext cx="9334341" cy="517554"/>
          </a:xfrm>
          <a:prstGeom prst="rect">
            <a:avLst/>
          </a:prstGeom>
        </p:spPr>
        <p:txBody>
          <a:bodyPr vert="horz" lIns="0" tIns="0" rIns="0" bIns="0" rtlCol="0" anchor="t" anchorCtr="0">
            <a:normAutofit/>
          </a:bodyPr>
          <a:lstStyle>
            <a:lvl1pPr algn="l" defTabSz="685800" rtl="0" eaLnBrk="1" latinLnBrk="0" hangingPunct="1">
              <a:spcBef>
                <a:spcPct val="0"/>
              </a:spcBef>
              <a:buNone/>
              <a:defRPr kumimoji="1" sz="1200" kern="1200">
                <a:solidFill>
                  <a:schemeClr val="tx1"/>
                </a:solidFill>
                <a:latin typeface="Meiryo UI" panose="020B0604030504040204" pitchFamily="50" charset="-128"/>
                <a:ea typeface="Meiryo UI" panose="020B0604030504040204" pitchFamily="50" charset="-128"/>
                <a:cs typeface="+mj-cs"/>
              </a:defRPr>
            </a:lvl1pPr>
          </a:lstStyle>
          <a:p>
            <a:r>
              <a:rPr lang="ja-JP" altLang="en-US" sz="1800" b="1">
                <a:latin typeface="Arial" panose="020B0604020202020204" pitchFamily="34" charset="0"/>
              </a:rPr>
              <a:t>シグマクシス・グループ人権方針</a:t>
            </a:r>
            <a:endParaRPr lang="en-US" altLang="ja-JP" sz="1800" b="1" dirty="0">
              <a:latin typeface="Arial" panose="020B0604020202020204" pitchFamily="34" charset="0"/>
            </a:endParaRPr>
          </a:p>
        </p:txBody>
      </p:sp>
      <p:sp>
        <p:nvSpPr>
          <p:cNvPr id="6" name="テキスト プレースホルダー 2">
            <a:extLst>
              <a:ext uri="{FF2B5EF4-FFF2-40B4-BE49-F238E27FC236}">
                <a16:creationId xmlns:a16="http://schemas.microsoft.com/office/drawing/2014/main" id="{ECD21588-6E7B-AB3C-A68D-8CA320830112}"/>
              </a:ext>
            </a:extLst>
          </p:cNvPr>
          <p:cNvSpPr txBox="1">
            <a:spLocks/>
          </p:cNvSpPr>
          <p:nvPr/>
        </p:nvSpPr>
        <p:spPr>
          <a:xfrm>
            <a:off x="1129916" y="4764406"/>
            <a:ext cx="9790754" cy="1340394"/>
          </a:xfrm>
          <a:prstGeom prst="rect">
            <a:avLst/>
          </a:prstGeom>
        </p:spPr>
        <p:txBody>
          <a:bodyPr vert="horz" lIns="0" tIns="0" rIns="0" bIns="0" rtlCol="0">
            <a:noAutofit/>
          </a:bodyPr>
          <a:lstStyle>
            <a:lvl1pPr marL="0" indent="0" algn="l" defTabSz="685800" rtl="0" eaLnBrk="1" latinLnBrk="0" hangingPunct="1">
              <a:spcBef>
                <a:spcPts val="0"/>
              </a:spcBef>
              <a:buFontTx/>
              <a:buNone/>
              <a:defRPr kumimoji="1" sz="1400" kern="1200">
                <a:solidFill>
                  <a:schemeClr val="tx1"/>
                </a:solidFill>
                <a:latin typeface="+mn-lt"/>
                <a:ea typeface="+mn-ea"/>
                <a:cs typeface="+mn-cs"/>
              </a:defRPr>
            </a:lvl1pPr>
            <a:lvl2pPr marL="270000" indent="0" algn="l" defTabSz="685800" rtl="0" eaLnBrk="1" latinLnBrk="0" hangingPunct="1">
              <a:spcBef>
                <a:spcPts val="0"/>
              </a:spcBef>
              <a:buFontTx/>
              <a:buNone/>
              <a:defRPr kumimoji="1" sz="1200" kern="1200">
                <a:solidFill>
                  <a:schemeClr val="tx1"/>
                </a:solidFill>
                <a:latin typeface="+mn-lt"/>
                <a:ea typeface="+mn-ea"/>
                <a:cs typeface="+mn-cs"/>
              </a:defRPr>
            </a:lvl2pPr>
            <a:lvl3pPr marL="540000" indent="0" algn="l" defTabSz="685800" rtl="0" eaLnBrk="1" latinLnBrk="0" hangingPunct="1">
              <a:spcBef>
                <a:spcPts val="0"/>
              </a:spcBef>
              <a:buFontTx/>
              <a:buNone/>
              <a:defRPr kumimoji="1" sz="1000" kern="1200">
                <a:solidFill>
                  <a:schemeClr val="tx1"/>
                </a:solidFill>
                <a:latin typeface="+mn-lt"/>
                <a:ea typeface="+mn-ea"/>
                <a:cs typeface="+mn-cs"/>
              </a:defRPr>
            </a:lvl3pPr>
            <a:lvl4pPr marL="756000" indent="0" algn="l" defTabSz="685800" rtl="0" eaLnBrk="1" latinLnBrk="0" hangingPunct="1">
              <a:spcBef>
                <a:spcPts val="0"/>
              </a:spcBef>
              <a:buFontTx/>
              <a:buNone/>
              <a:defRPr kumimoji="1" sz="900" kern="1200">
                <a:solidFill>
                  <a:schemeClr val="tx1"/>
                </a:solidFill>
                <a:latin typeface="+mn-lt"/>
                <a:ea typeface="+mn-ea"/>
                <a:cs typeface="+mn-cs"/>
              </a:defRPr>
            </a:lvl4pPr>
            <a:lvl5pPr marL="936000" indent="0" algn="l" defTabSz="685800" rtl="0" eaLnBrk="1" latinLnBrk="0" hangingPunct="1">
              <a:spcBef>
                <a:spcPts val="0"/>
              </a:spcBef>
              <a:buFontTx/>
              <a:buNone/>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r>
              <a:rPr lang="ja-JP" altLang="en-US" dirty="0">
                <a:latin typeface="Arial" panose="020B0604020202020204" pitchFamily="34" charset="0"/>
                <a:ea typeface="Meiryo UI" panose="020B0604030504040204" pitchFamily="50" charset="-128"/>
              </a:rPr>
              <a:t>弊社は、多様な人財がモチベーション高く能力を発揮し、持続的に成長しながら、自分らしく、いきいきと価値創造に取り組める環境の実現の推進のため、</a:t>
            </a:r>
            <a:r>
              <a:rPr lang="ja-JP" altLang="en-US" b="1" dirty="0">
                <a:latin typeface="Arial" panose="020B0604020202020204" pitchFamily="34" charset="0"/>
                <a:ea typeface="Meiryo UI" panose="020B0604030504040204" pitchFamily="50" charset="-128"/>
                <a:hlinkClick r:id="rId3"/>
              </a:rPr>
              <a:t>「シグマクシス・グループ人権方針」</a:t>
            </a:r>
            <a:r>
              <a:rPr lang="ja-JP" altLang="en-US" dirty="0">
                <a:latin typeface="Arial" panose="020B0604020202020204" pitchFamily="34" charset="0"/>
                <a:ea typeface="Meiryo UI" panose="020B0604030504040204" pitchFamily="50" charset="-128"/>
              </a:rPr>
              <a:t>を定めました。</a:t>
            </a:r>
          </a:p>
          <a:p>
            <a:r>
              <a:rPr lang="ja-JP" altLang="en-US" dirty="0">
                <a:latin typeface="Arial" panose="020B0604020202020204" pitchFamily="34" charset="0"/>
                <a:ea typeface="Meiryo UI" panose="020B0604030504040204" pitchFamily="50" charset="-128"/>
              </a:rPr>
              <a:t>シグマクシス・グループは、この人権方針に則り、人権尊重の取り組みを推進します。</a:t>
            </a:r>
          </a:p>
          <a:p>
            <a:endParaRPr lang="ja-JP" altLang="en-US" dirty="0">
              <a:latin typeface="Arial" panose="020B0604020202020204" pitchFamily="34" charset="0"/>
              <a:ea typeface="Meiryo UI" panose="020B0604030504040204" pitchFamily="50" charset="-128"/>
            </a:endParaRPr>
          </a:p>
          <a:p>
            <a:r>
              <a:rPr lang="ja-JP" altLang="en-US" dirty="0">
                <a:latin typeface="Arial" panose="020B0604020202020204" pitchFamily="34" charset="0"/>
                <a:ea typeface="Meiryo UI" panose="020B0604030504040204" pitchFamily="50" charset="-128"/>
              </a:rPr>
              <a:t>弊社の事業活動において人権に対するコミットメントを実現いたしたく、本プロジェクトの推進においても、</a:t>
            </a:r>
            <a:br>
              <a:rPr lang="en-US" altLang="ja-JP" dirty="0">
                <a:latin typeface="Arial" panose="020B0604020202020204" pitchFamily="34" charset="0"/>
                <a:ea typeface="Meiryo UI" panose="020B0604030504040204" pitchFamily="50" charset="-128"/>
              </a:rPr>
            </a:br>
            <a:r>
              <a:rPr lang="ja-JP" altLang="en-US" dirty="0">
                <a:latin typeface="Arial" panose="020B0604020202020204" pitchFamily="34" charset="0"/>
                <a:ea typeface="Meiryo UI" panose="020B0604030504040204" pitchFamily="50" charset="-128"/>
              </a:rPr>
              <a:t>貴社の「シグマクシス・グループ人権方針」へのご理解とご協力をお願い申し上げます。</a:t>
            </a:r>
          </a:p>
        </p:txBody>
      </p:sp>
      <p:sp>
        <p:nvSpPr>
          <p:cNvPr id="7" name="正方形/長方形 6">
            <a:extLst>
              <a:ext uri="{FF2B5EF4-FFF2-40B4-BE49-F238E27FC236}">
                <a16:creationId xmlns:a16="http://schemas.microsoft.com/office/drawing/2014/main" id="{CCFEE976-91F5-BE87-B8AC-B2CC6CF98D85}"/>
              </a:ext>
            </a:extLst>
          </p:cNvPr>
          <p:cNvSpPr/>
          <p:nvPr/>
        </p:nvSpPr>
        <p:spPr>
          <a:xfrm>
            <a:off x="924647" y="4149100"/>
            <a:ext cx="10353467" cy="207120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400" dirty="0">
              <a:solidFill>
                <a:schemeClr val="tx1"/>
              </a:solidFill>
              <a:latin typeface="Arial" panose="020B0604020202020204" pitchFamily="34" charset="0"/>
              <a:ea typeface="Meiryo UI" panose="020B0604030504040204" pitchFamily="50" charset="-128"/>
            </a:endParaRPr>
          </a:p>
        </p:txBody>
      </p:sp>
    </p:spTree>
    <p:extLst>
      <p:ext uri="{BB962C8B-B14F-4D97-AF65-F5344CB8AC3E}">
        <p14:creationId xmlns:p14="http://schemas.microsoft.com/office/powerpoint/2010/main" val="4149728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5B399857-7D7D-5BA7-65AF-A331CECEA7A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7" name="think-cell data - do not delete" hidden="1">
                        <a:extLst>
                          <a:ext uri="{FF2B5EF4-FFF2-40B4-BE49-F238E27FC236}">
                            <a16:creationId xmlns:a16="http://schemas.microsoft.com/office/drawing/2014/main" id="{5B399857-7D7D-5BA7-65AF-A331CECEA7A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タイトル 4">
            <a:extLst>
              <a:ext uri="{FF2B5EF4-FFF2-40B4-BE49-F238E27FC236}">
                <a16:creationId xmlns:a16="http://schemas.microsoft.com/office/drawing/2014/main" id="{5B4F7B9C-2F03-0DC9-2672-C2B804E5C234}"/>
              </a:ext>
            </a:extLst>
          </p:cNvPr>
          <p:cNvSpPr>
            <a:spLocks noGrp="1"/>
          </p:cNvSpPr>
          <p:nvPr>
            <p:ph type="ctrTitle"/>
          </p:nvPr>
        </p:nvSpPr>
        <p:spPr/>
        <p:txBody>
          <a:bodyPr vert="horz"/>
          <a:lstStyle/>
          <a:p>
            <a:r>
              <a:rPr lang="en-US" altLang="ja-JP" dirty="0"/>
              <a:t>Appendix</a:t>
            </a:r>
            <a:endParaRPr lang="ja-JP" altLang="en-US" dirty="0"/>
          </a:p>
        </p:txBody>
      </p:sp>
      <p:sp>
        <p:nvSpPr>
          <p:cNvPr id="6" name="字幕 5">
            <a:extLst>
              <a:ext uri="{FF2B5EF4-FFF2-40B4-BE49-F238E27FC236}">
                <a16:creationId xmlns:a16="http://schemas.microsoft.com/office/drawing/2014/main" id="{A8619652-4754-AB3D-60A2-68D9D0DB8C55}"/>
              </a:ext>
            </a:extLst>
          </p:cNvPr>
          <p:cNvSpPr>
            <a:spLocks noGrp="1"/>
          </p:cNvSpPr>
          <p:nvPr>
            <p:ph type="subTitle" idx="1"/>
          </p:nvPr>
        </p:nvSpPr>
        <p:spPr/>
        <p:txBody>
          <a:bodyPr/>
          <a:lstStyle/>
          <a:p>
            <a:endParaRPr lang="ja-JP" altLang="en-US"/>
          </a:p>
        </p:txBody>
      </p:sp>
    </p:spTree>
    <p:extLst>
      <p:ext uri="{BB962C8B-B14F-4D97-AF65-F5344CB8AC3E}">
        <p14:creationId xmlns:p14="http://schemas.microsoft.com/office/powerpoint/2010/main" val="112808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1DF93-67F3-E36B-B491-D15FA37DE386}"/>
            </a:ext>
          </a:extLst>
        </p:cNvPr>
        <p:cNvGrpSpPr/>
        <p:nvPr/>
      </p:nvGrpSpPr>
      <p:grpSpPr>
        <a:xfrm>
          <a:off x="0" y="0"/>
          <a:ext cx="0" cy="0"/>
          <a:chOff x="0" y="0"/>
          <a:chExt cx="0" cy="0"/>
        </a:xfrm>
      </p:grpSpPr>
      <p:graphicFrame>
        <p:nvGraphicFramePr>
          <p:cNvPr id="21" name="think-cell data - do not delete" hidden="1">
            <a:extLst>
              <a:ext uri="{FF2B5EF4-FFF2-40B4-BE49-F238E27FC236}">
                <a16:creationId xmlns:a16="http://schemas.microsoft.com/office/drawing/2014/main" id="{C9B6A8FD-0344-42C4-668A-15BB0B0E70CA}"/>
              </a:ext>
            </a:extLst>
          </p:cNvPr>
          <p:cNvGraphicFramePr>
            <a:graphicFrameLocks noChangeAspect="1"/>
          </p:cNvGraphicFramePr>
          <p:nvPr>
            <p:custDataLst>
              <p:tags r:id="rId1"/>
            </p:custDataLst>
            <p:extLst>
              <p:ext uri="{D42A27DB-BD31-4B8C-83A1-F6EECF244321}">
                <p14:modId xmlns:p14="http://schemas.microsoft.com/office/powerpoint/2010/main" val="19831501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21" name="think-cell data - do not delete" hidden="1">
                        <a:extLst>
                          <a:ext uri="{FF2B5EF4-FFF2-40B4-BE49-F238E27FC236}">
                            <a16:creationId xmlns:a16="http://schemas.microsoft.com/office/drawing/2014/main" id="{C9B6A8FD-0344-42C4-668A-15BB0B0E70C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字幕 3">
            <a:extLst>
              <a:ext uri="{FF2B5EF4-FFF2-40B4-BE49-F238E27FC236}">
                <a16:creationId xmlns:a16="http://schemas.microsoft.com/office/drawing/2014/main" id="{7D8C92BE-2420-7641-3A60-FE52054A19DA}"/>
              </a:ext>
            </a:extLst>
          </p:cNvPr>
          <p:cNvSpPr>
            <a:spLocks noGrp="1"/>
          </p:cNvSpPr>
          <p:nvPr>
            <p:ph type="subTitle" idx="13"/>
          </p:nvPr>
        </p:nvSpPr>
        <p:spPr/>
        <p:txBody>
          <a:bodyPr/>
          <a:lstStyle/>
          <a:p>
            <a:r>
              <a:rPr kumimoji="1" lang="ja-JP" altLang="en-US" dirty="0"/>
              <a:t>顧客とのイテレーションを通じて、</a:t>
            </a:r>
            <a:r>
              <a:rPr kumimoji="1" lang="en-US" altLang="ja-JP" dirty="0" err="1"/>
              <a:t>Suica</a:t>
            </a:r>
            <a:r>
              <a:rPr kumimoji="1" lang="ja-JP" altLang="en-US" dirty="0"/>
              <a:t>を「生活のデバイス」へ進化させるための構想を具体化する。</a:t>
            </a:r>
            <a:br>
              <a:rPr kumimoji="1" lang="en-US" altLang="ja-JP" dirty="0"/>
            </a:br>
            <a:r>
              <a:rPr kumimoji="1" lang="ja-JP" altLang="en-US" dirty="0"/>
              <a:t>そのために、以下のフレームワークを関係者間の共通プロセスとして活用する</a:t>
            </a:r>
          </a:p>
        </p:txBody>
      </p:sp>
      <p:sp>
        <p:nvSpPr>
          <p:cNvPr id="2" name="タイトル 1">
            <a:extLst>
              <a:ext uri="{FF2B5EF4-FFF2-40B4-BE49-F238E27FC236}">
                <a16:creationId xmlns:a16="http://schemas.microsoft.com/office/drawing/2014/main" id="{DBB14554-7880-E523-EA4D-66275876D660}"/>
              </a:ext>
            </a:extLst>
          </p:cNvPr>
          <p:cNvSpPr>
            <a:spLocks noGrp="1"/>
          </p:cNvSpPr>
          <p:nvPr>
            <p:ph type="title"/>
          </p:nvPr>
        </p:nvSpPr>
        <p:spPr/>
        <p:txBody>
          <a:bodyPr vert="horz"/>
          <a:lstStyle/>
          <a:p>
            <a:r>
              <a:rPr lang="ja-JP" altLang="en-US" dirty="0"/>
              <a:t>サービス企画・検証・拡大の基本プロセス（サービスデザインプロセス）</a:t>
            </a:r>
            <a:endParaRPr kumimoji="1" lang="ja-JP" altLang="en-US" dirty="0"/>
          </a:p>
        </p:txBody>
      </p:sp>
      <p:sp>
        <p:nvSpPr>
          <p:cNvPr id="20" name="テキスト プレースホルダー 19">
            <a:extLst>
              <a:ext uri="{FF2B5EF4-FFF2-40B4-BE49-F238E27FC236}">
                <a16:creationId xmlns:a16="http://schemas.microsoft.com/office/drawing/2014/main" id="{E0B548CF-02C5-7F1A-56EF-44415E8D8311}"/>
              </a:ext>
            </a:extLst>
          </p:cNvPr>
          <p:cNvSpPr>
            <a:spLocks noGrp="1"/>
          </p:cNvSpPr>
          <p:nvPr>
            <p:ph type="body" sz="quarter" idx="14"/>
          </p:nvPr>
        </p:nvSpPr>
        <p:spPr/>
        <p:txBody>
          <a:bodyPr/>
          <a:lstStyle/>
          <a:p>
            <a:endParaRPr lang="ja-JP" altLang="en-US"/>
          </a:p>
        </p:txBody>
      </p:sp>
      <p:sp>
        <p:nvSpPr>
          <p:cNvPr id="3" name="テキスト ボックス 2">
            <a:extLst>
              <a:ext uri="{FF2B5EF4-FFF2-40B4-BE49-F238E27FC236}">
                <a16:creationId xmlns:a16="http://schemas.microsoft.com/office/drawing/2014/main" id="{B0073890-0D46-8456-7C98-17CFEBE0694D}"/>
              </a:ext>
            </a:extLst>
          </p:cNvPr>
          <p:cNvSpPr txBox="1"/>
          <p:nvPr/>
        </p:nvSpPr>
        <p:spPr>
          <a:xfrm>
            <a:off x="401342" y="6191829"/>
            <a:ext cx="1682005" cy="307777"/>
          </a:xfrm>
          <a:prstGeom prst="rect">
            <a:avLst/>
          </a:prstGeom>
          <a:noFill/>
        </p:spPr>
        <p:txBody>
          <a:bodyPr wrap="square">
            <a:spAutoFit/>
          </a:bodyPr>
          <a:lstStyle/>
          <a:p>
            <a:pPr algn="r"/>
            <a:r>
              <a:rPr lang="ja-JP" altLang="en-US" sz="1400" b="1"/>
              <a:t>重視する観点</a:t>
            </a:r>
          </a:p>
        </p:txBody>
      </p:sp>
      <p:sp>
        <p:nvSpPr>
          <p:cNvPr id="5" name="楕円 28">
            <a:extLst>
              <a:ext uri="{FF2B5EF4-FFF2-40B4-BE49-F238E27FC236}">
                <a16:creationId xmlns:a16="http://schemas.microsoft.com/office/drawing/2014/main" id="{1B03B6C9-CC85-70EB-F583-99BD98AD9317}"/>
              </a:ext>
            </a:extLst>
          </p:cNvPr>
          <p:cNvSpPr/>
          <p:nvPr/>
        </p:nvSpPr>
        <p:spPr>
          <a:xfrm>
            <a:off x="7423609" y="2677399"/>
            <a:ext cx="2632221" cy="263541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400">
              <a:solidFill>
                <a:schemeClr val="tx1"/>
              </a:solidFill>
            </a:endParaRPr>
          </a:p>
        </p:txBody>
      </p:sp>
      <p:sp>
        <p:nvSpPr>
          <p:cNvPr id="6" name="フリーフォーム 62">
            <a:extLst>
              <a:ext uri="{FF2B5EF4-FFF2-40B4-BE49-F238E27FC236}">
                <a16:creationId xmlns:a16="http://schemas.microsoft.com/office/drawing/2014/main" id="{EC99E905-4A1F-0805-DD08-397E9A3703C3}"/>
              </a:ext>
            </a:extLst>
          </p:cNvPr>
          <p:cNvSpPr/>
          <p:nvPr/>
        </p:nvSpPr>
        <p:spPr>
          <a:xfrm>
            <a:off x="2735515" y="3866662"/>
            <a:ext cx="610829" cy="139447"/>
          </a:xfrm>
          <a:custGeom>
            <a:avLst/>
            <a:gdLst>
              <a:gd name="connsiteX0" fmla="*/ 0 w 635000"/>
              <a:gd name="connsiteY0" fmla="*/ 132080 h 144789"/>
              <a:gd name="connsiteX1" fmla="*/ 294640 w 635000"/>
              <a:gd name="connsiteY1" fmla="*/ 132080 h 144789"/>
              <a:gd name="connsiteX2" fmla="*/ 635000 w 635000"/>
              <a:gd name="connsiteY2" fmla="*/ 0 h 144789"/>
            </a:gdLst>
            <a:ahLst/>
            <a:cxnLst>
              <a:cxn ang="0">
                <a:pos x="connsiteX0" y="connsiteY0"/>
              </a:cxn>
              <a:cxn ang="0">
                <a:pos x="connsiteX1" y="connsiteY1"/>
              </a:cxn>
              <a:cxn ang="0">
                <a:pos x="connsiteX2" y="connsiteY2"/>
              </a:cxn>
            </a:cxnLst>
            <a:rect l="l" t="t" r="r" b="b"/>
            <a:pathLst>
              <a:path w="635000" h="144789">
                <a:moveTo>
                  <a:pt x="0" y="132080"/>
                </a:moveTo>
                <a:cubicBezTo>
                  <a:pt x="94403" y="143086"/>
                  <a:pt x="188807" y="154093"/>
                  <a:pt x="294640" y="132080"/>
                </a:cubicBezTo>
                <a:cubicBezTo>
                  <a:pt x="400473" y="110067"/>
                  <a:pt x="517736" y="55033"/>
                  <a:pt x="635000" y="0"/>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7" name="フリーフォーム 31">
            <a:extLst>
              <a:ext uri="{FF2B5EF4-FFF2-40B4-BE49-F238E27FC236}">
                <a16:creationId xmlns:a16="http://schemas.microsoft.com/office/drawing/2014/main" id="{30E8D5EF-E25F-43A1-0334-8C4B97C7EAE7}"/>
              </a:ext>
            </a:extLst>
          </p:cNvPr>
          <p:cNvSpPr/>
          <p:nvPr/>
        </p:nvSpPr>
        <p:spPr>
          <a:xfrm>
            <a:off x="2532937" y="2540067"/>
            <a:ext cx="2238955" cy="3218032"/>
          </a:xfrm>
          <a:custGeom>
            <a:avLst/>
            <a:gdLst>
              <a:gd name="connsiteX0" fmla="*/ 0 w 1862667"/>
              <a:gd name="connsiteY0" fmla="*/ 2855492 h 2855492"/>
              <a:gd name="connsiteX1" fmla="*/ 431800 w 1862667"/>
              <a:gd name="connsiteY1" fmla="*/ 2372892 h 2855492"/>
              <a:gd name="connsiteX2" fmla="*/ 1049867 w 1862667"/>
              <a:gd name="connsiteY2" fmla="*/ 10692 h 2855492"/>
              <a:gd name="connsiteX3" fmla="*/ 1862667 w 1862667"/>
              <a:gd name="connsiteY3" fmla="*/ 1441559 h 2855492"/>
              <a:gd name="connsiteX4" fmla="*/ 1862667 w 1862667"/>
              <a:gd name="connsiteY4" fmla="*/ 1441559 h 2855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2667" h="2855492">
                <a:moveTo>
                  <a:pt x="0" y="2855492"/>
                </a:moveTo>
                <a:cubicBezTo>
                  <a:pt x="128411" y="2851258"/>
                  <a:pt x="256822" y="2847025"/>
                  <a:pt x="431800" y="2372892"/>
                </a:cubicBezTo>
                <a:cubicBezTo>
                  <a:pt x="606778" y="1898759"/>
                  <a:pt x="811389" y="165914"/>
                  <a:pt x="1049867" y="10692"/>
                </a:cubicBezTo>
                <a:cubicBezTo>
                  <a:pt x="1288345" y="-144530"/>
                  <a:pt x="1862667" y="1441559"/>
                  <a:pt x="1862667" y="1441559"/>
                </a:cubicBezTo>
                <a:lnTo>
                  <a:pt x="1862667" y="1441559"/>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8" name="ホームベース 4">
            <a:extLst>
              <a:ext uri="{FF2B5EF4-FFF2-40B4-BE49-F238E27FC236}">
                <a16:creationId xmlns:a16="http://schemas.microsoft.com/office/drawing/2014/main" id="{3BF7006D-0A70-87A5-093D-D0146A789086}"/>
              </a:ext>
            </a:extLst>
          </p:cNvPr>
          <p:cNvSpPr/>
          <p:nvPr/>
        </p:nvSpPr>
        <p:spPr>
          <a:xfrm>
            <a:off x="2129864" y="1901753"/>
            <a:ext cx="2678400" cy="309600"/>
          </a:xfrm>
          <a:prstGeom prst="homePlate">
            <a:avLst/>
          </a:prstGeom>
          <a:solidFill>
            <a:srgbClr val="FFC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ja-JP" altLang="en-US" sz="1400" b="1">
                <a:solidFill>
                  <a:schemeClr val="bg1"/>
                </a:solidFill>
                <a:latin typeface="Meiryo UI" panose="020B0604030504040204" pitchFamily="50" charset="-128"/>
                <a:ea typeface="Meiryo UI" panose="020B0604030504040204" pitchFamily="50" charset="-128"/>
              </a:rPr>
              <a:t>誰の何を解決するか？</a:t>
            </a:r>
          </a:p>
        </p:txBody>
      </p:sp>
      <p:sp>
        <p:nvSpPr>
          <p:cNvPr id="9" name="テキスト ボックス 8">
            <a:extLst>
              <a:ext uri="{FF2B5EF4-FFF2-40B4-BE49-F238E27FC236}">
                <a16:creationId xmlns:a16="http://schemas.microsoft.com/office/drawing/2014/main" id="{A5D1FFB8-BB1D-3FA7-B59B-1C98420DC23A}"/>
              </a:ext>
            </a:extLst>
          </p:cNvPr>
          <p:cNvSpPr txBox="1"/>
          <p:nvPr/>
        </p:nvSpPr>
        <p:spPr>
          <a:xfrm>
            <a:off x="1764605" y="2737728"/>
            <a:ext cx="231624" cy="880660"/>
          </a:xfrm>
          <a:prstGeom prst="rect">
            <a:avLst/>
          </a:prstGeom>
        </p:spPr>
        <p:txBody>
          <a:bodyPr vert="eaVert" wrap="none" lIns="0" tIns="0" rIns="0" bIns="0" rtlCol="0" anchor="ctr">
            <a:noAutofit/>
          </a:bodyPr>
          <a:lstStyle/>
          <a:p>
            <a:pPr algn="ctr"/>
            <a:r>
              <a:rPr kumimoji="1" lang="ja-JP" altLang="en-US" sz="1400" b="1">
                <a:latin typeface="Meiryo UI" panose="020B0604030504040204" pitchFamily="50" charset="-128"/>
                <a:ea typeface="Meiryo UI" panose="020B0604030504040204" pitchFamily="50" charset="-128"/>
              </a:rPr>
              <a:t>抽象</a:t>
            </a:r>
            <a:r>
              <a:rPr lang="ja-JP" altLang="en-US" sz="1400" b="1">
                <a:latin typeface="Meiryo UI" panose="020B0604030504040204" pitchFamily="50" charset="-128"/>
                <a:ea typeface="Meiryo UI" panose="020B0604030504040204" pitchFamily="50" charset="-128"/>
              </a:rPr>
              <a:t>的</a:t>
            </a:r>
            <a:endParaRPr kumimoji="1" lang="ja-JP" altLang="en-US" sz="1400" b="1">
              <a:latin typeface="Meiryo UI" panose="020B0604030504040204" pitchFamily="50" charset="-128"/>
              <a:ea typeface="Meiryo UI" panose="020B0604030504040204" pitchFamily="50" charset="-128"/>
            </a:endParaRPr>
          </a:p>
        </p:txBody>
      </p:sp>
      <p:sp>
        <p:nvSpPr>
          <p:cNvPr id="10" name="テキスト ボックス 9">
            <a:extLst>
              <a:ext uri="{FF2B5EF4-FFF2-40B4-BE49-F238E27FC236}">
                <a16:creationId xmlns:a16="http://schemas.microsoft.com/office/drawing/2014/main" id="{AAC12329-68C4-CAAD-BB65-514025090C99}"/>
              </a:ext>
            </a:extLst>
          </p:cNvPr>
          <p:cNvSpPr txBox="1"/>
          <p:nvPr/>
        </p:nvSpPr>
        <p:spPr>
          <a:xfrm>
            <a:off x="1764605" y="4480872"/>
            <a:ext cx="231624" cy="880660"/>
          </a:xfrm>
          <a:prstGeom prst="rect">
            <a:avLst/>
          </a:prstGeom>
        </p:spPr>
        <p:txBody>
          <a:bodyPr vert="eaVert" wrap="none" lIns="0" tIns="0" rIns="0" bIns="0" rtlCol="0" anchor="ctr">
            <a:noAutofit/>
          </a:bodyPr>
          <a:lstStyle/>
          <a:p>
            <a:pPr algn="ctr"/>
            <a:r>
              <a:rPr kumimoji="1" lang="ja-JP" altLang="en-US" sz="1400" b="1">
                <a:latin typeface="Meiryo UI" panose="020B0604030504040204" pitchFamily="50" charset="-128"/>
                <a:ea typeface="Meiryo UI" panose="020B0604030504040204" pitchFamily="50" charset="-128"/>
              </a:rPr>
              <a:t>具体的</a:t>
            </a:r>
          </a:p>
        </p:txBody>
      </p:sp>
      <p:cxnSp>
        <p:nvCxnSpPr>
          <p:cNvPr id="11" name="直線コネクタ 10">
            <a:extLst>
              <a:ext uri="{FF2B5EF4-FFF2-40B4-BE49-F238E27FC236}">
                <a16:creationId xmlns:a16="http://schemas.microsoft.com/office/drawing/2014/main" id="{F62EB837-625A-1C1C-D655-47B74B6C7C19}"/>
              </a:ext>
            </a:extLst>
          </p:cNvPr>
          <p:cNvCxnSpPr>
            <a:cxnSpLocks/>
          </p:cNvCxnSpPr>
          <p:nvPr/>
        </p:nvCxnSpPr>
        <p:spPr>
          <a:xfrm>
            <a:off x="1764605" y="4042834"/>
            <a:ext cx="8312273"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12" name="テキスト ボックス 11">
            <a:extLst>
              <a:ext uri="{FF2B5EF4-FFF2-40B4-BE49-F238E27FC236}">
                <a16:creationId xmlns:a16="http://schemas.microsoft.com/office/drawing/2014/main" id="{AEF4665C-0A0B-36A7-6547-5B0387E8B672}"/>
              </a:ext>
            </a:extLst>
          </p:cNvPr>
          <p:cNvSpPr txBox="1"/>
          <p:nvPr/>
        </p:nvSpPr>
        <p:spPr>
          <a:xfrm>
            <a:off x="2154873" y="5436409"/>
            <a:ext cx="613974" cy="226965"/>
          </a:xfrm>
          <a:prstGeom prst="rect">
            <a:avLst/>
          </a:prstGeom>
        </p:spPr>
        <p:txBody>
          <a:bodyPr vert="horz" wrap="none" lIns="0" tIns="0" rIns="0" bIns="0" rtlCol="0">
            <a:noAutofit/>
          </a:bodyPr>
          <a:lstStyle/>
          <a:p>
            <a:r>
              <a:rPr lang="ja-JP" altLang="en-US" sz="1400">
                <a:latin typeface="Meiryo UI" panose="020B0604030504040204" pitchFamily="50" charset="-128"/>
                <a:ea typeface="Meiryo UI" panose="020B0604030504040204" pitchFamily="50" charset="-128"/>
              </a:rPr>
              <a:t>開始点</a:t>
            </a:r>
            <a:endParaRPr kumimoji="1" lang="ja-JP" altLang="en-US" sz="1400">
              <a:latin typeface="Meiryo UI" panose="020B0604030504040204" pitchFamily="50" charset="-128"/>
              <a:ea typeface="Meiryo UI" panose="020B0604030504040204" pitchFamily="50" charset="-128"/>
            </a:endParaRPr>
          </a:p>
        </p:txBody>
      </p:sp>
      <p:sp>
        <p:nvSpPr>
          <p:cNvPr id="13" name="テキスト ボックス 12">
            <a:extLst>
              <a:ext uri="{FF2B5EF4-FFF2-40B4-BE49-F238E27FC236}">
                <a16:creationId xmlns:a16="http://schemas.microsoft.com/office/drawing/2014/main" id="{4445603E-A2B9-10C9-D819-8D4E2C777F89}"/>
              </a:ext>
            </a:extLst>
          </p:cNvPr>
          <p:cNvSpPr txBox="1"/>
          <p:nvPr/>
        </p:nvSpPr>
        <p:spPr>
          <a:xfrm>
            <a:off x="3596968" y="3646793"/>
            <a:ext cx="817200" cy="274628"/>
          </a:xfrm>
          <a:prstGeom prst="rect">
            <a:avLst/>
          </a:prstGeom>
        </p:spPr>
        <p:txBody>
          <a:bodyPr vert="horz" wrap="none" lIns="0" tIns="0" rIns="0" bIns="0" rtlCol="0">
            <a:noAutofit/>
          </a:bodyPr>
          <a:lstStyle/>
          <a:p>
            <a:pPr algn="ctr"/>
            <a:r>
              <a:rPr kumimoji="1" lang="ja-JP" altLang="en-US" sz="1400">
                <a:latin typeface="Meiryo UI" panose="020B0604030504040204" pitchFamily="50" charset="-128"/>
                <a:ea typeface="Meiryo UI" panose="020B0604030504040204" pitchFamily="50" charset="-128"/>
              </a:rPr>
              <a:t>機会定義</a:t>
            </a:r>
          </a:p>
        </p:txBody>
      </p:sp>
      <p:sp>
        <p:nvSpPr>
          <p:cNvPr id="14" name="テキスト ボックス 13">
            <a:extLst>
              <a:ext uri="{FF2B5EF4-FFF2-40B4-BE49-F238E27FC236}">
                <a16:creationId xmlns:a16="http://schemas.microsoft.com/office/drawing/2014/main" id="{D2C7B2A3-D87C-C9B5-C30A-27FD13510C89}"/>
              </a:ext>
            </a:extLst>
          </p:cNvPr>
          <p:cNvSpPr txBox="1"/>
          <p:nvPr/>
        </p:nvSpPr>
        <p:spPr>
          <a:xfrm>
            <a:off x="3600946" y="2269056"/>
            <a:ext cx="507416" cy="206332"/>
          </a:xfrm>
          <a:prstGeom prst="rect">
            <a:avLst/>
          </a:prstGeom>
        </p:spPr>
        <p:txBody>
          <a:bodyPr vert="horz" wrap="none" lIns="0" tIns="0" rIns="0" bIns="0" rtlCol="0">
            <a:noAutofit/>
          </a:bodyPr>
          <a:lstStyle/>
          <a:p>
            <a:pPr algn="ctr"/>
            <a:r>
              <a:rPr kumimoji="1" lang="ja-JP" altLang="en-US" sz="1400">
                <a:latin typeface="Meiryo UI" panose="020B0604030504040204" pitchFamily="50" charset="-128"/>
                <a:ea typeface="Meiryo UI" panose="020B0604030504040204" pitchFamily="50" charset="-128"/>
              </a:rPr>
              <a:t>アイデア発想</a:t>
            </a:r>
          </a:p>
        </p:txBody>
      </p:sp>
      <p:sp>
        <p:nvSpPr>
          <p:cNvPr id="15" name="テキスト ボックス 14">
            <a:extLst>
              <a:ext uri="{FF2B5EF4-FFF2-40B4-BE49-F238E27FC236}">
                <a16:creationId xmlns:a16="http://schemas.microsoft.com/office/drawing/2014/main" id="{B6BF5AB0-F683-F215-F579-84781BDAD4BB}"/>
              </a:ext>
            </a:extLst>
          </p:cNvPr>
          <p:cNvSpPr txBox="1"/>
          <p:nvPr/>
        </p:nvSpPr>
        <p:spPr>
          <a:xfrm>
            <a:off x="2408988" y="3336576"/>
            <a:ext cx="507416" cy="274628"/>
          </a:xfrm>
          <a:prstGeom prst="rect">
            <a:avLst/>
          </a:prstGeom>
        </p:spPr>
        <p:txBody>
          <a:bodyPr vert="horz" wrap="none" lIns="0" tIns="0" rIns="0" bIns="0" rtlCol="0">
            <a:noAutofit/>
          </a:bodyPr>
          <a:lstStyle/>
          <a:p>
            <a:pPr algn="ctr"/>
            <a:r>
              <a:rPr kumimoji="1" lang="ja-JP" altLang="en-US" sz="1400">
                <a:latin typeface="Meiryo UI" panose="020B0604030504040204" pitchFamily="50" charset="-128"/>
                <a:ea typeface="Meiryo UI" panose="020B0604030504040204" pitchFamily="50" charset="-128"/>
              </a:rPr>
              <a:t>マクロトレンド</a:t>
            </a:r>
            <a:endParaRPr kumimoji="1" lang="en-US" altLang="ja-JP" sz="1400">
              <a:latin typeface="Meiryo UI" panose="020B0604030504040204" pitchFamily="50" charset="-128"/>
              <a:ea typeface="Meiryo UI" panose="020B0604030504040204" pitchFamily="50" charset="-128"/>
            </a:endParaRPr>
          </a:p>
          <a:p>
            <a:pPr algn="ctr"/>
            <a:r>
              <a:rPr lang="ja-JP" altLang="en-US" sz="1400">
                <a:latin typeface="Meiryo UI" panose="020B0604030504040204" pitchFamily="50" charset="-128"/>
                <a:ea typeface="Meiryo UI" panose="020B0604030504040204" pitchFamily="50" charset="-128"/>
              </a:rPr>
              <a:t>の理解</a:t>
            </a:r>
            <a:endParaRPr kumimoji="1" lang="ja-JP" altLang="en-US" sz="1400">
              <a:latin typeface="Meiryo UI" panose="020B0604030504040204" pitchFamily="50" charset="-128"/>
              <a:ea typeface="Meiryo UI" panose="020B0604030504040204" pitchFamily="50" charset="-128"/>
            </a:endParaRPr>
          </a:p>
        </p:txBody>
      </p:sp>
      <p:sp>
        <p:nvSpPr>
          <p:cNvPr id="16" name="テキスト ボックス 15">
            <a:extLst>
              <a:ext uri="{FF2B5EF4-FFF2-40B4-BE49-F238E27FC236}">
                <a16:creationId xmlns:a16="http://schemas.microsoft.com/office/drawing/2014/main" id="{339C9AF4-58C3-07D9-3C53-578A07654E49}"/>
              </a:ext>
            </a:extLst>
          </p:cNvPr>
          <p:cNvSpPr txBox="1"/>
          <p:nvPr/>
        </p:nvSpPr>
        <p:spPr>
          <a:xfrm>
            <a:off x="5154494" y="3839305"/>
            <a:ext cx="507416" cy="194159"/>
          </a:xfrm>
          <a:prstGeom prst="rect">
            <a:avLst/>
          </a:prstGeom>
        </p:spPr>
        <p:txBody>
          <a:bodyPr vert="horz" wrap="none" lIns="0" tIns="0" rIns="0" bIns="0" rtlCol="0">
            <a:noAutofit/>
          </a:bodyPr>
          <a:lstStyle/>
          <a:p>
            <a:pPr algn="ctr"/>
            <a:r>
              <a:rPr lang="en-US" altLang="ja-JP" sz="1400">
                <a:latin typeface="Meiryo UI" panose="020B0604030504040204" pitchFamily="50" charset="-128"/>
                <a:ea typeface="Meiryo UI" panose="020B0604030504040204" pitchFamily="50" charset="-128"/>
              </a:rPr>
              <a:t>MVP</a:t>
            </a:r>
            <a:r>
              <a:rPr lang="ja-JP" altLang="en-US" sz="1400">
                <a:latin typeface="Meiryo UI" panose="020B0604030504040204" pitchFamily="50" charset="-128"/>
                <a:ea typeface="Meiryo UI" panose="020B0604030504040204" pitchFamily="50" charset="-128"/>
              </a:rPr>
              <a:t>開発</a:t>
            </a:r>
            <a:endParaRPr kumimoji="1" lang="ja-JP" altLang="en-US" sz="1400">
              <a:latin typeface="Meiryo UI" panose="020B0604030504040204" pitchFamily="50" charset="-128"/>
              <a:ea typeface="Meiryo UI" panose="020B0604030504040204" pitchFamily="50" charset="-128"/>
            </a:endParaRPr>
          </a:p>
        </p:txBody>
      </p:sp>
      <p:cxnSp>
        <p:nvCxnSpPr>
          <p:cNvPr id="17" name="直線コネクタ 16">
            <a:extLst>
              <a:ext uri="{FF2B5EF4-FFF2-40B4-BE49-F238E27FC236}">
                <a16:creationId xmlns:a16="http://schemas.microsoft.com/office/drawing/2014/main" id="{B2D855C1-8851-1AE9-48B2-C5D609A26679}"/>
              </a:ext>
            </a:extLst>
          </p:cNvPr>
          <p:cNvCxnSpPr/>
          <p:nvPr/>
        </p:nvCxnSpPr>
        <p:spPr>
          <a:xfrm>
            <a:off x="2110949" y="2253966"/>
            <a:ext cx="0" cy="3857475"/>
          </a:xfrm>
          <a:prstGeom prst="line">
            <a:avLst/>
          </a:prstGeom>
        </p:spPr>
        <p:style>
          <a:lnRef idx="1">
            <a:schemeClr val="dk1"/>
          </a:lnRef>
          <a:fillRef idx="0">
            <a:schemeClr val="dk1"/>
          </a:fillRef>
          <a:effectRef idx="0">
            <a:schemeClr val="dk1"/>
          </a:effectRef>
          <a:fontRef idx="minor">
            <a:schemeClr val="tx1"/>
          </a:fontRef>
        </p:style>
      </p:cxnSp>
      <p:cxnSp>
        <p:nvCxnSpPr>
          <p:cNvPr id="18" name="直線コネクタ 17">
            <a:extLst>
              <a:ext uri="{FF2B5EF4-FFF2-40B4-BE49-F238E27FC236}">
                <a16:creationId xmlns:a16="http://schemas.microsoft.com/office/drawing/2014/main" id="{E36D6B64-F5CE-9B0E-B9B8-D15259CC3003}"/>
              </a:ext>
            </a:extLst>
          </p:cNvPr>
          <p:cNvCxnSpPr>
            <a:cxnSpLocks/>
          </p:cNvCxnSpPr>
          <p:nvPr/>
        </p:nvCxnSpPr>
        <p:spPr>
          <a:xfrm>
            <a:off x="4766259" y="2262558"/>
            <a:ext cx="0" cy="3857475"/>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9" name="直線コネクタ 18">
            <a:extLst>
              <a:ext uri="{FF2B5EF4-FFF2-40B4-BE49-F238E27FC236}">
                <a16:creationId xmlns:a16="http://schemas.microsoft.com/office/drawing/2014/main" id="{067E5EF9-8537-58A0-38D1-D1F29587BB8C}"/>
              </a:ext>
            </a:extLst>
          </p:cNvPr>
          <p:cNvCxnSpPr>
            <a:cxnSpLocks/>
          </p:cNvCxnSpPr>
          <p:nvPr/>
        </p:nvCxnSpPr>
        <p:spPr>
          <a:xfrm>
            <a:off x="7421569" y="2262558"/>
            <a:ext cx="0" cy="3857475"/>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33" name="楕円 25">
            <a:extLst>
              <a:ext uri="{FF2B5EF4-FFF2-40B4-BE49-F238E27FC236}">
                <a16:creationId xmlns:a16="http://schemas.microsoft.com/office/drawing/2014/main" id="{C5EDD739-6D0D-8819-0C3B-2D5C2341760E}"/>
              </a:ext>
            </a:extLst>
          </p:cNvPr>
          <p:cNvSpPr/>
          <p:nvPr/>
        </p:nvSpPr>
        <p:spPr>
          <a:xfrm>
            <a:off x="4789348" y="2677399"/>
            <a:ext cx="2632221" cy="263541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400">
              <a:solidFill>
                <a:schemeClr val="tx1"/>
              </a:solidFill>
            </a:endParaRPr>
          </a:p>
        </p:txBody>
      </p:sp>
      <p:sp>
        <p:nvSpPr>
          <p:cNvPr id="58" name="テキスト ボックス 57">
            <a:extLst>
              <a:ext uri="{FF2B5EF4-FFF2-40B4-BE49-F238E27FC236}">
                <a16:creationId xmlns:a16="http://schemas.microsoft.com/office/drawing/2014/main" id="{B20745ED-DCD6-75D6-F0F4-2AC9F3190020}"/>
              </a:ext>
            </a:extLst>
          </p:cNvPr>
          <p:cNvSpPr txBox="1"/>
          <p:nvPr/>
        </p:nvSpPr>
        <p:spPr>
          <a:xfrm>
            <a:off x="5885334" y="2269056"/>
            <a:ext cx="507416" cy="187575"/>
          </a:xfrm>
          <a:prstGeom prst="rect">
            <a:avLst/>
          </a:prstGeom>
        </p:spPr>
        <p:txBody>
          <a:bodyPr vert="horz" wrap="none" lIns="0" tIns="0" rIns="0" bIns="0" rtlCol="0">
            <a:noAutofit/>
          </a:bodyPr>
          <a:lstStyle/>
          <a:p>
            <a:pPr algn="ctr"/>
            <a:r>
              <a:rPr kumimoji="1" lang="ja-JP" altLang="en-US" sz="1400">
                <a:latin typeface="Meiryo UI" panose="020B0604030504040204" pitchFamily="50" charset="-128"/>
                <a:ea typeface="Meiryo UI" panose="020B0604030504040204" pitchFamily="50" charset="-128"/>
              </a:rPr>
              <a:t>学習</a:t>
            </a:r>
          </a:p>
        </p:txBody>
      </p:sp>
      <p:sp>
        <p:nvSpPr>
          <p:cNvPr id="61" name="テキスト ボックス 60">
            <a:extLst>
              <a:ext uri="{FF2B5EF4-FFF2-40B4-BE49-F238E27FC236}">
                <a16:creationId xmlns:a16="http://schemas.microsoft.com/office/drawing/2014/main" id="{4721BF43-9163-C434-DB9E-28C2881F8171}"/>
              </a:ext>
            </a:extLst>
          </p:cNvPr>
          <p:cNvSpPr txBox="1"/>
          <p:nvPr/>
        </p:nvSpPr>
        <p:spPr>
          <a:xfrm>
            <a:off x="7973561" y="3049717"/>
            <a:ext cx="613974" cy="194159"/>
          </a:xfrm>
          <a:prstGeom prst="rect">
            <a:avLst/>
          </a:prstGeom>
        </p:spPr>
        <p:txBody>
          <a:bodyPr vert="horz" wrap="none" lIns="0" tIns="0" rIns="0" bIns="0" rtlCol="0">
            <a:noAutofit/>
          </a:bodyPr>
          <a:lstStyle/>
          <a:p>
            <a:pPr algn="ctr"/>
            <a:r>
              <a:rPr lang="ja-JP" altLang="en-US" sz="1400">
                <a:latin typeface="Meiryo UI" panose="020B0604030504040204" pitchFamily="50" charset="-128"/>
                <a:ea typeface="Meiryo UI" panose="020B0604030504040204" pitchFamily="50" charset="-128"/>
              </a:rPr>
              <a:t>バックログ</a:t>
            </a:r>
            <a:endParaRPr kumimoji="1" lang="ja-JP" altLang="en-US" sz="1400">
              <a:latin typeface="Meiryo UI" panose="020B0604030504040204" pitchFamily="50" charset="-128"/>
              <a:ea typeface="Meiryo UI" panose="020B0604030504040204" pitchFamily="50" charset="-128"/>
            </a:endParaRPr>
          </a:p>
        </p:txBody>
      </p:sp>
      <p:sp>
        <p:nvSpPr>
          <p:cNvPr id="62" name="二等辺三角形 33">
            <a:extLst>
              <a:ext uri="{FF2B5EF4-FFF2-40B4-BE49-F238E27FC236}">
                <a16:creationId xmlns:a16="http://schemas.microsoft.com/office/drawing/2014/main" id="{25A8E353-DC3E-4AD1-4476-7E2005939E5E}"/>
              </a:ext>
            </a:extLst>
          </p:cNvPr>
          <p:cNvSpPr/>
          <p:nvPr/>
        </p:nvSpPr>
        <p:spPr>
          <a:xfrm rot="8100000">
            <a:off x="5092133" y="4861241"/>
            <a:ext cx="207807" cy="127147"/>
          </a:xfrm>
          <a:prstGeom prst="triangl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400">
              <a:solidFill>
                <a:schemeClr val="tx1"/>
              </a:solidFill>
            </a:endParaRPr>
          </a:p>
        </p:txBody>
      </p:sp>
      <p:sp>
        <p:nvSpPr>
          <p:cNvPr id="63" name="二等辺三角形 34">
            <a:extLst>
              <a:ext uri="{FF2B5EF4-FFF2-40B4-BE49-F238E27FC236}">
                <a16:creationId xmlns:a16="http://schemas.microsoft.com/office/drawing/2014/main" id="{A78A142C-BCB2-6F5E-4D11-263F3D2AD2F2}"/>
              </a:ext>
            </a:extLst>
          </p:cNvPr>
          <p:cNvSpPr/>
          <p:nvPr/>
        </p:nvSpPr>
        <p:spPr>
          <a:xfrm rot="18900000">
            <a:off x="6974242" y="3043013"/>
            <a:ext cx="207807" cy="127147"/>
          </a:xfrm>
          <a:prstGeom prst="triangl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400">
              <a:solidFill>
                <a:schemeClr val="tx1"/>
              </a:solidFill>
            </a:endParaRPr>
          </a:p>
        </p:txBody>
      </p:sp>
      <p:sp>
        <p:nvSpPr>
          <p:cNvPr id="64" name="テキスト ボックス 63">
            <a:extLst>
              <a:ext uri="{FF2B5EF4-FFF2-40B4-BE49-F238E27FC236}">
                <a16:creationId xmlns:a16="http://schemas.microsoft.com/office/drawing/2014/main" id="{30CAE82D-3C1E-B3D6-B3F0-DCE252672D22}"/>
              </a:ext>
            </a:extLst>
          </p:cNvPr>
          <p:cNvSpPr txBox="1"/>
          <p:nvPr/>
        </p:nvSpPr>
        <p:spPr>
          <a:xfrm>
            <a:off x="8489028" y="2269056"/>
            <a:ext cx="613974" cy="194159"/>
          </a:xfrm>
          <a:prstGeom prst="rect">
            <a:avLst/>
          </a:prstGeom>
        </p:spPr>
        <p:txBody>
          <a:bodyPr vert="horz" wrap="none" lIns="0" tIns="0" rIns="0" bIns="0" rtlCol="0">
            <a:noAutofit/>
          </a:bodyPr>
          <a:lstStyle/>
          <a:p>
            <a:pPr algn="ctr"/>
            <a:r>
              <a:rPr lang="ja-JP" altLang="en-US" sz="1400">
                <a:latin typeface="Meiryo UI" panose="020B0604030504040204" pitchFamily="50" charset="-128"/>
                <a:ea typeface="Meiryo UI" panose="020B0604030504040204" pitchFamily="50" charset="-128"/>
              </a:rPr>
              <a:t>スプリント計画</a:t>
            </a:r>
            <a:endParaRPr kumimoji="1" lang="ja-JP" altLang="en-US" sz="1400">
              <a:latin typeface="Meiryo UI" panose="020B0604030504040204" pitchFamily="50" charset="-128"/>
              <a:ea typeface="Meiryo UI" panose="020B0604030504040204" pitchFamily="50" charset="-128"/>
            </a:endParaRPr>
          </a:p>
        </p:txBody>
      </p:sp>
      <p:sp>
        <p:nvSpPr>
          <p:cNvPr id="65" name="テキスト ボックス 64">
            <a:extLst>
              <a:ext uri="{FF2B5EF4-FFF2-40B4-BE49-F238E27FC236}">
                <a16:creationId xmlns:a16="http://schemas.microsoft.com/office/drawing/2014/main" id="{D2208180-D3B3-1F8B-203E-D6480FA3C1AB}"/>
              </a:ext>
            </a:extLst>
          </p:cNvPr>
          <p:cNvSpPr txBox="1"/>
          <p:nvPr/>
        </p:nvSpPr>
        <p:spPr>
          <a:xfrm>
            <a:off x="8986874" y="3549503"/>
            <a:ext cx="613974" cy="246814"/>
          </a:xfrm>
          <a:prstGeom prst="rect">
            <a:avLst/>
          </a:prstGeom>
        </p:spPr>
        <p:txBody>
          <a:bodyPr vert="horz" wrap="none" lIns="0" tIns="0" rIns="0" bIns="0" rtlCol="0">
            <a:noAutofit/>
          </a:bodyPr>
          <a:lstStyle/>
          <a:p>
            <a:pPr algn="ctr"/>
            <a:r>
              <a:rPr lang="ja-JP" altLang="en-US" sz="1400">
                <a:latin typeface="Meiryo UI" panose="020B0604030504040204" pitchFamily="50" charset="-128"/>
                <a:ea typeface="Meiryo UI" panose="020B0604030504040204" pitchFamily="50" charset="-128"/>
              </a:rPr>
              <a:t>スプリント実施</a:t>
            </a:r>
            <a:endParaRPr kumimoji="1" lang="ja-JP" altLang="en-US" sz="1400">
              <a:latin typeface="Meiryo UI" panose="020B0604030504040204" pitchFamily="50" charset="-128"/>
              <a:ea typeface="Meiryo UI" panose="020B0604030504040204" pitchFamily="50" charset="-128"/>
            </a:endParaRPr>
          </a:p>
        </p:txBody>
      </p:sp>
      <p:sp>
        <p:nvSpPr>
          <p:cNvPr id="66" name="テキスト ボックス 65">
            <a:extLst>
              <a:ext uri="{FF2B5EF4-FFF2-40B4-BE49-F238E27FC236}">
                <a16:creationId xmlns:a16="http://schemas.microsoft.com/office/drawing/2014/main" id="{94448CD4-0055-EDAF-D851-834CDB686537}"/>
              </a:ext>
            </a:extLst>
          </p:cNvPr>
          <p:cNvSpPr txBox="1"/>
          <p:nvPr/>
        </p:nvSpPr>
        <p:spPr>
          <a:xfrm>
            <a:off x="10136677" y="4776350"/>
            <a:ext cx="613974" cy="184766"/>
          </a:xfrm>
          <a:prstGeom prst="rect">
            <a:avLst/>
          </a:prstGeom>
        </p:spPr>
        <p:txBody>
          <a:bodyPr vert="horz" wrap="none" lIns="0" tIns="0" rIns="0" bIns="0" rtlCol="0">
            <a:noAutofit/>
          </a:bodyPr>
          <a:lstStyle/>
          <a:p>
            <a:pPr algn="ctr"/>
            <a:r>
              <a:rPr kumimoji="1" lang="ja-JP" altLang="en-US" sz="1400">
                <a:latin typeface="Meiryo UI" panose="020B0604030504040204" pitchFamily="50" charset="-128"/>
                <a:ea typeface="Meiryo UI" panose="020B0604030504040204" pitchFamily="50" charset="-128"/>
              </a:rPr>
              <a:t>出荷・展開</a:t>
            </a:r>
          </a:p>
        </p:txBody>
      </p:sp>
      <p:sp>
        <p:nvSpPr>
          <p:cNvPr id="67" name="テキスト ボックス 66">
            <a:extLst>
              <a:ext uri="{FF2B5EF4-FFF2-40B4-BE49-F238E27FC236}">
                <a16:creationId xmlns:a16="http://schemas.microsoft.com/office/drawing/2014/main" id="{974E1F36-E39C-FAF3-5009-6E8E8E6640F8}"/>
              </a:ext>
            </a:extLst>
          </p:cNvPr>
          <p:cNvSpPr txBox="1"/>
          <p:nvPr/>
        </p:nvSpPr>
        <p:spPr>
          <a:xfrm>
            <a:off x="7951959" y="4723716"/>
            <a:ext cx="381229" cy="213575"/>
          </a:xfrm>
          <a:prstGeom prst="rect">
            <a:avLst/>
          </a:prstGeom>
        </p:spPr>
        <p:txBody>
          <a:bodyPr vert="horz" wrap="none" lIns="0" tIns="0" rIns="0" bIns="0" rtlCol="0">
            <a:noAutofit/>
          </a:bodyPr>
          <a:lstStyle/>
          <a:p>
            <a:pPr algn="ctr"/>
            <a:r>
              <a:rPr kumimoji="1" lang="ja-JP" altLang="en-US" sz="1400">
                <a:latin typeface="Meiryo UI" panose="020B0604030504040204" pitchFamily="50" charset="-128"/>
                <a:ea typeface="Meiryo UI" panose="020B0604030504040204" pitchFamily="50" charset="-128"/>
              </a:rPr>
              <a:t>学習</a:t>
            </a:r>
          </a:p>
        </p:txBody>
      </p:sp>
      <p:sp>
        <p:nvSpPr>
          <p:cNvPr id="68" name="二等辺三角形 39">
            <a:extLst>
              <a:ext uri="{FF2B5EF4-FFF2-40B4-BE49-F238E27FC236}">
                <a16:creationId xmlns:a16="http://schemas.microsoft.com/office/drawing/2014/main" id="{4299F053-EC4A-DBB3-A37D-B6AC9867CC82}"/>
              </a:ext>
            </a:extLst>
          </p:cNvPr>
          <p:cNvSpPr/>
          <p:nvPr/>
        </p:nvSpPr>
        <p:spPr>
          <a:xfrm rot="3600000">
            <a:off x="7962828" y="2801836"/>
            <a:ext cx="208059" cy="126993"/>
          </a:xfrm>
          <a:prstGeom prst="triangl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400">
              <a:solidFill>
                <a:schemeClr val="tx1"/>
              </a:solidFill>
            </a:endParaRPr>
          </a:p>
        </p:txBody>
      </p:sp>
      <p:sp>
        <p:nvSpPr>
          <p:cNvPr id="69" name="二等辺三角形 40">
            <a:extLst>
              <a:ext uri="{FF2B5EF4-FFF2-40B4-BE49-F238E27FC236}">
                <a16:creationId xmlns:a16="http://schemas.microsoft.com/office/drawing/2014/main" id="{6C7142B2-96C1-2FF6-69B3-F2D34CB21FCA}"/>
              </a:ext>
            </a:extLst>
          </p:cNvPr>
          <p:cNvSpPr/>
          <p:nvPr/>
        </p:nvSpPr>
        <p:spPr>
          <a:xfrm rot="14400000">
            <a:off x="9248563" y="5094771"/>
            <a:ext cx="208059" cy="126993"/>
          </a:xfrm>
          <a:prstGeom prst="triangl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400">
              <a:solidFill>
                <a:schemeClr val="tx1"/>
              </a:solidFill>
            </a:endParaRPr>
          </a:p>
        </p:txBody>
      </p:sp>
      <p:grpSp>
        <p:nvGrpSpPr>
          <p:cNvPr id="70" name="グループ化 69">
            <a:extLst>
              <a:ext uri="{FF2B5EF4-FFF2-40B4-BE49-F238E27FC236}">
                <a16:creationId xmlns:a16="http://schemas.microsoft.com/office/drawing/2014/main" id="{0125C60D-6F0F-4F1A-82F7-4C99FB2FAC02}"/>
              </a:ext>
            </a:extLst>
          </p:cNvPr>
          <p:cNvGrpSpPr/>
          <p:nvPr/>
        </p:nvGrpSpPr>
        <p:grpSpPr>
          <a:xfrm>
            <a:off x="3659301" y="2477813"/>
            <a:ext cx="415614" cy="416118"/>
            <a:chOff x="3497673" y="2587304"/>
            <a:chExt cx="415614" cy="416118"/>
          </a:xfrm>
        </p:grpSpPr>
        <p:sp>
          <p:nvSpPr>
            <p:cNvPr id="71" name="楕円 70">
              <a:extLst>
                <a:ext uri="{FF2B5EF4-FFF2-40B4-BE49-F238E27FC236}">
                  <a16:creationId xmlns:a16="http://schemas.microsoft.com/office/drawing/2014/main" id="{65379793-649B-00D1-C05C-17CB12CAAEB3}"/>
                </a:ext>
              </a:extLst>
            </p:cNvPr>
            <p:cNvSpPr/>
            <p:nvPr/>
          </p:nvSpPr>
          <p:spPr>
            <a:xfrm>
              <a:off x="3497673" y="2587304"/>
              <a:ext cx="415614" cy="416118"/>
            </a:xfrm>
            <a:prstGeom prst="ellipse">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400">
                <a:solidFill>
                  <a:schemeClr val="tx1"/>
                </a:solidFill>
              </a:endParaRPr>
            </a:p>
          </p:txBody>
        </p:sp>
        <p:pic>
          <p:nvPicPr>
            <p:cNvPr id="72" name="図 71">
              <a:extLst>
                <a:ext uri="{FF2B5EF4-FFF2-40B4-BE49-F238E27FC236}">
                  <a16:creationId xmlns:a16="http://schemas.microsoft.com/office/drawing/2014/main" id="{EBFEA0AD-FA67-6F33-5EDD-58D3A229DE0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53620" y="2644117"/>
              <a:ext cx="295729" cy="296087"/>
            </a:xfrm>
            <a:prstGeom prst="rect">
              <a:avLst/>
            </a:prstGeom>
          </p:spPr>
        </p:pic>
      </p:grpSp>
      <p:grpSp>
        <p:nvGrpSpPr>
          <p:cNvPr id="73" name="グループ化 72">
            <a:extLst>
              <a:ext uri="{FF2B5EF4-FFF2-40B4-BE49-F238E27FC236}">
                <a16:creationId xmlns:a16="http://schemas.microsoft.com/office/drawing/2014/main" id="{0BB85E96-77EB-E9B0-C3FD-8589DC76B33E}"/>
              </a:ext>
            </a:extLst>
          </p:cNvPr>
          <p:cNvGrpSpPr/>
          <p:nvPr/>
        </p:nvGrpSpPr>
        <p:grpSpPr>
          <a:xfrm>
            <a:off x="3205014" y="3569903"/>
            <a:ext cx="415614" cy="416118"/>
            <a:chOff x="3075643" y="3637339"/>
            <a:chExt cx="415614" cy="416118"/>
          </a:xfrm>
        </p:grpSpPr>
        <p:sp>
          <p:nvSpPr>
            <p:cNvPr id="74" name="楕円 44">
              <a:extLst>
                <a:ext uri="{FF2B5EF4-FFF2-40B4-BE49-F238E27FC236}">
                  <a16:creationId xmlns:a16="http://schemas.microsoft.com/office/drawing/2014/main" id="{EC5A624E-77BA-1BA5-6337-DFE2A0669D80}"/>
                </a:ext>
              </a:extLst>
            </p:cNvPr>
            <p:cNvSpPr/>
            <p:nvPr/>
          </p:nvSpPr>
          <p:spPr>
            <a:xfrm>
              <a:off x="3075643" y="3637339"/>
              <a:ext cx="415614" cy="416118"/>
            </a:xfrm>
            <a:prstGeom prst="ellipse">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a:solidFill>
                  <a:schemeClr val="tx1"/>
                </a:solidFill>
              </a:endParaRPr>
            </a:p>
          </p:txBody>
        </p:sp>
        <p:pic>
          <p:nvPicPr>
            <p:cNvPr id="75" name="図 74">
              <a:extLst>
                <a:ext uri="{FF2B5EF4-FFF2-40B4-BE49-F238E27FC236}">
                  <a16:creationId xmlns:a16="http://schemas.microsoft.com/office/drawing/2014/main" id="{FCE47DE2-0FD0-18DB-0F93-98BDAC83FCD7}"/>
                </a:ext>
              </a:extLst>
            </p:cNvPr>
            <p:cNvPicPr>
              <a:picLocks noChangeAspect="1"/>
            </p:cNvPicPr>
            <p:nvPr/>
          </p:nvPicPr>
          <p:blipFill>
            <a:blip r:embed="rId6" cstate="print">
              <a:extLst>
                <a:ext uri="{28A0092B-C50C-407E-A947-70E740481C1C}">
                  <a14:useLocalDpi xmlns:a14="http://schemas.microsoft.com/office/drawing/2010/main" val="0"/>
                </a:ext>
              </a:extLst>
            </a:blip>
            <a:srcRect l="15251" t="20585" r="14085" b="17694"/>
            <a:stretch/>
          </p:blipFill>
          <p:spPr>
            <a:xfrm>
              <a:off x="3114585" y="3685489"/>
              <a:ext cx="370208" cy="323751"/>
            </a:xfrm>
            <a:prstGeom prst="rect">
              <a:avLst/>
            </a:prstGeom>
          </p:spPr>
        </p:pic>
      </p:grpSp>
      <p:sp>
        <p:nvSpPr>
          <p:cNvPr id="76" name="楕円 45">
            <a:extLst>
              <a:ext uri="{FF2B5EF4-FFF2-40B4-BE49-F238E27FC236}">
                <a16:creationId xmlns:a16="http://schemas.microsoft.com/office/drawing/2014/main" id="{E7D08D1C-1347-5408-163E-4EA4C10C0506}"/>
              </a:ext>
            </a:extLst>
          </p:cNvPr>
          <p:cNvSpPr/>
          <p:nvPr/>
        </p:nvSpPr>
        <p:spPr>
          <a:xfrm>
            <a:off x="2908269" y="4548667"/>
            <a:ext cx="438075" cy="430734"/>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a:solidFill>
                <a:schemeClr val="tx1"/>
              </a:solidFill>
            </a:endParaRPr>
          </a:p>
        </p:txBody>
      </p:sp>
      <p:sp>
        <p:nvSpPr>
          <p:cNvPr id="77" name="楕円 47">
            <a:extLst>
              <a:ext uri="{FF2B5EF4-FFF2-40B4-BE49-F238E27FC236}">
                <a16:creationId xmlns:a16="http://schemas.microsoft.com/office/drawing/2014/main" id="{D116EE42-B641-E10A-DC9C-722384B0C20A}"/>
              </a:ext>
            </a:extLst>
          </p:cNvPr>
          <p:cNvSpPr/>
          <p:nvPr/>
        </p:nvSpPr>
        <p:spPr>
          <a:xfrm>
            <a:off x="4588399" y="3769833"/>
            <a:ext cx="415614" cy="416118"/>
          </a:xfrm>
          <a:prstGeom prst="ellipse">
            <a:avLst/>
          </a:prstGeom>
          <a:solidFill>
            <a:schemeClr val="accent3">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a:solidFill>
                <a:schemeClr val="tx1"/>
              </a:solidFill>
            </a:endParaRPr>
          </a:p>
        </p:txBody>
      </p:sp>
      <p:sp>
        <p:nvSpPr>
          <p:cNvPr id="78" name="二等辺三角形 48">
            <a:extLst>
              <a:ext uri="{FF2B5EF4-FFF2-40B4-BE49-F238E27FC236}">
                <a16:creationId xmlns:a16="http://schemas.microsoft.com/office/drawing/2014/main" id="{70A25B5C-0AC5-57A3-5947-ACA7161FA38D}"/>
              </a:ext>
            </a:extLst>
          </p:cNvPr>
          <p:cNvSpPr/>
          <p:nvPr/>
        </p:nvSpPr>
        <p:spPr>
          <a:xfrm rot="8746509">
            <a:off x="4402679" y="3528554"/>
            <a:ext cx="207807" cy="127147"/>
          </a:xfrm>
          <a:prstGeom prst="triangl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400">
              <a:solidFill>
                <a:schemeClr val="tx1"/>
              </a:solidFill>
            </a:endParaRPr>
          </a:p>
        </p:txBody>
      </p:sp>
      <p:sp>
        <p:nvSpPr>
          <p:cNvPr id="79" name="テキスト ボックス 78">
            <a:extLst>
              <a:ext uri="{FF2B5EF4-FFF2-40B4-BE49-F238E27FC236}">
                <a16:creationId xmlns:a16="http://schemas.microsoft.com/office/drawing/2014/main" id="{94AE5858-8CC3-2BE0-B105-5C1D3F59159B}"/>
              </a:ext>
            </a:extLst>
          </p:cNvPr>
          <p:cNvSpPr txBox="1"/>
          <p:nvPr/>
        </p:nvSpPr>
        <p:spPr>
          <a:xfrm>
            <a:off x="2947155" y="1952225"/>
            <a:ext cx="817200" cy="206332"/>
          </a:xfrm>
          <a:prstGeom prst="rect">
            <a:avLst/>
          </a:prstGeom>
        </p:spPr>
        <p:txBody>
          <a:bodyPr vert="horz" wrap="none" lIns="0" tIns="0" rIns="0" bIns="0" rtlCol="0" anchor="ctr">
            <a:noAutofit/>
          </a:bodyPr>
          <a:lstStyle/>
          <a:p>
            <a:pPr algn="ctr"/>
            <a:endParaRPr kumimoji="1" lang="ja-JP" altLang="en-US" sz="1400"/>
          </a:p>
        </p:txBody>
      </p:sp>
      <p:pic>
        <p:nvPicPr>
          <p:cNvPr id="80" name="図 79">
            <a:extLst>
              <a:ext uri="{FF2B5EF4-FFF2-40B4-BE49-F238E27FC236}">
                <a16:creationId xmlns:a16="http://schemas.microsoft.com/office/drawing/2014/main" id="{C22F4369-5EA0-B2E2-63C1-D98DDBA7251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648214" y="3818022"/>
            <a:ext cx="295729" cy="296087"/>
          </a:xfrm>
          <a:prstGeom prst="rect">
            <a:avLst/>
          </a:prstGeom>
        </p:spPr>
      </p:pic>
      <p:sp>
        <p:nvSpPr>
          <p:cNvPr id="81" name="楕円 52">
            <a:extLst>
              <a:ext uri="{FF2B5EF4-FFF2-40B4-BE49-F238E27FC236}">
                <a16:creationId xmlns:a16="http://schemas.microsoft.com/office/drawing/2014/main" id="{EB4F4DD6-6D1D-25E1-5EA0-DA7D24AC11D5}"/>
              </a:ext>
            </a:extLst>
          </p:cNvPr>
          <p:cNvSpPr/>
          <p:nvPr/>
        </p:nvSpPr>
        <p:spPr>
          <a:xfrm>
            <a:off x="5905911" y="5091242"/>
            <a:ext cx="415614" cy="416118"/>
          </a:xfrm>
          <a:prstGeom prst="ellipse">
            <a:avLst/>
          </a:prstGeom>
          <a:solidFill>
            <a:schemeClr val="bg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a:solidFill>
                <a:schemeClr val="tx1"/>
              </a:solidFill>
            </a:endParaRPr>
          </a:p>
        </p:txBody>
      </p:sp>
      <p:sp>
        <p:nvSpPr>
          <p:cNvPr id="82" name="楕円 59">
            <a:extLst>
              <a:ext uri="{FF2B5EF4-FFF2-40B4-BE49-F238E27FC236}">
                <a16:creationId xmlns:a16="http://schemas.microsoft.com/office/drawing/2014/main" id="{7A380843-9356-D929-33CF-8895D5485587}"/>
              </a:ext>
            </a:extLst>
          </p:cNvPr>
          <p:cNvSpPr/>
          <p:nvPr/>
        </p:nvSpPr>
        <p:spPr>
          <a:xfrm>
            <a:off x="9837791" y="3457136"/>
            <a:ext cx="415614" cy="416118"/>
          </a:xfrm>
          <a:prstGeom prst="ellipse">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a:solidFill>
                <a:schemeClr val="tx1"/>
              </a:solidFill>
            </a:endParaRPr>
          </a:p>
        </p:txBody>
      </p:sp>
      <p:sp>
        <p:nvSpPr>
          <p:cNvPr id="83" name="楕円 60">
            <a:extLst>
              <a:ext uri="{FF2B5EF4-FFF2-40B4-BE49-F238E27FC236}">
                <a16:creationId xmlns:a16="http://schemas.microsoft.com/office/drawing/2014/main" id="{1A0CB31B-0211-ECBB-169D-50E0768CE0C0}"/>
              </a:ext>
            </a:extLst>
          </p:cNvPr>
          <p:cNvSpPr/>
          <p:nvPr/>
        </p:nvSpPr>
        <p:spPr>
          <a:xfrm>
            <a:off x="9543215" y="4666580"/>
            <a:ext cx="415614" cy="416118"/>
          </a:xfrm>
          <a:prstGeom prst="ellipse">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a:solidFill>
                <a:schemeClr val="tx1"/>
              </a:solidFill>
            </a:endParaRPr>
          </a:p>
        </p:txBody>
      </p:sp>
      <p:sp>
        <p:nvSpPr>
          <p:cNvPr id="84" name="楕円 61">
            <a:extLst>
              <a:ext uri="{FF2B5EF4-FFF2-40B4-BE49-F238E27FC236}">
                <a16:creationId xmlns:a16="http://schemas.microsoft.com/office/drawing/2014/main" id="{A47B83A4-D47B-7B8A-2EC3-D789DA0C775C}"/>
              </a:ext>
            </a:extLst>
          </p:cNvPr>
          <p:cNvSpPr/>
          <p:nvPr/>
        </p:nvSpPr>
        <p:spPr>
          <a:xfrm>
            <a:off x="7518973" y="4666580"/>
            <a:ext cx="415614" cy="416118"/>
          </a:xfrm>
          <a:prstGeom prst="ellipse">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a:solidFill>
                <a:schemeClr val="tx1"/>
              </a:solidFill>
            </a:endParaRPr>
          </a:p>
        </p:txBody>
      </p:sp>
      <p:sp>
        <p:nvSpPr>
          <p:cNvPr id="85" name="楕円 62">
            <a:extLst>
              <a:ext uri="{FF2B5EF4-FFF2-40B4-BE49-F238E27FC236}">
                <a16:creationId xmlns:a16="http://schemas.microsoft.com/office/drawing/2014/main" id="{F091D10D-226D-A70C-11BB-1C35BDCB7139}"/>
              </a:ext>
            </a:extLst>
          </p:cNvPr>
          <p:cNvSpPr/>
          <p:nvPr/>
        </p:nvSpPr>
        <p:spPr>
          <a:xfrm>
            <a:off x="7518973" y="2911700"/>
            <a:ext cx="415614" cy="416118"/>
          </a:xfrm>
          <a:prstGeom prst="ellipse">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a:solidFill>
                <a:schemeClr val="tx1"/>
              </a:solidFill>
            </a:endParaRPr>
          </a:p>
        </p:txBody>
      </p:sp>
      <p:sp>
        <p:nvSpPr>
          <p:cNvPr id="86" name="楕円 64">
            <a:extLst>
              <a:ext uri="{FF2B5EF4-FFF2-40B4-BE49-F238E27FC236}">
                <a16:creationId xmlns:a16="http://schemas.microsoft.com/office/drawing/2014/main" id="{B5E3F12E-4CE4-0875-86FA-16CA658F3A12}"/>
              </a:ext>
            </a:extLst>
          </p:cNvPr>
          <p:cNvSpPr/>
          <p:nvPr/>
        </p:nvSpPr>
        <p:spPr>
          <a:xfrm>
            <a:off x="4148681" y="3038901"/>
            <a:ext cx="415614" cy="416118"/>
          </a:xfrm>
          <a:prstGeom prst="ellipse">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a:solidFill>
                <a:schemeClr val="tx1"/>
              </a:solidFill>
            </a:endParaRPr>
          </a:p>
        </p:txBody>
      </p:sp>
      <p:sp>
        <p:nvSpPr>
          <p:cNvPr id="87" name="テキスト ボックス 86">
            <a:extLst>
              <a:ext uri="{FF2B5EF4-FFF2-40B4-BE49-F238E27FC236}">
                <a16:creationId xmlns:a16="http://schemas.microsoft.com/office/drawing/2014/main" id="{935137C3-E985-D525-6E1D-69632A3C3D68}"/>
              </a:ext>
            </a:extLst>
          </p:cNvPr>
          <p:cNvSpPr txBox="1"/>
          <p:nvPr/>
        </p:nvSpPr>
        <p:spPr>
          <a:xfrm>
            <a:off x="4485366" y="3129842"/>
            <a:ext cx="507416" cy="206332"/>
          </a:xfrm>
          <a:prstGeom prst="rect">
            <a:avLst/>
          </a:prstGeom>
        </p:spPr>
        <p:txBody>
          <a:bodyPr vert="horz" wrap="none" lIns="0" tIns="0" rIns="0" bIns="0" rtlCol="0">
            <a:noAutofit/>
          </a:bodyPr>
          <a:lstStyle/>
          <a:p>
            <a:pPr algn="ctr"/>
            <a:r>
              <a:rPr kumimoji="1" lang="ja-JP" altLang="en-US" sz="1400">
                <a:latin typeface="Meiryo UI" panose="020B0604030504040204" pitchFamily="50" charset="-128"/>
                <a:ea typeface="Meiryo UI" panose="020B0604030504040204" pitchFamily="50" charset="-128"/>
              </a:rPr>
              <a:t>設計</a:t>
            </a:r>
          </a:p>
        </p:txBody>
      </p:sp>
      <p:grpSp>
        <p:nvGrpSpPr>
          <p:cNvPr id="88" name="グループ化 87">
            <a:extLst>
              <a:ext uri="{FF2B5EF4-FFF2-40B4-BE49-F238E27FC236}">
                <a16:creationId xmlns:a16="http://schemas.microsoft.com/office/drawing/2014/main" id="{90D82EE6-DD67-7185-44C0-6CD0D1D688CF}"/>
              </a:ext>
            </a:extLst>
          </p:cNvPr>
          <p:cNvGrpSpPr/>
          <p:nvPr/>
        </p:nvGrpSpPr>
        <p:grpSpPr>
          <a:xfrm>
            <a:off x="2454889" y="3776392"/>
            <a:ext cx="415614" cy="416118"/>
            <a:chOff x="2162794" y="3912378"/>
            <a:chExt cx="415614" cy="416118"/>
          </a:xfrm>
        </p:grpSpPr>
        <p:sp>
          <p:nvSpPr>
            <p:cNvPr id="89" name="楕円 58">
              <a:extLst>
                <a:ext uri="{FF2B5EF4-FFF2-40B4-BE49-F238E27FC236}">
                  <a16:creationId xmlns:a16="http://schemas.microsoft.com/office/drawing/2014/main" id="{0D47B54F-1EBC-F418-F2E0-819B6D32F5FE}"/>
                </a:ext>
              </a:extLst>
            </p:cNvPr>
            <p:cNvSpPr/>
            <p:nvPr/>
          </p:nvSpPr>
          <p:spPr>
            <a:xfrm>
              <a:off x="2162794" y="3912378"/>
              <a:ext cx="415614" cy="416118"/>
            </a:xfrm>
            <a:prstGeom prst="ellipse">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a:solidFill>
                  <a:schemeClr val="tx1"/>
                </a:solidFill>
              </a:endParaRPr>
            </a:p>
          </p:txBody>
        </p:sp>
        <p:pic>
          <p:nvPicPr>
            <p:cNvPr id="90" name="図 89">
              <a:extLst>
                <a:ext uri="{FF2B5EF4-FFF2-40B4-BE49-F238E27FC236}">
                  <a16:creationId xmlns:a16="http://schemas.microsoft.com/office/drawing/2014/main" id="{D9152C42-5B32-9C0F-B4E8-08FF30A560C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195809" y="3941539"/>
              <a:ext cx="357831" cy="358265"/>
            </a:xfrm>
            <a:prstGeom prst="rect">
              <a:avLst/>
            </a:prstGeom>
          </p:spPr>
        </p:pic>
      </p:grpSp>
      <p:grpSp>
        <p:nvGrpSpPr>
          <p:cNvPr id="91" name="グループ化 90">
            <a:extLst>
              <a:ext uri="{FF2B5EF4-FFF2-40B4-BE49-F238E27FC236}">
                <a16:creationId xmlns:a16="http://schemas.microsoft.com/office/drawing/2014/main" id="{B063A24A-D3DA-03D8-0773-46FA4247F55B}"/>
              </a:ext>
            </a:extLst>
          </p:cNvPr>
          <p:cNvGrpSpPr/>
          <p:nvPr/>
        </p:nvGrpSpPr>
        <p:grpSpPr>
          <a:xfrm>
            <a:off x="2205394" y="5648013"/>
            <a:ext cx="415614" cy="416118"/>
            <a:chOff x="2016561" y="5228108"/>
            <a:chExt cx="415614" cy="416118"/>
          </a:xfrm>
        </p:grpSpPr>
        <p:sp>
          <p:nvSpPr>
            <p:cNvPr id="92" name="楕円 46">
              <a:extLst>
                <a:ext uri="{FF2B5EF4-FFF2-40B4-BE49-F238E27FC236}">
                  <a16:creationId xmlns:a16="http://schemas.microsoft.com/office/drawing/2014/main" id="{78A66F81-6465-C95B-9F03-F67EFF05CF2D}"/>
                </a:ext>
              </a:extLst>
            </p:cNvPr>
            <p:cNvSpPr/>
            <p:nvPr/>
          </p:nvSpPr>
          <p:spPr>
            <a:xfrm>
              <a:off x="2016561" y="5228108"/>
              <a:ext cx="415614" cy="416118"/>
            </a:xfrm>
            <a:prstGeom prst="ellipse">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a:solidFill>
                  <a:schemeClr val="tx1"/>
                </a:solidFill>
              </a:endParaRPr>
            </a:p>
          </p:txBody>
        </p:sp>
        <p:pic>
          <p:nvPicPr>
            <p:cNvPr id="93" name="図 92">
              <a:extLst>
                <a:ext uri="{FF2B5EF4-FFF2-40B4-BE49-F238E27FC236}">
                  <a16:creationId xmlns:a16="http://schemas.microsoft.com/office/drawing/2014/main" id="{AFDFF36D-3579-AEE0-91C4-551F49D81523}"/>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119817" y="5312248"/>
              <a:ext cx="268845" cy="269171"/>
            </a:xfrm>
            <a:prstGeom prst="rect">
              <a:avLst/>
            </a:prstGeom>
          </p:spPr>
        </p:pic>
      </p:grpSp>
      <p:pic>
        <p:nvPicPr>
          <p:cNvPr id="94" name="図 93">
            <a:extLst>
              <a:ext uri="{FF2B5EF4-FFF2-40B4-BE49-F238E27FC236}">
                <a16:creationId xmlns:a16="http://schemas.microsoft.com/office/drawing/2014/main" id="{20B40492-EEC8-E84D-623E-35F514A35EA3}"/>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184538" y="3071480"/>
            <a:ext cx="357831" cy="358265"/>
          </a:xfrm>
          <a:prstGeom prst="rect">
            <a:avLst/>
          </a:prstGeom>
        </p:spPr>
      </p:pic>
      <p:grpSp>
        <p:nvGrpSpPr>
          <p:cNvPr id="95" name="グループ化 94">
            <a:extLst>
              <a:ext uri="{FF2B5EF4-FFF2-40B4-BE49-F238E27FC236}">
                <a16:creationId xmlns:a16="http://schemas.microsoft.com/office/drawing/2014/main" id="{FA8C2F06-F354-B9A7-9ABB-B01DE846CFB6}"/>
              </a:ext>
            </a:extLst>
          </p:cNvPr>
          <p:cNvGrpSpPr/>
          <p:nvPr/>
        </p:nvGrpSpPr>
        <p:grpSpPr>
          <a:xfrm>
            <a:off x="5931235" y="2477813"/>
            <a:ext cx="415614" cy="416118"/>
            <a:chOff x="5992906" y="2613799"/>
            <a:chExt cx="415614" cy="416118"/>
          </a:xfrm>
        </p:grpSpPr>
        <p:sp>
          <p:nvSpPr>
            <p:cNvPr id="96" name="楕円 53">
              <a:extLst>
                <a:ext uri="{FF2B5EF4-FFF2-40B4-BE49-F238E27FC236}">
                  <a16:creationId xmlns:a16="http://schemas.microsoft.com/office/drawing/2014/main" id="{1C0A1E3B-52A3-876D-60B9-E07744FF664A}"/>
                </a:ext>
              </a:extLst>
            </p:cNvPr>
            <p:cNvSpPr/>
            <p:nvPr/>
          </p:nvSpPr>
          <p:spPr>
            <a:xfrm>
              <a:off x="5992906" y="2613799"/>
              <a:ext cx="415614" cy="416118"/>
            </a:xfrm>
            <a:prstGeom prst="ellipse">
              <a:avLst/>
            </a:prstGeom>
            <a:solidFill>
              <a:schemeClr val="accent3">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a:solidFill>
                  <a:schemeClr val="tx1"/>
                </a:solidFill>
              </a:endParaRPr>
            </a:p>
          </p:txBody>
        </p:sp>
        <p:pic>
          <p:nvPicPr>
            <p:cNvPr id="97" name="図 96">
              <a:extLst>
                <a:ext uri="{FF2B5EF4-FFF2-40B4-BE49-F238E27FC236}">
                  <a16:creationId xmlns:a16="http://schemas.microsoft.com/office/drawing/2014/main" id="{4413D3C1-C8E3-E68F-9A9F-B7D5F7E3E44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065521" y="2689105"/>
              <a:ext cx="268845" cy="269171"/>
            </a:xfrm>
            <a:prstGeom prst="rect">
              <a:avLst/>
            </a:prstGeom>
          </p:spPr>
        </p:pic>
      </p:grpSp>
      <p:pic>
        <p:nvPicPr>
          <p:cNvPr id="98" name="図 97">
            <a:extLst>
              <a:ext uri="{FF2B5EF4-FFF2-40B4-BE49-F238E27FC236}">
                <a16:creationId xmlns:a16="http://schemas.microsoft.com/office/drawing/2014/main" id="{8F8B85B0-E290-C56A-9B82-CA8D8F434B47}"/>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557947" y="2982605"/>
            <a:ext cx="325301" cy="261447"/>
          </a:xfrm>
          <a:prstGeom prst="rect">
            <a:avLst/>
          </a:prstGeom>
        </p:spPr>
      </p:pic>
      <p:grpSp>
        <p:nvGrpSpPr>
          <p:cNvPr id="99" name="グループ化 98">
            <a:extLst>
              <a:ext uri="{FF2B5EF4-FFF2-40B4-BE49-F238E27FC236}">
                <a16:creationId xmlns:a16="http://schemas.microsoft.com/office/drawing/2014/main" id="{6ECDF861-43B6-0892-8D0E-76C14AFDA5C2}"/>
              </a:ext>
            </a:extLst>
          </p:cNvPr>
          <p:cNvGrpSpPr/>
          <p:nvPr/>
        </p:nvGrpSpPr>
        <p:grpSpPr>
          <a:xfrm>
            <a:off x="8588208" y="2477813"/>
            <a:ext cx="415614" cy="416118"/>
            <a:chOff x="8426580" y="2529979"/>
            <a:chExt cx="415614" cy="416118"/>
          </a:xfrm>
        </p:grpSpPr>
        <p:sp>
          <p:nvSpPr>
            <p:cNvPr id="100" name="楕円 54">
              <a:extLst>
                <a:ext uri="{FF2B5EF4-FFF2-40B4-BE49-F238E27FC236}">
                  <a16:creationId xmlns:a16="http://schemas.microsoft.com/office/drawing/2014/main" id="{C09FA91A-3F4A-8117-FE04-663193AE81D3}"/>
                </a:ext>
              </a:extLst>
            </p:cNvPr>
            <p:cNvSpPr/>
            <p:nvPr/>
          </p:nvSpPr>
          <p:spPr>
            <a:xfrm>
              <a:off x="8426580" y="2529979"/>
              <a:ext cx="415614" cy="416118"/>
            </a:xfrm>
            <a:prstGeom prst="ellipse">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a:solidFill>
                  <a:schemeClr val="tx1"/>
                </a:solidFill>
              </a:endParaRPr>
            </a:p>
          </p:txBody>
        </p:sp>
        <p:pic>
          <p:nvPicPr>
            <p:cNvPr id="101" name="図 100">
              <a:extLst>
                <a:ext uri="{FF2B5EF4-FFF2-40B4-BE49-F238E27FC236}">
                  <a16:creationId xmlns:a16="http://schemas.microsoft.com/office/drawing/2014/main" id="{5E9AAE3F-95B8-46E5-7760-134E5677DA3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8499747" y="2592232"/>
              <a:ext cx="269281" cy="269608"/>
            </a:xfrm>
            <a:prstGeom prst="rect">
              <a:avLst/>
            </a:prstGeom>
          </p:spPr>
        </p:pic>
      </p:grpSp>
      <p:pic>
        <p:nvPicPr>
          <p:cNvPr id="102" name="図 101">
            <a:extLst>
              <a:ext uri="{FF2B5EF4-FFF2-40B4-BE49-F238E27FC236}">
                <a16:creationId xmlns:a16="http://schemas.microsoft.com/office/drawing/2014/main" id="{F8D5BDB6-C175-FFF5-FF3E-EB994CC1F1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869072" y="3493778"/>
            <a:ext cx="357831" cy="358265"/>
          </a:xfrm>
          <a:prstGeom prst="rect">
            <a:avLst/>
          </a:prstGeom>
        </p:spPr>
      </p:pic>
      <p:pic>
        <p:nvPicPr>
          <p:cNvPr id="103" name="図 102">
            <a:extLst>
              <a:ext uri="{FF2B5EF4-FFF2-40B4-BE49-F238E27FC236}">
                <a16:creationId xmlns:a16="http://schemas.microsoft.com/office/drawing/2014/main" id="{742D76EA-5284-CD9E-1788-373E212DFC10}"/>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575007" y="4720690"/>
            <a:ext cx="295729" cy="296087"/>
          </a:xfrm>
          <a:prstGeom prst="rect">
            <a:avLst/>
          </a:prstGeom>
        </p:spPr>
      </p:pic>
      <p:pic>
        <p:nvPicPr>
          <p:cNvPr id="104" name="図 103">
            <a:extLst>
              <a:ext uri="{FF2B5EF4-FFF2-40B4-BE49-F238E27FC236}">
                <a16:creationId xmlns:a16="http://schemas.microsoft.com/office/drawing/2014/main" id="{FFA221B1-261D-48D9-0CA1-1A2A103B6C75}"/>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9563244" y="4689623"/>
            <a:ext cx="393614" cy="394092"/>
          </a:xfrm>
          <a:prstGeom prst="rect">
            <a:avLst/>
          </a:prstGeom>
        </p:spPr>
      </p:pic>
      <p:sp>
        <p:nvSpPr>
          <p:cNvPr id="105" name="ホームベース 63">
            <a:extLst>
              <a:ext uri="{FF2B5EF4-FFF2-40B4-BE49-F238E27FC236}">
                <a16:creationId xmlns:a16="http://schemas.microsoft.com/office/drawing/2014/main" id="{C988755E-C260-2EBE-B92D-75039999A0B1}"/>
              </a:ext>
            </a:extLst>
          </p:cNvPr>
          <p:cNvSpPr/>
          <p:nvPr/>
        </p:nvSpPr>
        <p:spPr>
          <a:xfrm>
            <a:off x="4803180" y="1901753"/>
            <a:ext cx="2636053" cy="309600"/>
          </a:xfrm>
          <a:prstGeom prst="homePlate">
            <a:avLst/>
          </a:pr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ja-JP" altLang="en-US" sz="1400" b="1">
                <a:solidFill>
                  <a:schemeClr val="bg1"/>
                </a:solidFill>
                <a:latin typeface="Meiryo UI" panose="020B0604030504040204" pitchFamily="50" charset="-128"/>
                <a:ea typeface="Meiryo UI" panose="020B0604030504040204" pitchFamily="50" charset="-128"/>
              </a:rPr>
              <a:t>何を作るべきか？</a:t>
            </a:r>
          </a:p>
        </p:txBody>
      </p:sp>
      <p:sp>
        <p:nvSpPr>
          <p:cNvPr id="106" name="ホームベース 64">
            <a:extLst>
              <a:ext uri="{FF2B5EF4-FFF2-40B4-BE49-F238E27FC236}">
                <a16:creationId xmlns:a16="http://schemas.microsoft.com/office/drawing/2014/main" id="{8C68B224-FF41-063D-04EE-CAAC79F008AC}"/>
              </a:ext>
            </a:extLst>
          </p:cNvPr>
          <p:cNvSpPr/>
          <p:nvPr/>
        </p:nvSpPr>
        <p:spPr>
          <a:xfrm>
            <a:off x="7440825" y="1901753"/>
            <a:ext cx="2636053" cy="309600"/>
          </a:xfrm>
          <a:prstGeom prst="homePlat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ja-JP" altLang="en-US" sz="1400" b="1">
                <a:solidFill>
                  <a:schemeClr val="bg1"/>
                </a:solidFill>
                <a:latin typeface="Meiryo UI" panose="020B0604030504040204" pitchFamily="50" charset="-128"/>
                <a:ea typeface="Meiryo UI" panose="020B0604030504040204" pitchFamily="50" charset="-128"/>
              </a:rPr>
              <a:t>どのようにスケールさせるか？</a:t>
            </a:r>
          </a:p>
        </p:txBody>
      </p:sp>
      <p:sp>
        <p:nvSpPr>
          <p:cNvPr id="107" name="テキスト ボックス 106">
            <a:extLst>
              <a:ext uri="{FF2B5EF4-FFF2-40B4-BE49-F238E27FC236}">
                <a16:creationId xmlns:a16="http://schemas.microsoft.com/office/drawing/2014/main" id="{5A2178E6-8A01-15D8-9315-5F464A04AB22}"/>
              </a:ext>
            </a:extLst>
          </p:cNvPr>
          <p:cNvSpPr txBox="1"/>
          <p:nvPr/>
        </p:nvSpPr>
        <p:spPr>
          <a:xfrm>
            <a:off x="2136627" y="1652808"/>
            <a:ext cx="2564726" cy="206332"/>
          </a:xfrm>
          <a:prstGeom prst="rect">
            <a:avLst/>
          </a:prstGeom>
        </p:spPr>
        <p:txBody>
          <a:bodyPr vert="horz" wrap="none" lIns="0" tIns="0" rIns="0" bIns="0" rtlCol="0">
            <a:noAutofit/>
          </a:bodyPr>
          <a:lstStyle/>
          <a:p>
            <a:pPr algn="ctr"/>
            <a:r>
              <a:rPr lang="en-US" altLang="ja-JP" sz="1400" b="1">
                <a:ea typeface="Meiryo UI" panose="020B0604030504040204" pitchFamily="50" charset="-128"/>
              </a:rPr>
              <a:t>Stage 1.</a:t>
            </a:r>
            <a:r>
              <a:rPr lang="ja-JP" altLang="en-US" sz="1400" b="1">
                <a:ea typeface="Meiryo UI" panose="020B0604030504040204" pitchFamily="50" charset="-128"/>
              </a:rPr>
              <a:t>探索フェーズ</a:t>
            </a:r>
            <a:endParaRPr kumimoji="1" lang="ja-JP" altLang="en-US" sz="1400">
              <a:ea typeface="Meiryo UI" panose="020B0604030504040204" pitchFamily="50" charset="-128"/>
            </a:endParaRPr>
          </a:p>
        </p:txBody>
      </p:sp>
      <p:sp>
        <p:nvSpPr>
          <p:cNvPr id="108" name="テキスト ボックス 107">
            <a:extLst>
              <a:ext uri="{FF2B5EF4-FFF2-40B4-BE49-F238E27FC236}">
                <a16:creationId xmlns:a16="http://schemas.microsoft.com/office/drawing/2014/main" id="{63FEB46A-0746-716B-7C8F-6C31DA37680A}"/>
              </a:ext>
            </a:extLst>
          </p:cNvPr>
          <p:cNvSpPr txBox="1"/>
          <p:nvPr/>
        </p:nvSpPr>
        <p:spPr>
          <a:xfrm>
            <a:off x="4813637" y="1652808"/>
            <a:ext cx="2564726" cy="206332"/>
          </a:xfrm>
          <a:prstGeom prst="rect">
            <a:avLst/>
          </a:prstGeom>
        </p:spPr>
        <p:txBody>
          <a:bodyPr vert="horz" wrap="none" lIns="0" tIns="0" rIns="0" bIns="0" rtlCol="0">
            <a:noAutofit/>
          </a:bodyPr>
          <a:lstStyle/>
          <a:p>
            <a:pPr algn="ctr"/>
            <a:r>
              <a:rPr lang="en-US" altLang="ja-JP" sz="1400" b="1">
                <a:ea typeface="Meiryo UI" panose="020B0604030504040204" pitchFamily="50" charset="-128"/>
              </a:rPr>
              <a:t>Stage 2.</a:t>
            </a:r>
            <a:r>
              <a:rPr lang="ja-JP" altLang="en-US" sz="1400" b="1">
                <a:latin typeface="Cambria" panose="02040503050406030204" pitchFamily="18" charset="0"/>
                <a:ea typeface="Meiryo UI" panose="020B0604030504040204" pitchFamily="50" charset="-128"/>
              </a:rPr>
              <a:t>実装フェーズ</a:t>
            </a:r>
            <a:endParaRPr kumimoji="1" lang="ja-JP" altLang="en-US" sz="1400">
              <a:latin typeface="Cambria" panose="02040503050406030204" pitchFamily="18" charset="0"/>
              <a:ea typeface="Meiryo UI" panose="020B0604030504040204" pitchFamily="50" charset="-128"/>
            </a:endParaRPr>
          </a:p>
        </p:txBody>
      </p:sp>
      <p:sp>
        <p:nvSpPr>
          <p:cNvPr id="109" name="テキスト ボックス 108">
            <a:extLst>
              <a:ext uri="{FF2B5EF4-FFF2-40B4-BE49-F238E27FC236}">
                <a16:creationId xmlns:a16="http://schemas.microsoft.com/office/drawing/2014/main" id="{CA82922A-DA3D-F929-9689-DDE264711E89}"/>
              </a:ext>
            </a:extLst>
          </p:cNvPr>
          <p:cNvSpPr txBox="1"/>
          <p:nvPr/>
        </p:nvSpPr>
        <p:spPr>
          <a:xfrm>
            <a:off x="7439678" y="1652808"/>
            <a:ext cx="2564726" cy="206332"/>
          </a:xfrm>
          <a:prstGeom prst="rect">
            <a:avLst/>
          </a:prstGeom>
        </p:spPr>
        <p:txBody>
          <a:bodyPr vert="horz" wrap="none" lIns="0" tIns="0" rIns="0" bIns="0" rtlCol="0">
            <a:noAutofit/>
          </a:bodyPr>
          <a:lstStyle/>
          <a:p>
            <a:pPr algn="ctr"/>
            <a:r>
              <a:rPr lang="en-US" altLang="ja-JP" sz="1400" b="1">
                <a:ea typeface="Meiryo UI" panose="020B0604030504040204" pitchFamily="50" charset="-128"/>
              </a:rPr>
              <a:t>Stage 3.</a:t>
            </a:r>
            <a:r>
              <a:rPr lang="ja-JP" altLang="en-US" sz="1400" b="1">
                <a:latin typeface="Cambria" panose="02040503050406030204" pitchFamily="18" charset="0"/>
                <a:ea typeface="Meiryo UI" panose="020B0604030504040204" pitchFamily="50" charset="-128"/>
              </a:rPr>
              <a:t>発展フェーズ</a:t>
            </a:r>
            <a:endParaRPr kumimoji="1" lang="ja-JP" altLang="en-US" sz="1400">
              <a:latin typeface="Cambria" panose="02040503050406030204" pitchFamily="18" charset="0"/>
              <a:ea typeface="Meiryo UI" panose="020B0604030504040204" pitchFamily="50" charset="-128"/>
            </a:endParaRPr>
          </a:p>
        </p:txBody>
      </p:sp>
      <p:sp>
        <p:nvSpPr>
          <p:cNvPr id="110" name="楕円 77">
            <a:extLst>
              <a:ext uri="{FF2B5EF4-FFF2-40B4-BE49-F238E27FC236}">
                <a16:creationId xmlns:a16="http://schemas.microsoft.com/office/drawing/2014/main" id="{16C93239-E2B9-98BE-A98E-4DFF37E152E6}"/>
              </a:ext>
            </a:extLst>
          </p:cNvPr>
          <p:cNvSpPr/>
          <p:nvPr/>
        </p:nvSpPr>
        <p:spPr>
          <a:xfrm>
            <a:off x="7213659" y="2498254"/>
            <a:ext cx="415614" cy="416118"/>
          </a:xfrm>
          <a:prstGeom prst="ellipse">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a:solidFill>
                <a:schemeClr val="tx1"/>
              </a:solidFill>
            </a:endParaRPr>
          </a:p>
        </p:txBody>
      </p:sp>
      <p:pic>
        <p:nvPicPr>
          <p:cNvPr id="111" name="図 110">
            <a:extLst>
              <a:ext uri="{FF2B5EF4-FFF2-40B4-BE49-F238E27FC236}">
                <a16:creationId xmlns:a16="http://schemas.microsoft.com/office/drawing/2014/main" id="{4F26C1F9-A6EA-DFBB-DD2A-773791754DA9}"/>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7294096" y="2559150"/>
            <a:ext cx="295729" cy="296087"/>
          </a:xfrm>
          <a:prstGeom prst="rect">
            <a:avLst/>
          </a:prstGeom>
        </p:spPr>
      </p:pic>
      <p:sp>
        <p:nvSpPr>
          <p:cNvPr id="112" name="テキスト ボックス 111">
            <a:extLst>
              <a:ext uri="{FF2B5EF4-FFF2-40B4-BE49-F238E27FC236}">
                <a16:creationId xmlns:a16="http://schemas.microsoft.com/office/drawing/2014/main" id="{E1FE107B-57F0-27FE-2156-1EA7DAA3D171}"/>
              </a:ext>
            </a:extLst>
          </p:cNvPr>
          <p:cNvSpPr txBox="1"/>
          <p:nvPr/>
        </p:nvSpPr>
        <p:spPr>
          <a:xfrm>
            <a:off x="7097697" y="2269056"/>
            <a:ext cx="675372" cy="187575"/>
          </a:xfrm>
          <a:prstGeom prst="rect">
            <a:avLst/>
          </a:prstGeom>
          <a:solidFill>
            <a:schemeClr val="bg1"/>
          </a:solidFill>
        </p:spPr>
        <p:txBody>
          <a:bodyPr vert="horz" wrap="none" lIns="0" tIns="0" rIns="0" bIns="0" rtlCol="0">
            <a:noAutofit/>
          </a:bodyPr>
          <a:lstStyle/>
          <a:p>
            <a:pPr algn="ctr"/>
            <a:r>
              <a:rPr lang="ja-JP" altLang="en-US" sz="1400">
                <a:latin typeface="Meiryo UI" panose="020B0604030504040204" pitchFamily="50" charset="-128"/>
                <a:ea typeface="Meiryo UI" panose="020B0604030504040204" pitchFamily="50" charset="-128"/>
              </a:rPr>
              <a:t>展開計画</a:t>
            </a:r>
            <a:endParaRPr kumimoji="1" lang="ja-JP" altLang="en-US" sz="1400">
              <a:latin typeface="Meiryo UI" panose="020B0604030504040204" pitchFamily="50" charset="-128"/>
              <a:ea typeface="Meiryo UI" panose="020B0604030504040204" pitchFamily="50" charset="-128"/>
            </a:endParaRPr>
          </a:p>
        </p:txBody>
      </p:sp>
      <p:grpSp>
        <p:nvGrpSpPr>
          <p:cNvPr id="113" name="グループ化 112">
            <a:extLst>
              <a:ext uri="{FF2B5EF4-FFF2-40B4-BE49-F238E27FC236}">
                <a16:creationId xmlns:a16="http://schemas.microsoft.com/office/drawing/2014/main" id="{4369DE7F-07CA-C31D-A1AD-7FF24BB73FFB}"/>
              </a:ext>
            </a:extLst>
          </p:cNvPr>
          <p:cNvGrpSpPr/>
          <p:nvPr/>
        </p:nvGrpSpPr>
        <p:grpSpPr>
          <a:xfrm>
            <a:off x="4565904" y="5648013"/>
            <a:ext cx="415614" cy="416118"/>
            <a:chOff x="4404276" y="5536033"/>
            <a:chExt cx="415614" cy="416118"/>
          </a:xfrm>
        </p:grpSpPr>
        <p:sp>
          <p:nvSpPr>
            <p:cNvPr id="114" name="楕円 82">
              <a:extLst>
                <a:ext uri="{FF2B5EF4-FFF2-40B4-BE49-F238E27FC236}">
                  <a16:creationId xmlns:a16="http://schemas.microsoft.com/office/drawing/2014/main" id="{0FA6CC1E-AA7E-EAB7-4FC0-4E361852DA44}"/>
                </a:ext>
              </a:extLst>
            </p:cNvPr>
            <p:cNvSpPr/>
            <p:nvPr/>
          </p:nvSpPr>
          <p:spPr>
            <a:xfrm>
              <a:off x="4404276" y="5536033"/>
              <a:ext cx="415614" cy="416118"/>
            </a:xfrm>
            <a:prstGeom prst="ellipse">
              <a:avLst/>
            </a:prstGeom>
            <a:solidFill>
              <a:schemeClr val="accent3">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a:solidFill>
                  <a:schemeClr val="tx1"/>
                </a:solidFill>
              </a:endParaRPr>
            </a:p>
          </p:txBody>
        </p:sp>
        <p:pic>
          <p:nvPicPr>
            <p:cNvPr id="115" name="図 114">
              <a:extLst>
                <a:ext uri="{FF2B5EF4-FFF2-40B4-BE49-F238E27FC236}">
                  <a16:creationId xmlns:a16="http://schemas.microsoft.com/office/drawing/2014/main" id="{78F196E6-DC58-05E2-601C-7B65501D31F3}"/>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4476996" y="5608978"/>
              <a:ext cx="296210" cy="296569"/>
            </a:xfrm>
            <a:prstGeom prst="rect">
              <a:avLst/>
            </a:prstGeom>
          </p:spPr>
        </p:pic>
      </p:grpSp>
      <p:sp>
        <p:nvSpPr>
          <p:cNvPr id="116" name="テキスト ボックス 115">
            <a:extLst>
              <a:ext uri="{FF2B5EF4-FFF2-40B4-BE49-F238E27FC236}">
                <a16:creationId xmlns:a16="http://schemas.microsoft.com/office/drawing/2014/main" id="{C6FE31E9-6BE0-F388-9A09-BB69C79731F3}"/>
              </a:ext>
            </a:extLst>
          </p:cNvPr>
          <p:cNvSpPr txBox="1"/>
          <p:nvPr/>
        </p:nvSpPr>
        <p:spPr>
          <a:xfrm>
            <a:off x="4504596" y="5436409"/>
            <a:ext cx="507416" cy="187575"/>
          </a:xfrm>
          <a:prstGeom prst="rect">
            <a:avLst/>
          </a:prstGeom>
        </p:spPr>
        <p:txBody>
          <a:bodyPr vert="horz" wrap="none" lIns="0" tIns="0" rIns="0" bIns="0" rtlCol="0">
            <a:noAutofit/>
          </a:bodyPr>
          <a:lstStyle/>
          <a:p>
            <a:pPr algn="ctr"/>
            <a:r>
              <a:rPr kumimoji="1" lang="ja-JP" altLang="en-US" sz="1400">
                <a:latin typeface="Meiryo UI" panose="020B0604030504040204" pitchFamily="50" charset="-128"/>
                <a:ea typeface="Meiryo UI" panose="020B0604030504040204" pitchFamily="50" charset="-128"/>
              </a:rPr>
              <a:t>ステップチェック</a:t>
            </a:r>
          </a:p>
        </p:txBody>
      </p:sp>
      <p:grpSp>
        <p:nvGrpSpPr>
          <p:cNvPr id="117" name="グループ化 116">
            <a:extLst>
              <a:ext uri="{FF2B5EF4-FFF2-40B4-BE49-F238E27FC236}">
                <a16:creationId xmlns:a16="http://schemas.microsoft.com/office/drawing/2014/main" id="{7BB096E9-8129-8491-98E4-D1FE4746BF05}"/>
              </a:ext>
            </a:extLst>
          </p:cNvPr>
          <p:cNvGrpSpPr/>
          <p:nvPr/>
        </p:nvGrpSpPr>
        <p:grpSpPr>
          <a:xfrm>
            <a:off x="7229549" y="5648013"/>
            <a:ext cx="415614" cy="416118"/>
            <a:chOff x="7316544" y="5490125"/>
            <a:chExt cx="415614" cy="416118"/>
          </a:xfrm>
        </p:grpSpPr>
        <p:sp>
          <p:nvSpPr>
            <p:cNvPr id="118" name="楕円 88">
              <a:extLst>
                <a:ext uri="{FF2B5EF4-FFF2-40B4-BE49-F238E27FC236}">
                  <a16:creationId xmlns:a16="http://schemas.microsoft.com/office/drawing/2014/main" id="{A105A7E7-FFA6-8C3F-0E1F-D006BF9F0940}"/>
                </a:ext>
              </a:extLst>
            </p:cNvPr>
            <p:cNvSpPr/>
            <p:nvPr/>
          </p:nvSpPr>
          <p:spPr>
            <a:xfrm>
              <a:off x="7316544" y="5490125"/>
              <a:ext cx="415614" cy="416118"/>
            </a:xfrm>
            <a:prstGeom prst="ellipse">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a:solidFill>
                  <a:schemeClr val="tx1"/>
                </a:solidFill>
              </a:endParaRPr>
            </a:p>
          </p:txBody>
        </p:sp>
        <p:pic>
          <p:nvPicPr>
            <p:cNvPr id="119" name="図 118">
              <a:extLst>
                <a:ext uri="{FF2B5EF4-FFF2-40B4-BE49-F238E27FC236}">
                  <a16:creationId xmlns:a16="http://schemas.microsoft.com/office/drawing/2014/main" id="{CF183680-2EBD-6938-E10D-C817A4EF6F7A}"/>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376246" y="5549332"/>
              <a:ext cx="296210" cy="296569"/>
            </a:xfrm>
            <a:prstGeom prst="rect">
              <a:avLst/>
            </a:prstGeom>
          </p:spPr>
        </p:pic>
      </p:grpSp>
      <p:sp>
        <p:nvSpPr>
          <p:cNvPr id="120" name="テキスト ボックス 119">
            <a:extLst>
              <a:ext uri="{FF2B5EF4-FFF2-40B4-BE49-F238E27FC236}">
                <a16:creationId xmlns:a16="http://schemas.microsoft.com/office/drawing/2014/main" id="{50E76D12-DB9D-11E3-B842-C4B18862AB68}"/>
              </a:ext>
            </a:extLst>
          </p:cNvPr>
          <p:cNvSpPr txBox="1"/>
          <p:nvPr/>
        </p:nvSpPr>
        <p:spPr>
          <a:xfrm>
            <a:off x="7168241" y="5436409"/>
            <a:ext cx="507416" cy="187575"/>
          </a:xfrm>
          <a:prstGeom prst="rect">
            <a:avLst/>
          </a:prstGeom>
        </p:spPr>
        <p:txBody>
          <a:bodyPr vert="horz" wrap="none" lIns="0" tIns="0" rIns="0" bIns="0" rtlCol="0">
            <a:noAutofit/>
          </a:bodyPr>
          <a:lstStyle/>
          <a:p>
            <a:pPr algn="ctr"/>
            <a:r>
              <a:rPr kumimoji="1" lang="ja-JP" altLang="en-US" sz="1400">
                <a:latin typeface="Meiryo UI" panose="020B0604030504040204" pitchFamily="50" charset="-128"/>
                <a:ea typeface="Meiryo UI" panose="020B0604030504040204" pitchFamily="50" charset="-128"/>
              </a:rPr>
              <a:t>ステップチェック</a:t>
            </a:r>
          </a:p>
        </p:txBody>
      </p:sp>
      <p:sp>
        <p:nvSpPr>
          <p:cNvPr id="121" name="テキスト ボックス 120">
            <a:extLst>
              <a:ext uri="{FF2B5EF4-FFF2-40B4-BE49-F238E27FC236}">
                <a16:creationId xmlns:a16="http://schemas.microsoft.com/office/drawing/2014/main" id="{DB513DD9-ED85-5311-1C60-CE827F6DC5A3}"/>
              </a:ext>
            </a:extLst>
          </p:cNvPr>
          <p:cNvSpPr txBox="1"/>
          <p:nvPr/>
        </p:nvSpPr>
        <p:spPr>
          <a:xfrm>
            <a:off x="2116582" y="6176789"/>
            <a:ext cx="2610000" cy="307777"/>
          </a:xfrm>
          <a:prstGeom prst="rect">
            <a:avLst/>
          </a:prstGeom>
          <a:solidFill>
            <a:srgbClr val="FFC000"/>
          </a:solidFill>
          <a:ln w="3175">
            <a:noFill/>
          </a:ln>
        </p:spPr>
        <p:txBody>
          <a:bodyPr wrap="square">
            <a:spAutoFit/>
          </a:bodyPr>
          <a:lstStyle/>
          <a:p>
            <a:pPr algn="ctr"/>
            <a:r>
              <a:rPr lang="ja-JP" altLang="en-US" sz="1400" b="1">
                <a:solidFill>
                  <a:schemeClr val="bg1"/>
                </a:solidFill>
              </a:rPr>
              <a:t>受容性</a:t>
            </a:r>
          </a:p>
        </p:txBody>
      </p:sp>
      <p:sp>
        <p:nvSpPr>
          <p:cNvPr id="122" name="テキスト ボックス 121">
            <a:extLst>
              <a:ext uri="{FF2B5EF4-FFF2-40B4-BE49-F238E27FC236}">
                <a16:creationId xmlns:a16="http://schemas.microsoft.com/office/drawing/2014/main" id="{B704B9CF-55C6-42E9-7A99-6FD3D9ACFAE2}"/>
              </a:ext>
            </a:extLst>
          </p:cNvPr>
          <p:cNvSpPr txBox="1"/>
          <p:nvPr/>
        </p:nvSpPr>
        <p:spPr>
          <a:xfrm>
            <a:off x="4771892" y="6176789"/>
            <a:ext cx="2610000" cy="307777"/>
          </a:xfrm>
          <a:prstGeom prst="rect">
            <a:avLst/>
          </a:prstGeom>
          <a:solidFill>
            <a:schemeClr val="accent3"/>
          </a:solidFill>
          <a:ln w="3175">
            <a:noFill/>
          </a:ln>
        </p:spPr>
        <p:txBody>
          <a:bodyPr wrap="square">
            <a:spAutoFit/>
          </a:bodyPr>
          <a:lstStyle/>
          <a:p>
            <a:pPr algn="ctr"/>
            <a:r>
              <a:rPr lang="ja-JP" altLang="en-US" sz="1400" b="1">
                <a:solidFill>
                  <a:schemeClr val="bg1"/>
                </a:solidFill>
              </a:rPr>
              <a:t>実現性</a:t>
            </a:r>
          </a:p>
        </p:txBody>
      </p:sp>
      <p:sp>
        <p:nvSpPr>
          <p:cNvPr id="123" name="テキスト ボックス 122">
            <a:extLst>
              <a:ext uri="{FF2B5EF4-FFF2-40B4-BE49-F238E27FC236}">
                <a16:creationId xmlns:a16="http://schemas.microsoft.com/office/drawing/2014/main" id="{B3683FC0-EA7D-AD54-2036-5AB1B05E1CB9}"/>
              </a:ext>
            </a:extLst>
          </p:cNvPr>
          <p:cNvSpPr txBox="1"/>
          <p:nvPr/>
        </p:nvSpPr>
        <p:spPr>
          <a:xfrm>
            <a:off x="7427201" y="6176789"/>
            <a:ext cx="2610000" cy="307777"/>
          </a:xfrm>
          <a:prstGeom prst="rect">
            <a:avLst/>
          </a:prstGeom>
          <a:solidFill>
            <a:schemeClr val="accent2"/>
          </a:solidFill>
          <a:ln w="3175">
            <a:noFill/>
          </a:ln>
        </p:spPr>
        <p:txBody>
          <a:bodyPr wrap="square">
            <a:spAutoFit/>
          </a:bodyPr>
          <a:lstStyle/>
          <a:p>
            <a:pPr algn="ctr"/>
            <a:r>
              <a:rPr lang="ja-JP" altLang="en-US" sz="1400" b="1">
                <a:solidFill>
                  <a:schemeClr val="bg1"/>
                </a:solidFill>
              </a:rPr>
              <a:t>持続可能性</a:t>
            </a:r>
          </a:p>
        </p:txBody>
      </p:sp>
      <p:grpSp>
        <p:nvGrpSpPr>
          <p:cNvPr id="124" name="グループ化 123">
            <a:extLst>
              <a:ext uri="{FF2B5EF4-FFF2-40B4-BE49-F238E27FC236}">
                <a16:creationId xmlns:a16="http://schemas.microsoft.com/office/drawing/2014/main" id="{443826F0-171B-6815-3DB4-58B3024924B9}"/>
              </a:ext>
            </a:extLst>
          </p:cNvPr>
          <p:cNvGrpSpPr/>
          <p:nvPr/>
        </p:nvGrpSpPr>
        <p:grpSpPr>
          <a:xfrm>
            <a:off x="5778492" y="4926426"/>
            <a:ext cx="630844" cy="631608"/>
            <a:chOff x="5853135" y="5095450"/>
            <a:chExt cx="630844" cy="631608"/>
          </a:xfrm>
        </p:grpSpPr>
        <p:sp>
          <p:nvSpPr>
            <p:cNvPr id="125" name="楕円 46">
              <a:extLst>
                <a:ext uri="{FF2B5EF4-FFF2-40B4-BE49-F238E27FC236}">
                  <a16:creationId xmlns:a16="http://schemas.microsoft.com/office/drawing/2014/main" id="{F3EA50B1-D51E-D65F-17C3-65933283FBE1}"/>
                </a:ext>
              </a:extLst>
            </p:cNvPr>
            <p:cNvSpPr/>
            <p:nvPr/>
          </p:nvSpPr>
          <p:spPr>
            <a:xfrm>
              <a:off x="5853135" y="5095450"/>
              <a:ext cx="630844" cy="631608"/>
            </a:xfrm>
            <a:prstGeom prst="ellipse">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a:solidFill>
                  <a:schemeClr val="tx1"/>
                </a:solidFill>
              </a:endParaRPr>
            </a:p>
          </p:txBody>
        </p:sp>
        <p:pic>
          <p:nvPicPr>
            <p:cNvPr id="126" name="図 125">
              <a:extLst>
                <a:ext uri="{FF2B5EF4-FFF2-40B4-BE49-F238E27FC236}">
                  <a16:creationId xmlns:a16="http://schemas.microsoft.com/office/drawing/2014/main" id="{5CE93354-176B-DFBB-28F4-EABD76C2B81F}"/>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6019356" y="5255579"/>
              <a:ext cx="325301" cy="325696"/>
            </a:xfrm>
            <a:prstGeom prst="rect">
              <a:avLst/>
            </a:prstGeom>
          </p:spPr>
        </p:pic>
      </p:grpSp>
      <p:sp>
        <p:nvSpPr>
          <p:cNvPr id="127" name="テキスト ボックス 126">
            <a:extLst>
              <a:ext uri="{FF2B5EF4-FFF2-40B4-BE49-F238E27FC236}">
                <a16:creationId xmlns:a16="http://schemas.microsoft.com/office/drawing/2014/main" id="{8742F1E9-A4EE-100F-9D00-2B6F20A70B98}"/>
              </a:ext>
            </a:extLst>
          </p:cNvPr>
          <p:cNvSpPr txBox="1"/>
          <p:nvPr/>
        </p:nvSpPr>
        <p:spPr>
          <a:xfrm>
            <a:off x="5685314" y="5540519"/>
            <a:ext cx="817200" cy="274628"/>
          </a:xfrm>
          <a:prstGeom prst="rect">
            <a:avLst/>
          </a:prstGeom>
        </p:spPr>
        <p:txBody>
          <a:bodyPr vert="horz" wrap="none" lIns="0" tIns="0" rIns="0" bIns="0" rtlCol="0">
            <a:noAutofit/>
          </a:bodyPr>
          <a:lstStyle/>
          <a:p>
            <a:pPr algn="ctr"/>
            <a:r>
              <a:rPr kumimoji="1" lang="ja-JP" altLang="en-US" sz="1400" b="1">
                <a:solidFill>
                  <a:schemeClr val="accent3"/>
                </a:solidFill>
                <a:latin typeface="Meiryo UI" panose="020B0604030504040204" pitchFamily="50" charset="-128"/>
                <a:ea typeface="Meiryo UI" panose="020B0604030504040204" pitchFamily="50" charset="-128"/>
              </a:rPr>
              <a:t>顧客での検証</a:t>
            </a:r>
          </a:p>
        </p:txBody>
      </p:sp>
      <p:sp>
        <p:nvSpPr>
          <p:cNvPr id="128" name="正方形/長方形 127">
            <a:extLst>
              <a:ext uri="{FF2B5EF4-FFF2-40B4-BE49-F238E27FC236}">
                <a16:creationId xmlns:a16="http://schemas.microsoft.com/office/drawing/2014/main" id="{2057245B-52D9-A039-4D1B-633671B95214}"/>
              </a:ext>
            </a:extLst>
          </p:cNvPr>
          <p:cNvSpPr/>
          <p:nvPr/>
        </p:nvSpPr>
        <p:spPr>
          <a:xfrm>
            <a:off x="5267655" y="5772776"/>
            <a:ext cx="1652518" cy="180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顧客の声、顧客行動の分析</a:t>
            </a:r>
          </a:p>
        </p:txBody>
      </p:sp>
      <p:sp>
        <p:nvSpPr>
          <p:cNvPr id="129" name="テキスト ボックス 128">
            <a:extLst>
              <a:ext uri="{FF2B5EF4-FFF2-40B4-BE49-F238E27FC236}">
                <a16:creationId xmlns:a16="http://schemas.microsoft.com/office/drawing/2014/main" id="{C5F0DD57-218E-2672-1733-C3B809C82674}"/>
              </a:ext>
            </a:extLst>
          </p:cNvPr>
          <p:cNvSpPr txBox="1"/>
          <p:nvPr/>
        </p:nvSpPr>
        <p:spPr>
          <a:xfrm>
            <a:off x="2933658" y="5555785"/>
            <a:ext cx="1009892" cy="215444"/>
          </a:xfrm>
          <a:prstGeom prst="rect">
            <a:avLst/>
          </a:prstGeom>
          <a:solidFill>
            <a:schemeClr val="bg1"/>
          </a:solidFill>
        </p:spPr>
        <p:txBody>
          <a:bodyPr vert="horz" wrap="none" lIns="0" tIns="0" rIns="0" bIns="0" rtlCol="0">
            <a:spAutoFit/>
          </a:bodyPr>
          <a:lstStyle/>
          <a:p>
            <a:pPr algn="ctr"/>
            <a:r>
              <a:rPr kumimoji="1" lang="ja-JP" altLang="en-US" sz="1400" b="1">
                <a:solidFill>
                  <a:schemeClr val="accent6"/>
                </a:solidFill>
                <a:latin typeface="Meiryo UI" panose="020B0604030504040204" pitchFamily="50" charset="-128"/>
                <a:ea typeface="Meiryo UI" panose="020B0604030504040204" pitchFamily="50" charset="-128"/>
              </a:rPr>
              <a:t>顧客との共感</a:t>
            </a:r>
          </a:p>
        </p:txBody>
      </p:sp>
      <p:sp>
        <p:nvSpPr>
          <p:cNvPr id="130" name="正方形/長方形 129">
            <a:extLst>
              <a:ext uri="{FF2B5EF4-FFF2-40B4-BE49-F238E27FC236}">
                <a16:creationId xmlns:a16="http://schemas.microsoft.com/office/drawing/2014/main" id="{5A3F827E-D41C-881E-FF0B-DDF3AFECC1BC}"/>
              </a:ext>
            </a:extLst>
          </p:cNvPr>
          <p:cNvSpPr/>
          <p:nvPr/>
        </p:nvSpPr>
        <p:spPr>
          <a:xfrm>
            <a:off x="2881213" y="5772776"/>
            <a:ext cx="1114783" cy="180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bg1"/>
                </a:solidFill>
                <a:latin typeface="Meiryo UI" panose="020B0604030504040204" pitchFamily="50" charset="-128"/>
                <a:ea typeface="Meiryo UI" panose="020B0604030504040204" pitchFamily="50" charset="-128"/>
              </a:rPr>
              <a:t>顧客行動の観察</a:t>
            </a:r>
            <a:endParaRPr kumimoji="1" lang="ja-JP" altLang="en-US" sz="1000" dirty="0">
              <a:solidFill>
                <a:schemeClr val="bg1"/>
              </a:solidFill>
              <a:latin typeface="Meiryo UI" panose="020B0604030504040204" pitchFamily="50" charset="-128"/>
              <a:ea typeface="Meiryo UI" panose="020B0604030504040204" pitchFamily="50" charset="-128"/>
            </a:endParaRPr>
          </a:p>
        </p:txBody>
      </p:sp>
      <p:grpSp>
        <p:nvGrpSpPr>
          <p:cNvPr id="131" name="グループ化 130">
            <a:extLst>
              <a:ext uri="{FF2B5EF4-FFF2-40B4-BE49-F238E27FC236}">
                <a16:creationId xmlns:a16="http://schemas.microsoft.com/office/drawing/2014/main" id="{46FD0B4F-20C8-00DF-A4E0-46635383C674}"/>
              </a:ext>
            </a:extLst>
          </p:cNvPr>
          <p:cNvGrpSpPr/>
          <p:nvPr/>
        </p:nvGrpSpPr>
        <p:grpSpPr>
          <a:xfrm>
            <a:off x="3123182" y="4930450"/>
            <a:ext cx="630844" cy="631608"/>
            <a:chOff x="2815999" y="4581167"/>
            <a:chExt cx="853326" cy="854360"/>
          </a:xfrm>
        </p:grpSpPr>
        <p:sp>
          <p:nvSpPr>
            <p:cNvPr id="132" name="楕円 46">
              <a:extLst>
                <a:ext uri="{FF2B5EF4-FFF2-40B4-BE49-F238E27FC236}">
                  <a16:creationId xmlns:a16="http://schemas.microsoft.com/office/drawing/2014/main" id="{CBEAE95B-78DB-D6CC-792D-4A05CD056118}"/>
                </a:ext>
              </a:extLst>
            </p:cNvPr>
            <p:cNvSpPr/>
            <p:nvPr/>
          </p:nvSpPr>
          <p:spPr>
            <a:xfrm>
              <a:off x="2815999" y="4581167"/>
              <a:ext cx="853326" cy="854360"/>
            </a:xfrm>
            <a:prstGeom prst="ellipse">
              <a:avLst/>
            </a:prstGeom>
            <a:solidFill>
              <a:srgbClr val="FFC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a:solidFill>
                  <a:schemeClr val="tx1"/>
                </a:solidFill>
              </a:endParaRPr>
            </a:p>
          </p:txBody>
        </p:sp>
        <p:pic>
          <p:nvPicPr>
            <p:cNvPr id="133" name="図 132">
              <a:extLst>
                <a:ext uri="{FF2B5EF4-FFF2-40B4-BE49-F238E27FC236}">
                  <a16:creationId xmlns:a16="http://schemas.microsoft.com/office/drawing/2014/main" id="{603B5085-B062-2EF1-15A8-B29029A16DFE}"/>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2898101" y="4679694"/>
              <a:ext cx="653439" cy="654232"/>
            </a:xfrm>
            <a:prstGeom prst="rect">
              <a:avLst/>
            </a:prstGeom>
          </p:spPr>
        </p:pic>
      </p:grpSp>
      <p:grpSp>
        <p:nvGrpSpPr>
          <p:cNvPr id="134" name="グループ化 133">
            <a:extLst>
              <a:ext uri="{FF2B5EF4-FFF2-40B4-BE49-F238E27FC236}">
                <a16:creationId xmlns:a16="http://schemas.microsoft.com/office/drawing/2014/main" id="{27AB75E6-B702-37BD-39E0-859C0AAB585A}"/>
              </a:ext>
            </a:extLst>
          </p:cNvPr>
          <p:cNvGrpSpPr/>
          <p:nvPr/>
        </p:nvGrpSpPr>
        <p:grpSpPr>
          <a:xfrm>
            <a:off x="7782974" y="4926426"/>
            <a:ext cx="1868031" cy="1003858"/>
            <a:chOff x="7892020" y="4926426"/>
            <a:chExt cx="1868031" cy="1003858"/>
          </a:xfrm>
        </p:grpSpPr>
        <p:sp>
          <p:nvSpPr>
            <p:cNvPr id="135" name="テキスト ボックス 134">
              <a:extLst>
                <a:ext uri="{FF2B5EF4-FFF2-40B4-BE49-F238E27FC236}">
                  <a16:creationId xmlns:a16="http://schemas.microsoft.com/office/drawing/2014/main" id="{95E57D1B-A43B-5B9A-594F-B2FC17EF9590}"/>
                </a:ext>
              </a:extLst>
            </p:cNvPr>
            <p:cNvSpPr txBox="1"/>
            <p:nvPr/>
          </p:nvSpPr>
          <p:spPr>
            <a:xfrm>
              <a:off x="8417435" y="5540519"/>
              <a:ext cx="817200" cy="274628"/>
            </a:xfrm>
            <a:prstGeom prst="rect">
              <a:avLst/>
            </a:prstGeom>
          </p:spPr>
          <p:txBody>
            <a:bodyPr vert="horz" wrap="none" lIns="0" tIns="0" rIns="0" bIns="0" rtlCol="0">
              <a:noAutofit/>
            </a:bodyPr>
            <a:lstStyle/>
            <a:p>
              <a:pPr algn="ctr"/>
              <a:r>
                <a:rPr kumimoji="1" lang="ja-JP" altLang="en-US" sz="1400" b="1">
                  <a:solidFill>
                    <a:schemeClr val="accent2"/>
                  </a:solidFill>
                  <a:latin typeface="Meiryo UI" panose="020B0604030504040204" pitchFamily="50" charset="-128"/>
                  <a:ea typeface="Meiryo UI" panose="020B0604030504040204" pitchFamily="50" charset="-128"/>
                </a:rPr>
                <a:t>顧客での検証</a:t>
              </a:r>
            </a:p>
          </p:txBody>
        </p:sp>
        <p:sp>
          <p:nvSpPr>
            <p:cNvPr id="136" name="正方形/長方形 135">
              <a:extLst>
                <a:ext uri="{FF2B5EF4-FFF2-40B4-BE49-F238E27FC236}">
                  <a16:creationId xmlns:a16="http://schemas.microsoft.com/office/drawing/2014/main" id="{0EAA0C08-F934-0074-1579-99B867EA5A80}"/>
                </a:ext>
              </a:extLst>
            </p:cNvPr>
            <p:cNvSpPr/>
            <p:nvPr/>
          </p:nvSpPr>
          <p:spPr>
            <a:xfrm>
              <a:off x="7892020" y="5772776"/>
              <a:ext cx="1868031" cy="15750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多変量でのトレンド・パターン分析</a:t>
              </a:r>
            </a:p>
          </p:txBody>
        </p:sp>
        <p:grpSp>
          <p:nvGrpSpPr>
            <p:cNvPr id="137" name="グループ化 136">
              <a:extLst>
                <a:ext uri="{FF2B5EF4-FFF2-40B4-BE49-F238E27FC236}">
                  <a16:creationId xmlns:a16="http://schemas.microsoft.com/office/drawing/2014/main" id="{153B6CEE-910E-87AE-56F8-28E8AF8B3A4E}"/>
                </a:ext>
              </a:extLst>
            </p:cNvPr>
            <p:cNvGrpSpPr/>
            <p:nvPr/>
          </p:nvGrpSpPr>
          <p:grpSpPr>
            <a:xfrm>
              <a:off x="8510613" y="4926426"/>
              <a:ext cx="630844" cy="631608"/>
              <a:chOff x="8829577" y="4810017"/>
              <a:chExt cx="630844" cy="631608"/>
            </a:xfrm>
          </p:grpSpPr>
          <p:grpSp>
            <p:nvGrpSpPr>
              <p:cNvPr id="138" name="グループ化 137">
                <a:extLst>
                  <a:ext uri="{FF2B5EF4-FFF2-40B4-BE49-F238E27FC236}">
                    <a16:creationId xmlns:a16="http://schemas.microsoft.com/office/drawing/2014/main" id="{F5CB132A-7FAE-B70B-369C-D798B0CE1439}"/>
                  </a:ext>
                </a:extLst>
              </p:cNvPr>
              <p:cNvGrpSpPr/>
              <p:nvPr/>
            </p:nvGrpSpPr>
            <p:grpSpPr>
              <a:xfrm>
                <a:off x="8829577" y="4810017"/>
                <a:ext cx="630844" cy="631608"/>
                <a:chOff x="8333820" y="4941769"/>
                <a:chExt cx="630844" cy="631608"/>
              </a:xfrm>
            </p:grpSpPr>
            <p:sp>
              <p:nvSpPr>
                <p:cNvPr id="140" name="楕円 46">
                  <a:extLst>
                    <a:ext uri="{FF2B5EF4-FFF2-40B4-BE49-F238E27FC236}">
                      <a16:creationId xmlns:a16="http://schemas.microsoft.com/office/drawing/2014/main" id="{88909849-5FC7-3CC2-86EC-2535E93A5994}"/>
                    </a:ext>
                  </a:extLst>
                </p:cNvPr>
                <p:cNvSpPr/>
                <p:nvPr/>
              </p:nvSpPr>
              <p:spPr>
                <a:xfrm>
                  <a:off x="8333820" y="4941769"/>
                  <a:ext cx="630844" cy="631608"/>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a:solidFill>
                      <a:schemeClr val="tx1"/>
                    </a:solidFill>
                  </a:endParaRPr>
                </a:p>
              </p:txBody>
            </p:sp>
            <p:pic>
              <p:nvPicPr>
                <p:cNvPr id="141" name="グラフィックス 140" descr="ブライユ点字 枠線">
                  <a:extLst>
                    <a:ext uri="{FF2B5EF4-FFF2-40B4-BE49-F238E27FC236}">
                      <a16:creationId xmlns:a16="http://schemas.microsoft.com/office/drawing/2014/main" id="{7433BA5C-F10F-F2CE-20DC-5A93D7307B1D}"/>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rot="7773274">
                  <a:off x="8564756" y="5166916"/>
                  <a:ext cx="350691" cy="350691"/>
                </a:xfrm>
                <a:prstGeom prst="rect">
                  <a:avLst/>
                </a:prstGeom>
              </p:spPr>
            </p:pic>
            <p:cxnSp>
              <p:nvCxnSpPr>
                <p:cNvPr id="142" name="直線コネクタ 141">
                  <a:extLst>
                    <a:ext uri="{FF2B5EF4-FFF2-40B4-BE49-F238E27FC236}">
                      <a16:creationId xmlns:a16="http://schemas.microsoft.com/office/drawing/2014/main" id="{D5582EC3-05D4-6C33-5F4A-FA8E155933E1}"/>
                    </a:ext>
                  </a:extLst>
                </p:cNvPr>
                <p:cNvCxnSpPr>
                  <a:cxnSpLocks/>
                </p:cNvCxnSpPr>
                <p:nvPr/>
              </p:nvCxnSpPr>
              <p:spPr>
                <a:xfrm flipV="1">
                  <a:off x="8537575" y="5134864"/>
                  <a:ext cx="215153" cy="259003"/>
                </a:xfrm>
                <a:prstGeom prst="line">
                  <a:avLst/>
                </a:prstGeom>
                <a:ln w="12700"/>
              </p:spPr>
              <p:style>
                <a:lnRef idx="1">
                  <a:schemeClr val="dk1"/>
                </a:lnRef>
                <a:fillRef idx="0">
                  <a:schemeClr val="dk1"/>
                </a:fillRef>
                <a:effectRef idx="0">
                  <a:schemeClr val="dk1"/>
                </a:effectRef>
                <a:fontRef idx="minor">
                  <a:schemeClr val="tx1"/>
                </a:fontRef>
              </p:style>
            </p:cxnSp>
          </p:grpSp>
          <p:pic>
            <p:nvPicPr>
              <p:cNvPr id="139" name="グラフィックス 138" descr="ブライユ点字 枠線">
                <a:extLst>
                  <a:ext uri="{FF2B5EF4-FFF2-40B4-BE49-F238E27FC236}">
                    <a16:creationId xmlns:a16="http://schemas.microsoft.com/office/drawing/2014/main" id="{B7D1C717-2754-6D1C-30BC-C319D476001A}"/>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rot="18404091">
                <a:off x="8871665" y="4884568"/>
                <a:ext cx="342643" cy="342643"/>
              </a:xfrm>
              <a:prstGeom prst="rect">
                <a:avLst/>
              </a:prstGeom>
            </p:spPr>
          </p:pic>
        </p:grpSp>
      </p:grpSp>
    </p:spTree>
    <p:extLst>
      <p:ext uri="{BB962C8B-B14F-4D97-AF65-F5344CB8AC3E}">
        <p14:creationId xmlns:p14="http://schemas.microsoft.com/office/powerpoint/2010/main" val="149779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DCE61-0271-1D9A-B0C1-F52A87F37357}"/>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F0C0DD0-5332-AFCE-D221-79858B9E0D71}"/>
              </a:ext>
            </a:extLst>
          </p:cNvPr>
          <p:cNvGraphicFramePr>
            <a:graphicFrameLocks noChangeAspect="1"/>
          </p:cNvGraphicFramePr>
          <p:nvPr>
            <p:custDataLst>
              <p:tags r:id="rId1"/>
            </p:custDataLst>
            <p:extLst>
              <p:ext uri="{D42A27DB-BD31-4B8C-83A1-F6EECF244321}">
                <p14:modId xmlns:p14="http://schemas.microsoft.com/office/powerpoint/2010/main" val="4186949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5" name="think-cell data - do not delete" hidden="1">
                        <a:extLst>
                          <a:ext uri="{FF2B5EF4-FFF2-40B4-BE49-F238E27FC236}">
                            <a16:creationId xmlns:a16="http://schemas.microsoft.com/office/drawing/2014/main" id="{2F0C0DD0-5332-AFCE-D221-79858B9E0D7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字幕 3">
            <a:extLst>
              <a:ext uri="{FF2B5EF4-FFF2-40B4-BE49-F238E27FC236}">
                <a16:creationId xmlns:a16="http://schemas.microsoft.com/office/drawing/2014/main" id="{DFDB91A5-5B89-7489-F70E-A32CD7379E1C}"/>
              </a:ext>
            </a:extLst>
          </p:cNvPr>
          <p:cNvSpPr>
            <a:spLocks noGrp="1"/>
          </p:cNvSpPr>
          <p:nvPr>
            <p:ph type="subTitle" idx="13"/>
          </p:nvPr>
        </p:nvSpPr>
        <p:spPr/>
        <p:txBody>
          <a:bodyPr/>
          <a:lstStyle/>
          <a:p>
            <a:r>
              <a:rPr kumimoji="1" lang="ja-JP" altLang="en-US" dirty="0"/>
              <a:t>マサチューセッツ工科大学（</a:t>
            </a:r>
            <a:r>
              <a:rPr kumimoji="1" lang="en-US" altLang="ja-JP" dirty="0"/>
              <a:t>MIT</a:t>
            </a:r>
            <a:r>
              <a:rPr kumimoji="1" lang="ja-JP" altLang="en-US" dirty="0"/>
              <a:t>）で開発された事業開発の方法論にシグマクシスのノウハウを付加したフレームワークを用いて</a:t>
            </a:r>
            <a:br>
              <a:rPr kumimoji="1" lang="en-US" altLang="ja-JP" dirty="0"/>
            </a:br>
            <a:r>
              <a:rPr kumimoji="1" lang="ja-JP" altLang="en-US" dirty="0"/>
              <a:t>事業開発を推進する</a:t>
            </a:r>
          </a:p>
        </p:txBody>
      </p:sp>
      <p:sp>
        <p:nvSpPr>
          <p:cNvPr id="2" name="タイトル 1">
            <a:extLst>
              <a:ext uri="{FF2B5EF4-FFF2-40B4-BE49-F238E27FC236}">
                <a16:creationId xmlns:a16="http://schemas.microsoft.com/office/drawing/2014/main" id="{15E632C2-1128-3E83-1B03-13298F4C8EE8}"/>
              </a:ext>
            </a:extLst>
          </p:cNvPr>
          <p:cNvSpPr>
            <a:spLocks noGrp="1"/>
          </p:cNvSpPr>
          <p:nvPr>
            <p:ph type="title"/>
          </p:nvPr>
        </p:nvSpPr>
        <p:spPr/>
        <p:txBody>
          <a:bodyPr vert="horz"/>
          <a:lstStyle/>
          <a:p>
            <a:r>
              <a:rPr lang="ja-JP" altLang="en-US" dirty="0"/>
              <a:t>事業としての成功確度を高める、独自事業開発フレームワーク</a:t>
            </a:r>
            <a:endParaRPr kumimoji="1" lang="ja-JP" altLang="en-US" dirty="0"/>
          </a:p>
        </p:txBody>
      </p:sp>
      <p:grpSp>
        <p:nvGrpSpPr>
          <p:cNvPr id="172" name="グループ化 171">
            <a:extLst>
              <a:ext uri="{FF2B5EF4-FFF2-40B4-BE49-F238E27FC236}">
                <a16:creationId xmlns:a16="http://schemas.microsoft.com/office/drawing/2014/main" id="{3D259160-5F97-7824-4628-8CBE6BE955A1}"/>
              </a:ext>
            </a:extLst>
          </p:cNvPr>
          <p:cNvGrpSpPr/>
          <p:nvPr/>
        </p:nvGrpSpPr>
        <p:grpSpPr>
          <a:xfrm>
            <a:off x="733426" y="1908993"/>
            <a:ext cx="10763250" cy="587441"/>
            <a:chOff x="733426" y="2050236"/>
            <a:chExt cx="10763250" cy="587441"/>
          </a:xfrm>
        </p:grpSpPr>
        <p:sp>
          <p:nvSpPr>
            <p:cNvPr id="21" name="円/楕円 4">
              <a:extLst>
                <a:ext uri="{FF2B5EF4-FFF2-40B4-BE49-F238E27FC236}">
                  <a16:creationId xmlns:a16="http://schemas.microsoft.com/office/drawing/2014/main" id="{2F023E5F-28A8-F929-BBAC-06F0DFC57B7B}"/>
                </a:ext>
              </a:extLst>
            </p:cNvPr>
            <p:cNvSpPr/>
            <p:nvPr/>
          </p:nvSpPr>
          <p:spPr>
            <a:xfrm>
              <a:off x="733426" y="2163956"/>
              <a:ext cx="360000" cy="360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ja-JP" sz="1200">
                  <a:solidFill>
                    <a:schemeClr val="bg1"/>
                  </a:solidFill>
                  <a:latin typeface="Arial" panose="020B0604020202020204" pitchFamily="34" charset="0"/>
                  <a:ea typeface="Meiryo UI" panose="020B0604030504040204" pitchFamily="50" charset="-128"/>
                </a:rPr>
                <a:t>1</a:t>
              </a:r>
              <a:endParaRPr kumimoji="1" lang="ja-JP" altLang="en-US" sz="1200">
                <a:solidFill>
                  <a:schemeClr val="bg1"/>
                </a:solidFill>
                <a:latin typeface="Arial" panose="020B0604020202020204" pitchFamily="34" charset="0"/>
                <a:ea typeface="Meiryo UI" panose="020B0604030504040204" pitchFamily="50" charset="-128"/>
              </a:endParaRPr>
            </a:p>
          </p:txBody>
        </p:sp>
        <p:sp>
          <p:nvSpPr>
            <p:cNvPr id="22" name="テキスト ボックス 21">
              <a:extLst>
                <a:ext uri="{FF2B5EF4-FFF2-40B4-BE49-F238E27FC236}">
                  <a16:creationId xmlns:a16="http://schemas.microsoft.com/office/drawing/2014/main" id="{87C4E8A8-867E-F1E7-26F9-E72AF8BC3A57}"/>
                </a:ext>
              </a:extLst>
            </p:cNvPr>
            <p:cNvSpPr txBox="1"/>
            <p:nvPr/>
          </p:nvSpPr>
          <p:spPr>
            <a:xfrm>
              <a:off x="991903" y="2050236"/>
              <a:ext cx="1620000" cy="587441"/>
            </a:xfrm>
            <a:prstGeom prst="rect">
              <a:avLst/>
            </a:prstGeom>
          </p:spPr>
          <p:txBody>
            <a:bodyPr vert="horz" wrap="square" lIns="108000" tIns="108000" rIns="108000" bIns="108000" rtlCol="0" anchor="ctr">
              <a:spAutoFit/>
            </a:bodyPr>
            <a:lstStyle/>
            <a:p>
              <a:r>
                <a:rPr lang="ja-JP" altLang="en-US" sz="1200" dirty="0">
                  <a:latin typeface="Arial" panose="020B0604020202020204" pitchFamily="34" charset="0"/>
                  <a:ea typeface="Meiryo UI" panose="020B0604030504040204" pitchFamily="50" charset="-128"/>
                </a:rPr>
                <a:t>マーケット</a:t>
              </a:r>
              <a:endParaRPr lang="en-US" altLang="ja-JP" sz="1200" dirty="0">
                <a:latin typeface="Arial" panose="020B0604020202020204" pitchFamily="34" charset="0"/>
                <a:ea typeface="Meiryo UI" panose="020B0604030504040204" pitchFamily="50" charset="-128"/>
              </a:endParaRPr>
            </a:p>
            <a:p>
              <a:r>
                <a:rPr lang="ja-JP" altLang="en-US" sz="1200" dirty="0">
                  <a:latin typeface="Arial" panose="020B0604020202020204" pitchFamily="34" charset="0"/>
                  <a:ea typeface="Meiryo UI" panose="020B0604030504040204" pitchFamily="50" charset="-128"/>
                </a:rPr>
                <a:t>セグメンテーション</a:t>
              </a:r>
              <a:endParaRPr kumimoji="1" lang="ja-JP" altLang="en-US" sz="1200" dirty="0">
                <a:latin typeface="Arial" panose="020B0604020202020204" pitchFamily="34" charset="0"/>
                <a:ea typeface="Meiryo UI" panose="020B0604030504040204" pitchFamily="50" charset="-128"/>
              </a:endParaRPr>
            </a:p>
          </p:txBody>
        </p:sp>
        <p:sp>
          <p:nvSpPr>
            <p:cNvPr id="23" name="円/楕円 6">
              <a:extLst>
                <a:ext uri="{FF2B5EF4-FFF2-40B4-BE49-F238E27FC236}">
                  <a16:creationId xmlns:a16="http://schemas.microsoft.com/office/drawing/2014/main" id="{5E5B437B-D281-6327-2888-0473D666DE31}"/>
                </a:ext>
              </a:extLst>
            </p:cNvPr>
            <p:cNvSpPr/>
            <p:nvPr/>
          </p:nvSpPr>
          <p:spPr>
            <a:xfrm>
              <a:off x="2510380" y="2163956"/>
              <a:ext cx="360000" cy="360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ja-JP" sz="1200">
                  <a:solidFill>
                    <a:schemeClr val="bg1"/>
                  </a:solidFill>
                  <a:latin typeface="Arial" panose="020B0604020202020204" pitchFamily="34" charset="0"/>
                  <a:ea typeface="Meiryo UI" panose="020B0604030504040204" pitchFamily="50" charset="-128"/>
                </a:rPr>
                <a:t>2</a:t>
              </a:r>
              <a:endParaRPr lang="ja-JP" altLang="en-US" sz="1200">
                <a:solidFill>
                  <a:schemeClr val="bg1"/>
                </a:solidFill>
                <a:latin typeface="Arial" panose="020B0604020202020204" pitchFamily="34" charset="0"/>
                <a:ea typeface="Meiryo UI" panose="020B0604030504040204" pitchFamily="50" charset="-128"/>
              </a:endParaRPr>
            </a:p>
          </p:txBody>
        </p:sp>
        <p:sp>
          <p:nvSpPr>
            <p:cNvPr id="24" name="テキスト ボックス 23">
              <a:extLst>
                <a:ext uri="{FF2B5EF4-FFF2-40B4-BE49-F238E27FC236}">
                  <a16:creationId xmlns:a16="http://schemas.microsoft.com/office/drawing/2014/main" id="{8880321A-F6BF-7996-2F90-30AE38919061}"/>
                </a:ext>
              </a:extLst>
            </p:cNvPr>
            <p:cNvSpPr txBox="1"/>
            <p:nvPr/>
          </p:nvSpPr>
          <p:spPr>
            <a:xfrm>
              <a:off x="2768857" y="2097677"/>
              <a:ext cx="1620000" cy="540000"/>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defPPr>
                <a:defRPr lang="ja-JP"/>
              </a:defPPr>
              <a:lvl1pPr algn="ctr">
                <a:defRPr sz="1200">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ja-JP" altLang="en-US" dirty="0">
                  <a:solidFill>
                    <a:schemeClr val="tx1"/>
                  </a:solidFill>
                  <a:latin typeface="Arial" panose="020B0604020202020204" pitchFamily="34" charset="0"/>
                  <a:ea typeface="Meiryo UI" panose="020B0604030504040204" pitchFamily="50" charset="-128"/>
                </a:rPr>
                <a:t>足がかり市場の</a:t>
              </a:r>
              <a:endParaRPr lang="en-US" altLang="ja-JP" dirty="0">
                <a:solidFill>
                  <a:schemeClr val="tx1"/>
                </a:solidFill>
                <a:latin typeface="Arial" panose="020B0604020202020204" pitchFamily="34" charset="0"/>
                <a:ea typeface="Meiryo UI" panose="020B0604030504040204" pitchFamily="50" charset="-128"/>
              </a:endParaRPr>
            </a:p>
            <a:p>
              <a:pPr algn="l"/>
              <a:r>
                <a:rPr lang="ja-JP" altLang="en-US" dirty="0">
                  <a:solidFill>
                    <a:schemeClr val="tx1"/>
                  </a:solidFill>
                  <a:latin typeface="Arial" panose="020B0604020202020204" pitchFamily="34" charset="0"/>
                  <a:ea typeface="Meiryo UI" panose="020B0604030504040204" pitchFamily="50" charset="-128"/>
                </a:rPr>
                <a:t>選択</a:t>
              </a:r>
            </a:p>
          </p:txBody>
        </p:sp>
        <p:sp>
          <p:nvSpPr>
            <p:cNvPr id="25" name="円/楕円 8">
              <a:extLst>
                <a:ext uri="{FF2B5EF4-FFF2-40B4-BE49-F238E27FC236}">
                  <a16:creationId xmlns:a16="http://schemas.microsoft.com/office/drawing/2014/main" id="{D600CFE7-0645-BEAC-A031-658092EFA112}"/>
                </a:ext>
              </a:extLst>
            </p:cNvPr>
            <p:cNvSpPr/>
            <p:nvPr/>
          </p:nvSpPr>
          <p:spPr>
            <a:xfrm>
              <a:off x="4287334" y="2163956"/>
              <a:ext cx="360000" cy="360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ja-JP" sz="1200">
                  <a:solidFill>
                    <a:schemeClr val="bg1"/>
                  </a:solidFill>
                  <a:latin typeface="Arial" panose="020B0604020202020204" pitchFamily="34" charset="0"/>
                  <a:ea typeface="Meiryo UI" panose="020B0604030504040204" pitchFamily="50" charset="-128"/>
                </a:rPr>
                <a:t>3</a:t>
              </a:r>
              <a:endParaRPr lang="ja-JP" altLang="en-US" sz="1200">
                <a:solidFill>
                  <a:schemeClr val="bg1"/>
                </a:solidFill>
                <a:latin typeface="Arial" panose="020B0604020202020204" pitchFamily="34" charset="0"/>
                <a:ea typeface="Meiryo UI" panose="020B0604030504040204" pitchFamily="50" charset="-128"/>
              </a:endParaRPr>
            </a:p>
          </p:txBody>
        </p:sp>
        <p:sp>
          <p:nvSpPr>
            <p:cNvPr id="26" name="テキスト ボックス 25">
              <a:extLst>
                <a:ext uri="{FF2B5EF4-FFF2-40B4-BE49-F238E27FC236}">
                  <a16:creationId xmlns:a16="http://schemas.microsoft.com/office/drawing/2014/main" id="{8470A749-C31A-554B-B887-C5F644458847}"/>
                </a:ext>
              </a:extLst>
            </p:cNvPr>
            <p:cNvSpPr txBox="1"/>
            <p:nvPr/>
          </p:nvSpPr>
          <p:spPr>
            <a:xfrm>
              <a:off x="4545811" y="2050236"/>
              <a:ext cx="1620000" cy="587441"/>
            </a:xfrm>
            <a:prstGeom prst="rect">
              <a:avLst/>
            </a:prstGeom>
          </p:spPr>
          <p:txBody>
            <a:bodyPr vert="horz" wrap="square" lIns="108000" tIns="108000" rIns="108000" bIns="108000" rtlCol="0" anchor="ctr">
              <a:spAutoFit/>
            </a:bodyPr>
            <a:lstStyle/>
            <a:p>
              <a:r>
                <a:rPr lang="ja-JP" altLang="en-US" sz="1200" dirty="0">
                  <a:latin typeface="Arial" panose="020B0604020202020204" pitchFamily="34" charset="0"/>
                  <a:ea typeface="Meiryo UI" panose="020B0604030504040204" pitchFamily="50" charset="-128"/>
                </a:rPr>
                <a:t>エンドユーザー</a:t>
              </a:r>
              <a:endParaRPr lang="en-US" altLang="ja-JP" sz="1200" dirty="0">
                <a:latin typeface="Arial" panose="020B0604020202020204" pitchFamily="34" charset="0"/>
                <a:ea typeface="Meiryo UI" panose="020B0604030504040204" pitchFamily="50" charset="-128"/>
              </a:endParaRPr>
            </a:p>
            <a:p>
              <a:r>
                <a:rPr lang="ja-JP" altLang="en-US" sz="1200" dirty="0">
                  <a:latin typeface="Arial" panose="020B0604020202020204" pitchFamily="34" charset="0"/>
                  <a:ea typeface="Meiryo UI" panose="020B0604030504040204" pitchFamily="50" charset="-128"/>
                </a:rPr>
                <a:t>プロファイリング</a:t>
              </a:r>
              <a:endParaRPr kumimoji="1" lang="ja-JP" altLang="en-US" sz="1200" dirty="0">
                <a:latin typeface="Arial" panose="020B0604020202020204" pitchFamily="34" charset="0"/>
                <a:ea typeface="Meiryo UI" panose="020B0604030504040204" pitchFamily="50" charset="-128"/>
              </a:endParaRPr>
            </a:p>
          </p:txBody>
        </p:sp>
        <p:sp>
          <p:nvSpPr>
            <p:cNvPr id="27" name="円/楕円 10">
              <a:extLst>
                <a:ext uri="{FF2B5EF4-FFF2-40B4-BE49-F238E27FC236}">
                  <a16:creationId xmlns:a16="http://schemas.microsoft.com/office/drawing/2014/main" id="{7B84E3FF-62A9-D86C-3119-0C4213FC8C94}"/>
                </a:ext>
              </a:extLst>
            </p:cNvPr>
            <p:cNvSpPr/>
            <p:nvPr/>
          </p:nvSpPr>
          <p:spPr>
            <a:xfrm>
              <a:off x="6064288" y="2163956"/>
              <a:ext cx="360000" cy="360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ja-JP" sz="1200">
                  <a:solidFill>
                    <a:schemeClr val="bg1"/>
                  </a:solidFill>
                  <a:latin typeface="Arial" panose="020B0604020202020204" pitchFamily="34" charset="0"/>
                  <a:ea typeface="Meiryo UI" panose="020B0604030504040204" pitchFamily="50" charset="-128"/>
                </a:rPr>
                <a:t>4</a:t>
              </a:r>
              <a:endParaRPr lang="ja-JP" altLang="en-US" sz="1200">
                <a:solidFill>
                  <a:schemeClr val="bg1"/>
                </a:solidFill>
                <a:latin typeface="Arial" panose="020B0604020202020204" pitchFamily="34" charset="0"/>
                <a:ea typeface="Meiryo UI" panose="020B0604030504040204" pitchFamily="50" charset="-128"/>
              </a:endParaRPr>
            </a:p>
          </p:txBody>
        </p:sp>
        <p:sp>
          <p:nvSpPr>
            <p:cNvPr id="28" name="テキスト ボックス 27">
              <a:extLst>
                <a:ext uri="{FF2B5EF4-FFF2-40B4-BE49-F238E27FC236}">
                  <a16:creationId xmlns:a16="http://schemas.microsoft.com/office/drawing/2014/main" id="{4A208007-EEAC-0FCD-5999-A8F2E42B9038}"/>
                </a:ext>
              </a:extLst>
            </p:cNvPr>
            <p:cNvSpPr txBox="1"/>
            <p:nvPr/>
          </p:nvSpPr>
          <p:spPr>
            <a:xfrm>
              <a:off x="6322765" y="2050236"/>
              <a:ext cx="1620000" cy="587441"/>
            </a:xfrm>
            <a:prstGeom prst="rect">
              <a:avLst/>
            </a:prstGeom>
          </p:spPr>
          <p:txBody>
            <a:bodyPr vert="horz" wrap="square" lIns="108000" tIns="108000" rIns="108000" bIns="108000" rtlCol="0" anchor="ctr">
              <a:spAutoFit/>
            </a:bodyPr>
            <a:lstStyle/>
            <a:p>
              <a:r>
                <a:rPr lang="ja-JP" altLang="en-US" sz="1200">
                  <a:latin typeface="Arial" panose="020B0604020202020204" pitchFamily="34" charset="0"/>
                  <a:ea typeface="Meiryo UI" panose="020B0604030504040204" pitchFamily="50" charset="-128"/>
                </a:rPr>
                <a:t>足がかり市場の</a:t>
              </a:r>
              <a:endParaRPr lang="en-US" altLang="ja-JP" sz="1200">
                <a:latin typeface="Arial" panose="020B0604020202020204" pitchFamily="34" charset="0"/>
                <a:ea typeface="Meiryo UI" panose="020B0604030504040204" pitchFamily="50" charset="-128"/>
              </a:endParaRPr>
            </a:p>
            <a:p>
              <a:r>
                <a:rPr lang="en-US" altLang="ja-JP" sz="1200">
                  <a:latin typeface="Arial" panose="020B0604020202020204" pitchFamily="34" charset="0"/>
                  <a:ea typeface="Meiryo UI" panose="020B0604030504040204" pitchFamily="50" charset="-128"/>
                </a:rPr>
                <a:t>TAM</a:t>
              </a:r>
              <a:r>
                <a:rPr lang="ja-JP" altLang="en-US" sz="1200">
                  <a:latin typeface="Arial" panose="020B0604020202020204" pitchFamily="34" charset="0"/>
                  <a:ea typeface="Meiryo UI" panose="020B0604030504040204" pitchFamily="50" charset="-128"/>
                </a:rPr>
                <a:t>算出</a:t>
              </a:r>
              <a:endParaRPr kumimoji="1" lang="ja-JP" altLang="en-US" sz="1200">
                <a:latin typeface="Arial" panose="020B0604020202020204" pitchFamily="34" charset="0"/>
                <a:ea typeface="Meiryo UI" panose="020B0604030504040204" pitchFamily="50" charset="-128"/>
              </a:endParaRPr>
            </a:p>
          </p:txBody>
        </p:sp>
        <p:sp>
          <p:nvSpPr>
            <p:cNvPr id="29" name="円/楕円 12">
              <a:extLst>
                <a:ext uri="{FF2B5EF4-FFF2-40B4-BE49-F238E27FC236}">
                  <a16:creationId xmlns:a16="http://schemas.microsoft.com/office/drawing/2014/main" id="{B7F02273-68FA-5085-4EF7-F47E2BA4466E}"/>
                </a:ext>
              </a:extLst>
            </p:cNvPr>
            <p:cNvSpPr/>
            <p:nvPr/>
          </p:nvSpPr>
          <p:spPr>
            <a:xfrm>
              <a:off x="7841242" y="2163956"/>
              <a:ext cx="360000" cy="360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ja-JP" sz="1200">
                  <a:solidFill>
                    <a:schemeClr val="bg1"/>
                  </a:solidFill>
                  <a:latin typeface="Arial" panose="020B0604020202020204" pitchFamily="34" charset="0"/>
                  <a:ea typeface="Meiryo UI" panose="020B0604030504040204" pitchFamily="50" charset="-128"/>
                </a:rPr>
                <a:t>5</a:t>
              </a:r>
              <a:endParaRPr lang="ja-JP" altLang="en-US" sz="1200">
                <a:solidFill>
                  <a:schemeClr val="bg1"/>
                </a:solidFill>
                <a:latin typeface="Arial" panose="020B0604020202020204" pitchFamily="34" charset="0"/>
                <a:ea typeface="Meiryo UI" panose="020B0604030504040204" pitchFamily="50" charset="-128"/>
              </a:endParaRPr>
            </a:p>
          </p:txBody>
        </p:sp>
        <p:sp>
          <p:nvSpPr>
            <p:cNvPr id="30" name="テキスト ボックス 29">
              <a:extLst>
                <a:ext uri="{FF2B5EF4-FFF2-40B4-BE49-F238E27FC236}">
                  <a16:creationId xmlns:a16="http://schemas.microsoft.com/office/drawing/2014/main" id="{DFE109FC-6AD7-097B-6ED1-CE7448D3C09A}"/>
                </a:ext>
              </a:extLst>
            </p:cNvPr>
            <p:cNvSpPr txBox="1"/>
            <p:nvPr/>
          </p:nvSpPr>
          <p:spPr>
            <a:xfrm>
              <a:off x="8099719" y="2050236"/>
              <a:ext cx="1620000" cy="587441"/>
            </a:xfrm>
            <a:prstGeom prst="rect">
              <a:avLst/>
            </a:prstGeom>
          </p:spPr>
          <p:txBody>
            <a:bodyPr vert="horz" wrap="square" lIns="108000" tIns="108000" rIns="108000" bIns="108000" rtlCol="0" anchor="ctr">
              <a:spAutoFit/>
            </a:bodyPr>
            <a:lstStyle/>
            <a:p>
              <a:r>
                <a:rPr lang="ja-JP" altLang="en-US" sz="1200" dirty="0">
                  <a:latin typeface="Arial" panose="020B0604020202020204" pitchFamily="34" charset="0"/>
                  <a:ea typeface="Meiryo UI" panose="020B0604030504040204" pitchFamily="50" charset="-128"/>
                </a:rPr>
                <a:t>足がかり市場の</a:t>
              </a:r>
              <a:endParaRPr lang="en-US" altLang="ja-JP" sz="1200" dirty="0">
                <a:latin typeface="Arial" panose="020B0604020202020204" pitchFamily="34" charset="0"/>
                <a:ea typeface="Meiryo UI" panose="020B0604030504040204" pitchFamily="50" charset="-128"/>
              </a:endParaRPr>
            </a:p>
            <a:p>
              <a:r>
                <a:rPr kumimoji="1" lang="ja-JP" altLang="en-US" sz="1200" dirty="0">
                  <a:latin typeface="Arial" panose="020B0604020202020204" pitchFamily="34" charset="0"/>
                  <a:ea typeface="Meiryo UI" panose="020B0604030504040204" pitchFamily="50" charset="-128"/>
                </a:rPr>
                <a:t>ペルソナ構築</a:t>
              </a:r>
            </a:p>
          </p:txBody>
        </p:sp>
        <p:sp>
          <p:nvSpPr>
            <p:cNvPr id="31" name="円/楕円 14">
              <a:extLst>
                <a:ext uri="{FF2B5EF4-FFF2-40B4-BE49-F238E27FC236}">
                  <a16:creationId xmlns:a16="http://schemas.microsoft.com/office/drawing/2014/main" id="{D3DC16A1-D507-B79E-3EC2-1D96B70F4DD7}"/>
                </a:ext>
              </a:extLst>
            </p:cNvPr>
            <p:cNvSpPr/>
            <p:nvPr/>
          </p:nvSpPr>
          <p:spPr>
            <a:xfrm>
              <a:off x="9618196" y="2163956"/>
              <a:ext cx="360000" cy="360000"/>
            </a:xfrm>
            <a:prstGeom prst="ellipse">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ja-JP" sz="1200">
                  <a:solidFill>
                    <a:schemeClr val="bg1"/>
                  </a:solidFill>
                  <a:latin typeface="Arial" panose="020B0604020202020204" pitchFamily="34" charset="0"/>
                  <a:ea typeface="Meiryo UI" panose="020B0604030504040204" pitchFamily="50" charset="-128"/>
                </a:rPr>
                <a:t>6</a:t>
              </a:r>
              <a:endParaRPr kumimoji="1" lang="ja-JP" altLang="en-US" sz="1200">
                <a:solidFill>
                  <a:schemeClr val="bg1"/>
                </a:solidFill>
                <a:latin typeface="Arial" panose="020B0604020202020204" pitchFamily="34" charset="0"/>
                <a:ea typeface="Meiryo UI" panose="020B0604030504040204" pitchFamily="50" charset="-128"/>
              </a:endParaRPr>
            </a:p>
          </p:txBody>
        </p:sp>
        <p:sp>
          <p:nvSpPr>
            <p:cNvPr id="32" name="テキスト ボックス 31">
              <a:extLst>
                <a:ext uri="{FF2B5EF4-FFF2-40B4-BE49-F238E27FC236}">
                  <a16:creationId xmlns:a16="http://schemas.microsoft.com/office/drawing/2014/main" id="{6E599A5D-3A76-6284-C58E-D93C0105AA1B}"/>
                </a:ext>
              </a:extLst>
            </p:cNvPr>
            <p:cNvSpPr txBox="1"/>
            <p:nvPr/>
          </p:nvSpPr>
          <p:spPr>
            <a:xfrm>
              <a:off x="9876676" y="2050236"/>
              <a:ext cx="1620000" cy="587441"/>
            </a:xfrm>
            <a:prstGeom prst="rect">
              <a:avLst/>
            </a:prstGeom>
          </p:spPr>
          <p:txBody>
            <a:bodyPr vert="horz" wrap="square" lIns="108000" tIns="108000" rIns="108000" bIns="108000" rtlCol="0" anchor="ctr">
              <a:spAutoFit/>
            </a:bodyPr>
            <a:lstStyle/>
            <a:p>
              <a:r>
                <a:rPr kumimoji="1" lang="ja-JP" altLang="en-US" sz="1200" dirty="0">
                  <a:latin typeface="Arial" panose="020B0604020202020204" pitchFamily="34" charset="0"/>
                  <a:ea typeface="Meiryo UI" panose="020B0604030504040204" pitchFamily="50" charset="-128"/>
                </a:rPr>
                <a:t>ユースケース</a:t>
              </a:r>
              <a:endParaRPr kumimoji="1" lang="en-US" altLang="ja-JP" sz="1200" dirty="0">
                <a:latin typeface="Arial" panose="020B0604020202020204" pitchFamily="34" charset="0"/>
                <a:ea typeface="Meiryo UI" panose="020B0604030504040204" pitchFamily="50" charset="-128"/>
              </a:endParaRPr>
            </a:p>
            <a:p>
              <a:r>
                <a:rPr kumimoji="1" lang="ja-JP" altLang="en-US" sz="1200" dirty="0">
                  <a:latin typeface="Arial" panose="020B0604020202020204" pitchFamily="34" charset="0"/>
                  <a:ea typeface="Meiryo UI" panose="020B0604030504040204" pitchFamily="50" charset="-128"/>
                </a:rPr>
                <a:t>作成</a:t>
              </a:r>
            </a:p>
          </p:txBody>
        </p:sp>
      </p:grpSp>
      <p:grpSp>
        <p:nvGrpSpPr>
          <p:cNvPr id="173" name="グループ化 172">
            <a:extLst>
              <a:ext uri="{FF2B5EF4-FFF2-40B4-BE49-F238E27FC236}">
                <a16:creationId xmlns:a16="http://schemas.microsoft.com/office/drawing/2014/main" id="{15397718-2676-61C0-8D12-414851742172}"/>
              </a:ext>
            </a:extLst>
          </p:cNvPr>
          <p:cNvGrpSpPr/>
          <p:nvPr/>
        </p:nvGrpSpPr>
        <p:grpSpPr>
          <a:xfrm>
            <a:off x="733426" y="2629194"/>
            <a:ext cx="10763250" cy="587441"/>
            <a:chOff x="733426" y="2766337"/>
            <a:chExt cx="10763250" cy="587441"/>
          </a:xfrm>
        </p:grpSpPr>
        <p:sp>
          <p:nvSpPr>
            <p:cNvPr id="35" name="円/楕円 23">
              <a:extLst>
                <a:ext uri="{FF2B5EF4-FFF2-40B4-BE49-F238E27FC236}">
                  <a16:creationId xmlns:a16="http://schemas.microsoft.com/office/drawing/2014/main" id="{FD93CD4A-AC99-3191-94BA-44C79E889383}"/>
                </a:ext>
              </a:extLst>
            </p:cNvPr>
            <p:cNvSpPr/>
            <p:nvPr/>
          </p:nvSpPr>
          <p:spPr>
            <a:xfrm>
              <a:off x="733426" y="2880057"/>
              <a:ext cx="360000" cy="360000"/>
            </a:xfrm>
            <a:prstGeom prst="ellipse">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ja-JP" sz="1200">
                  <a:solidFill>
                    <a:schemeClr val="bg1"/>
                  </a:solidFill>
                  <a:latin typeface="Arial" panose="020B0604020202020204" pitchFamily="34" charset="0"/>
                  <a:ea typeface="Meiryo UI" panose="020B0604030504040204" pitchFamily="50" charset="-128"/>
                </a:rPr>
                <a:t>7</a:t>
              </a:r>
              <a:endParaRPr lang="ja-JP" altLang="en-US" sz="1200">
                <a:solidFill>
                  <a:schemeClr val="bg1"/>
                </a:solidFill>
                <a:latin typeface="Arial" panose="020B0604020202020204" pitchFamily="34" charset="0"/>
                <a:ea typeface="Meiryo UI" panose="020B0604030504040204" pitchFamily="50" charset="-128"/>
              </a:endParaRPr>
            </a:p>
          </p:txBody>
        </p:sp>
        <p:sp>
          <p:nvSpPr>
            <p:cNvPr id="36" name="テキスト ボックス 35">
              <a:extLst>
                <a:ext uri="{FF2B5EF4-FFF2-40B4-BE49-F238E27FC236}">
                  <a16:creationId xmlns:a16="http://schemas.microsoft.com/office/drawing/2014/main" id="{365519E2-54B6-B18A-98A1-1E2F1BD74904}"/>
                </a:ext>
              </a:extLst>
            </p:cNvPr>
            <p:cNvSpPr txBox="1"/>
            <p:nvPr/>
          </p:nvSpPr>
          <p:spPr>
            <a:xfrm>
              <a:off x="991903" y="2766337"/>
              <a:ext cx="1620000" cy="587441"/>
            </a:xfrm>
            <a:prstGeom prst="rect">
              <a:avLst/>
            </a:prstGeom>
          </p:spPr>
          <p:txBody>
            <a:bodyPr vert="horz" wrap="square" lIns="108000" tIns="108000" rIns="108000" bIns="108000" rtlCol="0" anchor="ctr">
              <a:spAutoFit/>
            </a:bodyPr>
            <a:lstStyle>
              <a:defPPr>
                <a:defRPr lang="ja-JP"/>
              </a:defPPr>
              <a:lvl1pPr>
                <a:defRPr sz="11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ja-JP" altLang="en-US" sz="1200" dirty="0">
                  <a:latin typeface="Arial" panose="020B0604020202020204" pitchFamily="34" charset="0"/>
                  <a:ea typeface="Meiryo UI" panose="020B0604030504040204" pitchFamily="50" charset="-128"/>
                </a:rPr>
                <a:t>製品・サービス仕様</a:t>
              </a:r>
              <a:br>
                <a:rPr lang="en-US" altLang="ja-JP" sz="1200" dirty="0">
                  <a:latin typeface="Arial" panose="020B0604020202020204" pitchFamily="34" charset="0"/>
                  <a:ea typeface="Meiryo UI" panose="020B0604030504040204" pitchFamily="50" charset="-128"/>
                </a:rPr>
              </a:br>
              <a:r>
                <a:rPr lang="ja-JP" altLang="en-US" sz="1200" dirty="0">
                  <a:latin typeface="Arial" panose="020B0604020202020204" pitchFamily="34" charset="0"/>
                  <a:ea typeface="Meiryo UI" panose="020B0604030504040204" pitchFamily="50" charset="-128"/>
                </a:rPr>
                <a:t>の視覚化</a:t>
              </a:r>
            </a:p>
          </p:txBody>
        </p:sp>
        <p:sp>
          <p:nvSpPr>
            <p:cNvPr id="37" name="円/楕円 26">
              <a:extLst>
                <a:ext uri="{FF2B5EF4-FFF2-40B4-BE49-F238E27FC236}">
                  <a16:creationId xmlns:a16="http://schemas.microsoft.com/office/drawing/2014/main" id="{4327C0B3-0063-7B3B-7452-4C77A2CF17A9}"/>
                </a:ext>
              </a:extLst>
            </p:cNvPr>
            <p:cNvSpPr/>
            <p:nvPr/>
          </p:nvSpPr>
          <p:spPr>
            <a:xfrm>
              <a:off x="2510380" y="2880057"/>
              <a:ext cx="360000" cy="360000"/>
            </a:xfrm>
            <a:prstGeom prst="ellipse">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ja-JP" sz="1200">
                  <a:solidFill>
                    <a:schemeClr val="bg1"/>
                  </a:solidFill>
                  <a:latin typeface="Arial" panose="020B0604020202020204" pitchFamily="34" charset="0"/>
                  <a:ea typeface="Meiryo UI" panose="020B0604030504040204" pitchFamily="50" charset="-128"/>
                </a:rPr>
                <a:t>8</a:t>
              </a:r>
              <a:endParaRPr lang="ja-JP" altLang="en-US" sz="1200">
                <a:solidFill>
                  <a:schemeClr val="bg1"/>
                </a:solidFill>
                <a:latin typeface="Arial" panose="020B0604020202020204" pitchFamily="34" charset="0"/>
                <a:ea typeface="Meiryo UI" panose="020B0604030504040204" pitchFamily="50" charset="-128"/>
              </a:endParaRPr>
            </a:p>
          </p:txBody>
        </p:sp>
        <p:sp>
          <p:nvSpPr>
            <p:cNvPr id="38" name="テキスト ボックス 37">
              <a:extLst>
                <a:ext uri="{FF2B5EF4-FFF2-40B4-BE49-F238E27FC236}">
                  <a16:creationId xmlns:a16="http://schemas.microsoft.com/office/drawing/2014/main" id="{A09C5807-28DF-DC61-9715-5E08F7568185}"/>
                </a:ext>
              </a:extLst>
            </p:cNvPr>
            <p:cNvSpPr txBox="1"/>
            <p:nvPr/>
          </p:nvSpPr>
          <p:spPr>
            <a:xfrm>
              <a:off x="2768857" y="2766337"/>
              <a:ext cx="1620000" cy="587441"/>
            </a:xfrm>
            <a:prstGeom prst="rect">
              <a:avLst/>
            </a:prstGeom>
          </p:spPr>
          <p:txBody>
            <a:bodyPr vert="horz" wrap="square" lIns="108000" tIns="108000" rIns="108000" bIns="108000" rtlCol="0" anchor="ctr">
              <a:spAutoFit/>
            </a:bodyPr>
            <a:lstStyle>
              <a:defPPr>
                <a:defRPr lang="ja-JP"/>
              </a:defPPr>
              <a:lvl1pPr>
                <a:defRPr sz="11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ja-JP" altLang="en-US" sz="1200">
                  <a:latin typeface="Arial" panose="020B0604020202020204" pitchFamily="34" charset="0"/>
                  <a:ea typeface="Meiryo UI" panose="020B0604030504040204" pitchFamily="50" charset="-128"/>
                </a:rPr>
                <a:t>提供価値の</a:t>
              </a:r>
              <a:endParaRPr lang="en-US" altLang="ja-JP" sz="1200">
                <a:latin typeface="Arial" panose="020B0604020202020204" pitchFamily="34" charset="0"/>
                <a:ea typeface="Meiryo UI" panose="020B0604030504040204" pitchFamily="50" charset="-128"/>
              </a:endParaRPr>
            </a:p>
            <a:p>
              <a:r>
                <a:rPr lang="ja-JP" altLang="en-US" sz="1200">
                  <a:latin typeface="Arial" panose="020B0604020202020204" pitchFamily="34" charset="0"/>
                  <a:ea typeface="Meiryo UI" panose="020B0604030504040204" pitchFamily="50" charset="-128"/>
                </a:rPr>
                <a:t>定量化</a:t>
              </a:r>
            </a:p>
          </p:txBody>
        </p:sp>
        <p:sp>
          <p:nvSpPr>
            <p:cNvPr id="39" name="円/楕円 29">
              <a:extLst>
                <a:ext uri="{FF2B5EF4-FFF2-40B4-BE49-F238E27FC236}">
                  <a16:creationId xmlns:a16="http://schemas.microsoft.com/office/drawing/2014/main" id="{D4CB7EA0-364C-61C5-1CCB-525A0C2DEE66}"/>
                </a:ext>
              </a:extLst>
            </p:cNvPr>
            <p:cNvSpPr/>
            <p:nvPr/>
          </p:nvSpPr>
          <p:spPr>
            <a:xfrm>
              <a:off x="4287334" y="2880057"/>
              <a:ext cx="360000" cy="360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ja-JP" sz="1200">
                  <a:solidFill>
                    <a:schemeClr val="bg1"/>
                  </a:solidFill>
                  <a:latin typeface="Arial" panose="020B0604020202020204" pitchFamily="34" charset="0"/>
                  <a:ea typeface="Meiryo UI" panose="020B0604030504040204" pitchFamily="50" charset="-128"/>
                </a:rPr>
                <a:t>9</a:t>
              </a:r>
              <a:endParaRPr lang="ja-JP" altLang="en-US" sz="1200">
                <a:solidFill>
                  <a:schemeClr val="bg1"/>
                </a:solidFill>
                <a:latin typeface="Arial" panose="020B0604020202020204" pitchFamily="34" charset="0"/>
                <a:ea typeface="Meiryo UI" panose="020B0604030504040204" pitchFamily="50" charset="-128"/>
              </a:endParaRPr>
            </a:p>
          </p:txBody>
        </p:sp>
        <p:sp>
          <p:nvSpPr>
            <p:cNvPr id="40" name="テキスト ボックス 39">
              <a:extLst>
                <a:ext uri="{FF2B5EF4-FFF2-40B4-BE49-F238E27FC236}">
                  <a16:creationId xmlns:a16="http://schemas.microsoft.com/office/drawing/2014/main" id="{DD899A69-1DE3-E8AA-50ED-2F911DBD2D0C}"/>
                </a:ext>
              </a:extLst>
            </p:cNvPr>
            <p:cNvSpPr txBox="1"/>
            <p:nvPr/>
          </p:nvSpPr>
          <p:spPr>
            <a:xfrm>
              <a:off x="4545811" y="2766337"/>
              <a:ext cx="1620000" cy="587441"/>
            </a:xfrm>
            <a:prstGeom prst="rect">
              <a:avLst/>
            </a:prstGeom>
          </p:spPr>
          <p:txBody>
            <a:bodyPr vert="horz" wrap="square" lIns="108000" tIns="108000" rIns="108000" bIns="108000" rtlCol="0" anchor="ctr">
              <a:spAutoFit/>
            </a:bodyPr>
            <a:lstStyle/>
            <a:p>
              <a:r>
                <a:rPr lang="en-US" altLang="ja-JP" sz="1200">
                  <a:latin typeface="Arial" panose="020B0604020202020204" pitchFamily="34" charset="0"/>
                  <a:ea typeface="Meiryo UI" panose="020B0604030504040204" pitchFamily="50" charset="-128"/>
                </a:rPr>
                <a:t>10</a:t>
              </a:r>
              <a:r>
                <a:rPr lang="ja-JP" altLang="en-US" sz="1200">
                  <a:latin typeface="Arial" panose="020B0604020202020204" pitchFamily="34" charset="0"/>
                  <a:ea typeface="Meiryo UI" panose="020B0604030504040204" pitchFamily="50" charset="-128"/>
                </a:rPr>
                <a:t>人の見込み客</a:t>
              </a:r>
              <a:endParaRPr lang="en-US" altLang="ja-JP" sz="1200">
                <a:latin typeface="Arial" panose="020B0604020202020204" pitchFamily="34" charset="0"/>
                <a:ea typeface="Meiryo UI" panose="020B0604030504040204" pitchFamily="50" charset="-128"/>
              </a:endParaRPr>
            </a:p>
            <a:p>
              <a:r>
                <a:rPr kumimoji="1" lang="ja-JP" altLang="en-US" sz="1200">
                  <a:latin typeface="Arial" panose="020B0604020202020204" pitchFamily="34" charset="0"/>
                  <a:ea typeface="Meiryo UI" panose="020B0604030504040204" pitchFamily="50" charset="-128"/>
                </a:rPr>
                <a:t>の特定</a:t>
              </a:r>
            </a:p>
          </p:txBody>
        </p:sp>
        <p:sp>
          <p:nvSpPr>
            <p:cNvPr id="41" name="円/楕円 32">
              <a:extLst>
                <a:ext uri="{FF2B5EF4-FFF2-40B4-BE49-F238E27FC236}">
                  <a16:creationId xmlns:a16="http://schemas.microsoft.com/office/drawing/2014/main" id="{1E203DAE-B64E-B23C-7683-903C35DA428C}"/>
                </a:ext>
              </a:extLst>
            </p:cNvPr>
            <p:cNvSpPr/>
            <p:nvPr/>
          </p:nvSpPr>
          <p:spPr>
            <a:xfrm>
              <a:off x="6064288" y="2880057"/>
              <a:ext cx="360000" cy="360000"/>
            </a:xfrm>
            <a:prstGeom prst="ellipse">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ja-JP" sz="1200">
                  <a:solidFill>
                    <a:schemeClr val="bg1"/>
                  </a:solidFill>
                  <a:latin typeface="Arial" panose="020B0604020202020204" pitchFamily="34" charset="0"/>
                  <a:ea typeface="Meiryo UI" panose="020B0604030504040204" pitchFamily="50" charset="-128"/>
                </a:rPr>
                <a:t>10</a:t>
              </a:r>
              <a:endParaRPr lang="ja-JP" altLang="en-US" sz="1200">
                <a:solidFill>
                  <a:schemeClr val="bg1"/>
                </a:solidFill>
                <a:latin typeface="Arial" panose="020B0604020202020204" pitchFamily="34" charset="0"/>
                <a:ea typeface="Meiryo UI" panose="020B0604030504040204" pitchFamily="50" charset="-128"/>
              </a:endParaRPr>
            </a:p>
          </p:txBody>
        </p:sp>
        <p:sp>
          <p:nvSpPr>
            <p:cNvPr id="42" name="テキスト ボックス 41">
              <a:extLst>
                <a:ext uri="{FF2B5EF4-FFF2-40B4-BE49-F238E27FC236}">
                  <a16:creationId xmlns:a16="http://schemas.microsoft.com/office/drawing/2014/main" id="{ECFDFC96-2608-0DFE-9E4D-05B22706D8D8}"/>
                </a:ext>
              </a:extLst>
            </p:cNvPr>
            <p:cNvSpPr txBox="1"/>
            <p:nvPr/>
          </p:nvSpPr>
          <p:spPr>
            <a:xfrm>
              <a:off x="6322765" y="2858670"/>
              <a:ext cx="1620000" cy="402775"/>
            </a:xfrm>
            <a:prstGeom prst="rect">
              <a:avLst/>
            </a:prstGeom>
          </p:spPr>
          <p:txBody>
            <a:bodyPr vert="horz" wrap="square" lIns="108000" tIns="108000" rIns="108000" bIns="108000" rtlCol="0" anchor="ctr">
              <a:spAutoFit/>
            </a:bodyPr>
            <a:lstStyle/>
            <a:p>
              <a:r>
                <a:rPr kumimoji="1" lang="ja-JP" altLang="en-US" sz="1200">
                  <a:latin typeface="Arial" panose="020B0604020202020204" pitchFamily="34" charset="0"/>
                  <a:ea typeface="Meiryo UI" panose="020B0604030504040204" pitchFamily="50" charset="-128"/>
                </a:rPr>
                <a:t>事業コアの定義</a:t>
              </a:r>
            </a:p>
          </p:txBody>
        </p:sp>
        <p:sp>
          <p:nvSpPr>
            <p:cNvPr id="43" name="円/楕円 35">
              <a:extLst>
                <a:ext uri="{FF2B5EF4-FFF2-40B4-BE49-F238E27FC236}">
                  <a16:creationId xmlns:a16="http://schemas.microsoft.com/office/drawing/2014/main" id="{D4F5B30E-722B-19B2-167A-79C4CFDF5B00}"/>
                </a:ext>
              </a:extLst>
            </p:cNvPr>
            <p:cNvSpPr/>
            <p:nvPr/>
          </p:nvSpPr>
          <p:spPr>
            <a:xfrm>
              <a:off x="7841242" y="2880057"/>
              <a:ext cx="360000" cy="360000"/>
            </a:xfrm>
            <a:prstGeom prst="ellipse">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ja-JP" sz="1200">
                  <a:solidFill>
                    <a:schemeClr val="bg1"/>
                  </a:solidFill>
                  <a:latin typeface="Arial" panose="020B0604020202020204" pitchFamily="34" charset="0"/>
                  <a:ea typeface="Meiryo UI" panose="020B0604030504040204" pitchFamily="50" charset="-128"/>
                </a:rPr>
                <a:t>11</a:t>
              </a:r>
              <a:endParaRPr lang="ja-JP" altLang="en-US" sz="1200">
                <a:solidFill>
                  <a:schemeClr val="bg1"/>
                </a:solidFill>
                <a:latin typeface="Arial" panose="020B0604020202020204" pitchFamily="34" charset="0"/>
                <a:ea typeface="Meiryo UI" panose="020B0604030504040204" pitchFamily="50" charset="-128"/>
              </a:endParaRPr>
            </a:p>
          </p:txBody>
        </p:sp>
        <p:sp>
          <p:nvSpPr>
            <p:cNvPr id="44" name="テキスト ボックス 43">
              <a:extLst>
                <a:ext uri="{FF2B5EF4-FFF2-40B4-BE49-F238E27FC236}">
                  <a16:creationId xmlns:a16="http://schemas.microsoft.com/office/drawing/2014/main" id="{0E1F014F-383D-EE33-336C-9FDC9A16A9D4}"/>
                </a:ext>
              </a:extLst>
            </p:cNvPr>
            <p:cNvSpPr txBox="1"/>
            <p:nvPr/>
          </p:nvSpPr>
          <p:spPr>
            <a:xfrm>
              <a:off x="8099719" y="2766337"/>
              <a:ext cx="1620000" cy="587441"/>
            </a:xfrm>
            <a:prstGeom prst="rect">
              <a:avLst/>
            </a:prstGeom>
          </p:spPr>
          <p:txBody>
            <a:bodyPr vert="horz" wrap="square" lIns="108000" tIns="108000" rIns="108000" bIns="108000" rtlCol="0" anchor="ctr">
              <a:spAutoFit/>
            </a:bodyPr>
            <a:lstStyle>
              <a:defPPr>
                <a:defRPr lang="ja-JP"/>
              </a:defPPr>
              <a:lvl1pPr>
                <a:defRPr sz="11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ja-JP" altLang="en-US" sz="1200">
                  <a:latin typeface="Arial" panose="020B0604020202020204" pitchFamily="34" charset="0"/>
                  <a:ea typeface="Meiryo UI" panose="020B0604030504040204" pitchFamily="50" charset="-128"/>
                </a:rPr>
                <a:t>市場でのポジショニング設計</a:t>
              </a:r>
            </a:p>
          </p:txBody>
        </p:sp>
        <p:sp>
          <p:nvSpPr>
            <p:cNvPr id="45" name="円/楕円 38">
              <a:extLst>
                <a:ext uri="{FF2B5EF4-FFF2-40B4-BE49-F238E27FC236}">
                  <a16:creationId xmlns:a16="http://schemas.microsoft.com/office/drawing/2014/main" id="{8DC61147-7D68-DB69-DB72-0ED5071D060E}"/>
                </a:ext>
              </a:extLst>
            </p:cNvPr>
            <p:cNvSpPr/>
            <p:nvPr/>
          </p:nvSpPr>
          <p:spPr>
            <a:xfrm>
              <a:off x="9618196" y="2880057"/>
              <a:ext cx="360000" cy="36000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ja-JP" sz="1200">
                  <a:solidFill>
                    <a:schemeClr val="bg1"/>
                  </a:solidFill>
                  <a:latin typeface="Arial" panose="020B0604020202020204" pitchFamily="34" charset="0"/>
                  <a:ea typeface="Meiryo UI" panose="020B0604030504040204" pitchFamily="50" charset="-128"/>
                </a:rPr>
                <a:t>12</a:t>
              </a:r>
              <a:endParaRPr kumimoji="1" lang="ja-JP" altLang="en-US" sz="1200">
                <a:solidFill>
                  <a:schemeClr val="bg1"/>
                </a:solidFill>
                <a:latin typeface="Arial" panose="020B0604020202020204" pitchFamily="34" charset="0"/>
                <a:ea typeface="Meiryo UI" panose="020B0604030504040204" pitchFamily="50" charset="-128"/>
              </a:endParaRPr>
            </a:p>
          </p:txBody>
        </p:sp>
        <p:sp>
          <p:nvSpPr>
            <p:cNvPr id="46" name="テキスト ボックス 45">
              <a:extLst>
                <a:ext uri="{FF2B5EF4-FFF2-40B4-BE49-F238E27FC236}">
                  <a16:creationId xmlns:a16="http://schemas.microsoft.com/office/drawing/2014/main" id="{30CDCCCB-1AD4-1482-21BE-F573CD971CAA}"/>
                </a:ext>
              </a:extLst>
            </p:cNvPr>
            <p:cNvSpPr txBox="1"/>
            <p:nvPr/>
          </p:nvSpPr>
          <p:spPr>
            <a:xfrm>
              <a:off x="9876676" y="2858670"/>
              <a:ext cx="1620000" cy="402775"/>
            </a:xfrm>
            <a:prstGeom prst="rect">
              <a:avLst/>
            </a:prstGeom>
          </p:spPr>
          <p:txBody>
            <a:bodyPr vert="horz" wrap="square" lIns="108000" tIns="108000" rIns="108000" bIns="108000" rtlCol="0" anchor="ctr">
              <a:spAutoFit/>
            </a:bodyPr>
            <a:lstStyle/>
            <a:p>
              <a:r>
                <a:rPr kumimoji="1" lang="en-US" altLang="ja-JP" sz="1200" dirty="0">
                  <a:latin typeface="Arial" panose="020B0604020202020204" pitchFamily="34" charset="0"/>
                  <a:ea typeface="Meiryo UI" panose="020B0604030504040204" pitchFamily="50" charset="-128"/>
                </a:rPr>
                <a:t>DMU</a:t>
              </a:r>
              <a:r>
                <a:rPr kumimoji="1" lang="ja-JP" altLang="en-US" sz="1200" dirty="0">
                  <a:latin typeface="Arial" panose="020B0604020202020204" pitchFamily="34" charset="0"/>
                  <a:ea typeface="Meiryo UI" panose="020B0604030504040204" pitchFamily="50" charset="-128"/>
                </a:rPr>
                <a:t>の特定</a:t>
              </a:r>
            </a:p>
          </p:txBody>
        </p:sp>
      </p:grpSp>
      <p:grpSp>
        <p:nvGrpSpPr>
          <p:cNvPr id="174" name="グループ化 173">
            <a:extLst>
              <a:ext uri="{FF2B5EF4-FFF2-40B4-BE49-F238E27FC236}">
                <a16:creationId xmlns:a16="http://schemas.microsoft.com/office/drawing/2014/main" id="{2BD9E658-9BBB-FE89-DA02-7458CC824C21}"/>
              </a:ext>
            </a:extLst>
          </p:cNvPr>
          <p:cNvGrpSpPr/>
          <p:nvPr/>
        </p:nvGrpSpPr>
        <p:grpSpPr>
          <a:xfrm>
            <a:off x="733426" y="3349395"/>
            <a:ext cx="10763250" cy="587441"/>
            <a:chOff x="733426" y="3482438"/>
            <a:chExt cx="10763250" cy="587441"/>
          </a:xfrm>
        </p:grpSpPr>
        <p:sp>
          <p:nvSpPr>
            <p:cNvPr id="48" name="円/楕円 41">
              <a:extLst>
                <a:ext uri="{FF2B5EF4-FFF2-40B4-BE49-F238E27FC236}">
                  <a16:creationId xmlns:a16="http://schemas.microsoft.com/office/drawing/2014/main" id="{72BCDB88-40FE-D318-8CAA-2CF364D4FA00}"/>
                </a:ext>
              </a:extLst>
            </p:cNvPr>
            <p:cNvSpPr/>
            <p:nvPr/>
          </p:nvSpPr>
          <p:spPr>
            <a:xfrm>
              <a:off x="733426" y="3596158"/>
              <a:ext cx="360000" cy="36000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ja-JP" sz="1200">
                  <a:solidFill>
                    <a:schemeClr val="bg1"/>
                  </a:solidFill>
                  <a:latin typeface="Arial" panose="020B0604020202020204" pitchFamily="34" charset="0"/>
                  <a:ea typeface="Meiryo UI" panose="020B0604030504040204" pitchFamily="50" charset="-128"/>
                </a:rPr>
                <a:t>13</a:t>
              </a:r>
              <a:endParaRPr kumimoji="1" lang="ja-JP" altLang="en-US" sz="1200">
                <a:solidFill>
                  <a:schemeClr val="bg1"/>
                </a:solidFill>
                <a:latin typeface="Arial" panose="020B0604020202020204" pitchFamily="34" charset="0"/>
                <a:ea typeface="Meiryo UI" panose="020B0604030504040204" pitchFamily="50" charset="-128"/>
              </a:endParaRPr>
            </a:p>
          </p:txBody>
        </p:sp>
        <p:sp>
          <p:nvSpPr>
            <p:cNvPr id="49" name="テキスト ボックス 48">
              <a:extLst>
                <a:ext uri="{FF2B5EF4-FFF2-40B4-BE49-F238E27FC236}">
                  <a16:creationId xmlns:a16="http://schemas.microsoft.com/office/drawing/2014/main" id="{5210E626-3354-5BC6-000E-152E41E06F83}"/>
                </a:ext>
              </a:extLst>
            </p:cNvPr>
            <p:cNvSpPr txBox="1"/>
            <p:nvPr/>
          </p:nvSpPr>
          <p:spPr>
            <a:xfrm>
              <a:off x="991903" y="3482438"/>
              <a:ext cx="1620000" cy="587441"/>
            </a:xfrm>
            <a:prstGeom prst="rect">
              <a:avLst/>
            </a:prstGeom>
          </p:spPr>
          <p:txBody>
            <a:bodyPr vert="horz" wrap="square" lIns="108000" tIns="108000" rIns="108000" bIns="108000" rtlCol="0" anchor="ctr">
              <a:spAutoFit/>
            </a:bodyPr>
            <a:lstStyle/>
            <a:p>
              <a:r>
                <a:rPr kumimoji="1" lang="ja-JP" altLang="en-US" sz="1200" dirty="0">
                  <a:latin typeface="Arial" panose="020B0604020202020204" pitchFamily="34" charset="0"/>
                  <a:ea typeface="Meiryo UI" panose="020B0604030504040204" pitchFamily="50" charset="-128"/>
                </a:rPr>
                <a:t>顧客獲得プロセス</a:t>
              </a:r>
              <a:br>
                <a:rPr kumimoji="1" lang="en-US" altLang="ja-JP" sz="1200" dirty="0">
                  <a:latin typeface="Arial" panose="020B0604020202020204" pitchFamily="34" charset="0"/>
                  <a:ea typeface="Meiryo UI" panose="020B0604030504040204" pitchFamily="50" charset="-128"/>
                </a:rPr>
              </a:br>
              <a:r>
                <a:rPr kumimoji="1" lang="ja-JP" altLang="en-US" sz="1200" dirty="0">
                  <a:latin typeface="Arial" panose="020B0604020202020204" pitchFamily="34" charset="0"/>
                  <a:ea typeface="Meiryo UI" panose="020B0604030504040204" pitchFamily="50" charset="-128"/>
                </a:rPr>
                <a:t>の設計</a:t>
              </a:r>
            </a:p>
          </p:txBody>
        </p:sp>
        <p:sp>
          <p:nvSpPr>
            <p:cNvPr id="50" name="円/楕円 44">
              <a:extLst>
                <a:ext uri="{FF2B5EF4-FFF2-40B4-BE49-F238E27FC236}">
                  <a16:creationId xmlns:a16="http://schemas.microsoft.com/office/drawing/2014/main" id="{BA5D69A9-1175-319C-55DC-6802F6C99F11}"/>
                </a:ext>
              </a:extLst>
            </p:cNvPr>
            <p:cNvSpPr/>
            <p:nvPr/>
          </p:nvSpPr>
          <p:spPr>
            <a:xfrm>
              <a:off x="2510380" y="3596158"/>
              <a:ext cx="360000" cy="360000"/>
            </a:xfrm>
            <a:prstGeom prst="ellipse">
              <a:avLst/>
            </a:prstGeom>
            <a:solidFill>
              <a:schemeClr val="accent5"/>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ja-JP" sz="1200">
                  <a:solidFill>
                    <a:schemeClr val="bg1"/>
                  </a:solidFill>
                  <a:latin typeface="Arial" panose="020B0604020202020204" pitchFamily="34" charset="0"/>
                  <a:ea typeface="Meiryo UI" panose="020B0604030504040204" pitchFamily="50" charset="-128"/>
                </a:rPr>
                <a:t>14</a:t>
              </a:r>
              <a:endParaRPr kumimoji="1" lang="ja-JP" altLang="en-US" sz="1200">
                <a:solidFill>
                  <a:schemeClr val="bg1"/>
                </a:solidFill>
                <a:latin typeface="Arial" panose="020B0604020202020204" pitchFamily="34" charset="0"/>
                <a:ea typeface="Meiryo UI" panose="020B0604030504040204" pitchFamily="50" charset="-128"/>
              </a:endParaRPr>
            </a:p>
          </p:txBody>
        </p:sp>
        <p:sp>
          <p:nvSpPr>
            <p:cNvPr id="51" name="テキスト ボックス 50">
              <a:extLst>
                <a:ext uri="{FF2B5EF4-FFF2-40B4-BE49-F238E27FC236}">
                  <a16:creationId xmlns:a16="http://schemas.microsoft.com/office/drawing/2014/main" id="{8C9AA656-0421-E19C-9DD7-9D6840F9E281}"/>
                </a:ext>
              </a:extLst>
            </p:cNvPr>
            <p:cNvSpPr txBox="1"/>
            <p:nvPr/>
          </p:nvSpPr>
          <p:spPr>
            <a:xfrm>
              <a:off x="2768857" y="3482438"/>
              <a:ext cx="1620000" cy="587441"/>
            </a:xfrm>
            <a:prstGeom prst="rect">
              <a:avLst/>
            </a:prstGeom>
          </p:spPr>
          <p:txBody>
            <a:bodyPr vert="horz" wrap="square" lIns="108000" tIns="108000" rIns="108000" bIns="108000" rtlCol="0" anchor="ctr">
              <a:spAutoFit/>
            </a:bodyPr>
            <a:lstStyle/>
            <a:p>
              <a:r>
                <a:rPr lang="ja-JP" altLang="en-US" sz="1200">
                  <a:latin typeface="Arial" panose="020B0604020202020204" pitchFamily="34" charset="0"/>
                  <a:ea typeface="Meiryo UI" panose="020B0604030504040204" pitchFamily="50" charset="-128"/>
                </a:rPr>
                <a:t>後続市場の</a:t>
              </a:r>
              <a:endParaRPr lang="en-US" altLang="ja-JP" sz="1200">
                <a:latin typeface="Arial" panose="020B0604020202020204" pitchFamily="34" charset="0"/>
                <a:ea typeface="Meiryo UI" panose="020B0604030504040204" pitchFamily="50" charset="-128"/>
              </a:endParaRPr>
            </a:p>
            <a:p>
              <a:r>
                <a:rPr lang="en-US" altLang="ja-JP" sz="1200">
                  <a:latin typeface="Arial" panose="020B0604020202020204" pitchFamily="34" charset="0"/>
                  <a:ea typeface="Meiryo UI" panose="020B0604030504040204" pitchFamily="50" charset="-128"/>
                </a:rPr>
                <a:t>TAM</a:t>
              </a:r>
              <a:r>
                <a:rPr lang="ja-JP" altLang="en-US" sz="1200">
                  <a:latin typeface="Arial" panose="020B0604020202020204" pitchFamily="34" charset="0"/>
                  <a:ea typeface="Meiryo UI" panose="020B0604030504040204" pitchFamily="50" charset="-128"/>
                </a:rPr>
                <a:t>算出</a:t>
              </a:r>
              <a:endParaRPr kumimoji="1" lang="ja-JP" altLang="en-US" sz="1200">
                <a:latin typeface="Arial" panose="020B0604020202020204" pitchFamily="34" charset="0"/>
                <a:ea typeface="Meiryo UI" panose="020B0604030504040204" pitchFamily="50" charset="-128"/>
              </a:endParaRPr>
            </a:p>
          </p:txBody>
        </p:sp>
        <p:sp>
          <p:nvSpPr>
            <p:cNvPr id="52" name="円/楕円 47">
              <a:extLst>
                <a:ext uri="{FF2B5EF4-FFF2-40B4-BE49-F238E27FC236}">
                  <a16:creationId xmlns:a16="http://schemas.microsoft.com/office/drawing/2014/main" id="{3A00F0F9-B39D-F7B9-A126-3F548A61B61F}"/>
                </a:ext>
              </a:extLst>
            </p:cNvPr>
            <p:cNvSpPr/>
            <p:nvPr/>
          </p:nvSpPr>
          <p:spPr>
            <a:xfrm>
              <a:off x="4287334" y="3596158"/>
              <a:ext cx="360000" cy="360000"/>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ja-JP" sz="1200">
                  <a:solidFill>
                    <a:schemeClr val="bg1"/>
                  </a:solidFill>
                  <a:latin typeface="Arial" panose="020B0604020202020204" pitchFamily="34" charset="0"/>
                  <a:ea typeface="Meiryo UI" panose="020B0604030504040204" pitchFamily="50" charset="-128"/>
                </a:rPr>
                <a:t>15</a:t>
              </a:r>
              <a:endParaRPr kumimoji="1" lang="ja-JP" altLang="en-US" sz="1200">
                <a:solidFill>
                  <a:schemeClr val="bg1"/>
                </a:solidFill>
                <a:latin typeface="Arial" panose="020B0604020202020204" pitchFamily="34" charset="0"/>
                <a:ea typeface="Meiryo UI" panose="020B0604030504040204" pitchFamily="50" charset="-128"/>
              </a:endParaRPr>
            </a:p>
          </p:txBody>
        </p:sp>
        <p:sp>
          <p:nvSpPr>
            <p:cNvPr id="53" name="テキスト ボックス 52">
              <a:extLst>
                <a:ext uri="{FF2B5EF4-FFF2-40B4-BE49-F238E27FC236}">
                  <a16:creationId xmlns:a16="http://schemas.microsoft.com/office/drawing/2014/main" id="{7308EB0D-2F45-9749-7B2A-82E21600C0F5}"/>
                </a:ext>
              </a:extLst>
            </p:cNvPr>
            <p:cNvSpPr txBox="1"/>
            <p:nvPr/>
          </p:nvSpPr>
          <p:spPr>
            <a:xfrm>
              <a:off x="4545811" y="3482438"/>
              <a:ext cx="1620000" cy="587441"/>
            </a:xfrm>
            <a:prstGeom prst="rect">
              <a:avLst/>
            </a:prstGeom>
          </p:spPr>
          <p:txBody>
            <a:bodyPr vert="horz" wrap="square" lIns="108000" tIns="108000" rIns="108000" bIns="108000" rtlCol="0" anchor="ctr">
              <a:spAutoFit/>
            </a:bodyPr>
            <a:lstStyle/>
            <a:p>
              <a:r>
                <a:rPr lang="ja-JP" altLang="en-US" sz="1200">
                  <a:latin typeface="Arial" panose="020B0604020202020204" pitchFamily="34" charset="0"/>
                  <a:ea typeface="Meiryo UI" panose="020B0604030504040204" pitchFamily="50" charset="-128"/>
                </a:rPr>
                <a:t>ビジネスモデルの</a:t>
              </a:r>
              <a:endParaRPr lang="en-US" altLang="ja-JP" sz="1200">
                <a:latin typeface="Arial" panose="020B0604020202020204" pitchFamily="34" charset="0"/>
                <a:ea typeface="Meiryo UI" panose="020B0604030504040204" pitchFamily="50" charset="-128"/>
              </a:endParaRPr>
            </a:p>
            <a:p>
              <a:r>
                <a:rPr lang="ja-JP" altLang="en-US" sz="1200">
                  <a:latin typeface="Arial" panose="020B0604020202020204" pitchFamily="34" charset="0"/>
                  <a:ea typeface="Meiryo UI" panose="020B0604030504040204" pitchFamily="50" charset="-128"/>
                </a:rPr>
                <a:t>設計</a:t>
              </a:r>
              <a:endParaRPr kumimoji="1" lang="ja-JP" altLang="en-US" sz="1200">
                <a:latin typeface="Arial" panose="020B0604020202020204" pitchFamily="34" charset="0"/>
                <a:ea typeface="Meiryo UI" panose="020B0604030504040204" pitchFamily="50" charset="-128"/>
              </a:endParaRPr>
            </a:p>
          </p:txBody>
        </p:sp>
        <p:sp>
          <p:nvSpPr>
            <p:cNvPr id="54" name="円/楕円 50">
              <a:extLst>
                <a:ext uri="{FF2B5EF4-FFF2-40B4-BE49-F238E27FC236}">
                  <a16:creationId xmlns:a16="http://schemas.microsoft.com/office/drawing/2014/main" id="{ED4BC0E0-6F81-5C22-8D17-A1DE2C36D260}"/>
                </a:ext>
              </a:extLst>
            </p:cNvPr>
            <p:cNvSpPr/>
            <p:nvPr/>
          </p:nvSpPr>
          <p:spPr>
            <a:xfrm>
              <a:off x="6064288" y="3596158"/>
              <a:ext cx="360000" cy="360000"/>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ja-JP" sz="1200">
                  <a:solidFill>
                    <a:schemeClr val="bg1"/>
                  </a:solidFill>
                  <a:latin typeface="Arial" panose="020B0604020202020204" pitchFamily="34" charset="0"/>
                  <a:ea typeface="Meiryo UI" panose="020B0604030504040204" pitchFamily="50" charset="-128"/>
                </a:rPr>
                <a:t>16</a:t>
              </a:r>
              <a:endParaRPr kumimoji="1" lang="ja-JP" altLang="en-US" sz="1200">
                <a:solidFill>
                  <a:schemeClr val="bg1"/>
                </a:solidFill>
                <a:latin typeface="Arial" panose="020B0604020202020204" pitchFamily="34" charset="0"/>
                <a:ea typeface="Meiryo UI" panose="020B0604030504040204" pitchFamily="50" charset="-128"/>
              </a:endParaRPr>
            </a:p>
          </p:txBody>
        </p:sp>
        <p:sp>
          <p:nvSpPr>
            <p:cNvPr id="55" name="テキスト ボックス 54">
              <a:extLst>
                <a:ext uri="{FF2B5EF4-FFF2-40B4-BE49-F238E27FC236}">
                  <a16:creationId xmlns:a16="http://schemas.microsoft.com/office/drawing/2014/main" id="{C8CF8682-7127-0B08-8B52-A772EBAB1EEE}"/>
                </a:ext>
              </a:extLst>
            </p:cNvPr>
            <p:cNvSpPr txBox="1"/>
            <p:nvPr/>
          </p:nvSpPr>
          <p:spPr>
            <a:xfrm>
              <a:off x="6322765" y="3482438"/>
              <a:ext cx="1620000" cy="587441"/>
            </a:xfrm>
            <a:prstGeom prst="rect">
              <a:avLst/>
            </a:prstGeom>
          </p:spPr>
          <p:txBody>
            <a:bodyPr vert="horz" wrap="square" lIns="108000" tIns="108000" rIns="108000" bIns="108000" rtlCol="0" anchor="ctr">
              <a:spAutoFit/>
            </a:bodyPr>
            <a:lstStyle/>
            <a:p>
              <a:r>
                <a:rPr kumimoji="1" lang="ja-JP" altLang="en-US" sz="1200">
                  <a:latin typeface="Arial" panose="020B0604020202020204" pitchFamily="34" charset="0"/>
                  <a:ea typeface="Meiryo UI" panose="020B0604030504040204" pitchFamily="50" charset="-128"/>
                </a:rPr>
                <a:t>課金モデルの</a:t>
              </a:r>
              <a:endParaRPr kumimoji="1" lang="en-US" altLang="ja-JP" sz="1200">
                <a:latin typeface="Arial" panose="020B0604020202020204" pitchFamily="34" charset="0"/>
                <a:ea typeface="Meiryo UI" panose="020B0604030504040204" pitchFamily="50" charset="-128"/>
              </a:endParaRPr>
            </a:p>
            <a:p>
              <a:r>
                <a:rPr kumimoji="1" lang="ja-JP" altLang="en-US" sz="1200">
                  <a:latin typeface="Arial" panose="020B0604020202020204" pitchFamily="34" charset="0"/>
                  <a:ea typeface="Meiryo UI" panose="020B0604030504040204" pitchFamily="50" charset="-128"/>
                </a:rPr>
                <a:t>設計</a:t>
              </a:r>
            </a:p>
          </p:txBody>
        </p:sp>
        <p:sp>
          <p:nvSpPr>
            <p:cNvPr id="56" name="円/楕円 53">
              <a:extLst>
                <a:ext uri="{FF2B5EF4-FFF2-40B4-BE49-F238E27FC236}">
                  <a16:creationId xmlns:a16="http://schemas.microsoft.com/office/drawing/2014/main" id="{6E49A5E3-BF0D-39BE-AED1-12B5F568F507}"/>
                </a:ext>
              </a:extLst>
            </p:cNvPr>
            <p:cNvSpPr/>
            <p:nvPr/>
          </p:nvSpPr>
          <p:spPr>
            <a:xfrm>
              <a:off x="7841242" y="3596158"/>
              <a:ext cx="360000" cy="360000"/>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ja-JP" sz="1200">
                  <a:solidFill>
                    <a:schemeClr val="bg1"/>
                  </a:solidFill>
                  <a:latin typeface="Arial" panose="020B0604020202020204" pitchFamily="34" charset="0"/>
                  <a:ea typeface="Meiryo UI" panose="020B0604030504040204" pitchFamily="50" charset="-128"/>
                </a:rPr>
                <a:t>17</a:t>
              </a:r>
              <a:endParaRPr kumimoji="1" lang="ja-JP" altLang="en-US" sz="1200">
                <a:solidFill>
                  <a:schemeClr val="bg1"/>
                </a:solidFill>
                <a:latin typeface="Arial" panose="020B0604020202020204" pitchFamily="34" charset="0"/>
                <a:ea typeface="Meiryo UI" panose="020B0604030504040204" pitchFamily="50" charset="-128"/>
              </a:endParaRPr>
            </a:p>
          </p:txBody>
        </p:sp>
        <p:sp>
          <p:nvSpPr>
            <p:cNvPr id="57" name="テキスト ボックス 56">
              <a:extLst>
                <a:ext uri="{FF2B5EF4-FFF2-40B4-BE49-F238E27FC236}">
                  <a16:creationId xmlns:a16="http://schemas.microsoft.com/office/drawing/2014/main" id="{C5ED3D71-5E05-C3B9-1F51-F856DB05AFDB}"/>
                </a:ext>
              </a:extLst>
            </p:cNvPr>
            <p:cNvSpPr txBox="1"/>
            <p:nvPr/>
          </p:nvSpPr>
          <p:spPr>
            <a:xfrm>
              <a:off x="8207630" y="3574771"/>
              <a:ext cx="1620000" cy="402775"/>
            </a:xfrm>
            <a:prstGeom prst="rect">
              <a:avLst/>
            </a:prstGeom>
          </p:spPr>
          <p:txBody>
            <a:bodyPr vert="horz" wrap="square" lIns="108000" tIns="108000" rIns="108000" bIns="108000" rtlCol="0" anchor="ctr">
              <a:spAutoFit/>
            </a:bodyPr>
            <a:lstStyle/>
            <a:p>
              <a:r>
                <a:rPr lang="en-US" altLang="ja-JP" sz="1200">
                  <a:latin typeface="Arial" panose="020B0604020202020204" pitchFamily="34" charset="0"/>
                  <a:ea typeface="Meiryo UI" panose="020B0604030504040204" pitchFamily="50" charset="-128"/>
                </a:rPr>
                <a:t>LTV</a:t>
              </a:r>
              <a:r>
                <a:rPr lang="ja-JP" altLang="en-US" sz="1200">
                  <a:latin typeface="Arial" panose="020B0604020202020204" pitchFamily="34" charset="0"/>
                  <a:ea typeface="Meiryo UI" panose="020B0604030504040204" pitchFamily="50" charset="-128"/>
                </a:rPr>
                <a:t>の算出</a:t>
              </a:r>
              <a:endParaRPr kumimoji="1" lang="ja-JP" altLang="en-US" sz="1200">
                <a:latin typeface="Arial" panose="020B0604020202020204" pitchFamily="34" charset="0"/>
                <a:ea typeface="Meiryo UI" panose="020B0604030504040204" pitchFamily="50" charset="-128"/>
              </a:endParaRPr>
            </a:p>
          </p:txBody>
        </p:sp>
        <p:sp>
          <p:nvSpPr>
            <p:cNvPr id="59" name="円/楕円 56">
              <a:extLst>
                <a:ext uri="{FF2B5EF4-FFF2-40B4-BE49-F238E27FC236}">
                  <a16:creationId xmlns:a16="http://schemas.microsoft.com/office/drawing/2014/main" id="{DD08A60F-E10A-853E-96F6-E4AC26C28CD3}"/>
                </a:ext>
              </a:extLst>
            </p:cNvPr>
            <p:cNvSpPr/>
            <p:nvPr/>
          </p:nvSpPr>
          <p:spPr>
            <a:xfrm>
              <a:off x="9618196" y="3596158"/>
              <a:ext cx="360000" cy="36000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ja-JP" sz="1200">
                  <a:solidFill>
                    <a:schemeClr val="bg1"/>
                  </a:solidFill>
                  <a:latin typeface="Arial" panose="020B0604020202020204" pitchFamily="34" charset="0"/>
                  <a:ea typeface="Meiryo UI" panose="020B0604030504040204" pitchFamily="50" charset="-128"/>
                </a:rPr>
                <a:t>18</a:t>
              </a:r>
              <a:endParaRPr kumimoji="1" lang="ja-JP" altLang="en-US" sz="1200">
                <a:solidFill>
                  <a:schemeClr val="bg1"/>
                </a:solidFill>
                <a:latin typeface="Arial" panose="020B0604020202020204" pitchFamily="34" charset="0"/>
                <a:ea typeface="Meiryo UI" panose="020B0604030504040204" pitchFamily="50" charset="-128"/>
              </a:endParaRPr>
            </a:p>
          </p:txBody>
        </p:sp>
        <p:sp>
          <p:nvSpPr>
            <p:cNvPr id="60" name="テキスト ボックス 59">
              <a:extLst>
                <a:ext uri="{FF2B5EF4-FFF2-40B4-BE49-F238E27FC236}">
                  <a16:creationId xmlns:a16="http://schemas.microsoft.com/office/drawing/2014/main" id="{E4F90956-15E8-B15A-DAEF-2DC6D6EB74C1}"/>
                </a:ext>
              </a:extLst>
            </p:cNvPr>
            <p:cNvSpPr txBox="1"/>
            <p:nvPr/>
          </p:nvSpPr>
          <p:spPr>
            <a:xfrm>
              <a:off x="9876676" y="3482438"/>
              <a:ext cx="1620000" cy="587441"/>
            </a:xfrm>
            <a:prstGeom prst="rect">
              <a:avLst/>
            </a:prstGeom>
          </p:spPr>
          <p:txBody>
            <a:bodyPr vert="horz" wrap="square" lIns="108000" tIns="108000" rIns="108000" bIns="108000" rtlCol="0" anchor="ctr">
              <a:spAutoFit/>
            </a:bodyPr>
            <a:lstStyle/>
            <a:p>
              <a:r>
                <a:rPr kumimoji="1" lang="ja-JP" altLang="en-US" sz="1200">
                  <a:latin typeface="Arial" panose="020B0604020202020204" pitchFamily="34" charset="0"/>
                  <a:ea typeface="Meiryo UI" panose="020B0604030504040204" pitchFamily="50" charset="-128"/>
                </a:rPr>
                <a:t>販売プロセス</a:t>
              </a:r>
              <a:r>
                <a:rPr lang="ja-JP" altLang="en-US" sz="1200">
                  <a:latin typeface="Arial" panose="020B0604020202020204" pitchFamily="34" charset="0"/>
                  <a:ea typeface="Meiryo UI" panose="020B0604030504040204" pitchFamily="50" charset="-128"/>
                </a:rPr>
                <a:t>の</a:t>
              </a:r>
              <a:endParaRPr lang="en-US" altLang="ja-JP" sz="1200">
                <a:latin typeface="Arial" panose="020B0604020202020204" pitchFamily="34" charset="0"/>
                <a:ea typeface="Meiryo UI" panose="020B0604030504040204" pitchFamily="50" charset="-128"/>
              </a:endParaRPr>
            </a:p>
            <a:p>
              <a:r>
                <a:rPr kumimoji="1" lang="ja-JP" altLang="en-US" sz="1200">
                  <a:latin typeface="Arial" panose="020B0604020202020204" pitchFamily="34" charset="0"/>
                  <a:ea typeface="Meiryo UI" panose="020B0604030504040204" pitchFamily="50" charset="-128"/>
                </a:rPr>
                <a:t>設計</a:t>
              </a:r>
              <a:endParaRPr kumimoji="1" lang="en-US" altLang="ja-JP" sz="1200">
                <a:latin typeface="Arial" panose="020B0604020202020204" pitchFamily="34" charset="0"/>
                <a:ea typeface="Meiryo UI" panose="020B0604030504040204" pitchFamily="50" charset="-128"/>
              </a:endParaRPr>
            </a:p>
          </p:txBody>
        </p:sp>
      </p:grpSp>
      <p:grpSp>
        <p:nvGrpSpPr>
          <p:cNvPr id="175" name="グループ化 174">
            <a:extLst>
              <a:ext uri="{FF2B5EF4-FFF2-40B4-BE49-F238E27FC236}">
                <a16:creationId xmlns:a16="http://schemas.microsoft.com/office/drawing/2014/main" id="{D8316CA6-D6A9-A5A4-B338-DE30EED012AF}"/>
              </a:ext>
            </a:extLst>
          </p:cNvPr>
          <p:cNvGrpSpPr/>
          <p:nvPr/>
        </p:nvGrpSpPr>
        <p:grpSpPr>
          <a:xfrm>
            <a:off x="733426" y="4069596"/>
            <a:ext cx="10763250" cy="648997"/>
            <a:chOff x="733426" y="4167762"/>
            <a:chExt cx="10763250" cy="648997"/>
          </a:xfrm>
        </p:grpSpPr>
        <p:sp>
          <p:nvSpPr>
            <p:cNvPr id="144" name="円/楕円 59">
              <a:extLst>
                <a:ext uri="{FF2B5EF4-FFF2-40B4-BE49-F238E27FC236}">
                  <a16:creationId xmlns:a16="http://schemas.microsoft.com/office/drawing/2014/main" id="{B5E29EB9-9425-DE4A-AB47-90E0CE318885}"/>
                </a:ext>
              </a:extLst>
            </p:cNvPr>
            <p:cNvSpPr/>
            <p:nvPr/>
          </p:nvSpPr>
          <p:spPr>
            <a:xfrm>
              <a:off x="733426" y="4312260"/>
              <a:ext cx="360000" cy="360000"/>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ja-JP" sz="1200">
                  <a:solidFill>
                    <a:schemeClr val="bg1"/>
                  </a:solidFill>
                  <a:latin typeface="Arial" panose="020B0604020202020204" pitchFamily="34" charset="0"/>
                  <a:ea typeface="Meiryo UI" panose="020B0604030504040204" pitchFamily="50" charset="-128"/>
                </a:rPr>
                <a:t>19</a:t>
              </a:r>
              <a:endParaRPr kumimoji="1" lang="ja-JP" altLang="en-US" sz="1200">
                <a:solidFill>
                  <a:schemeClr val="bg1"/>
                </a:solidFill>
                <a:latin typeface="Arial" panose="020B0604020202020204" pitchFamily="34" charset="0"/>
                <a:ea typeface="Meiryo UI" panose="020B0604030504040204" pitchFamily="50" charset="-128"/>
              </a:endParaRPr>
            </a:p>
          </p:txBody>
        </p:sp>
        <p:sp>
          <p:nvSpPr>
            <p:cNvPr id="145" name="テキスト ボックス 144">
              <a:extLst>
                <a:ext uri="{FF2B5EF4-FFF2-40B4-BE49-F238E27FC236}">
                  <a16:creationId xmlns:a16="http://schemas.microsoft.com/office/drawing/2014/main" id="{BC9CA1AC-4790-D17D-199D-D6A8B94AAC23}"/>
                </a:ext>
              </a:extLst>
            </p:cNvPr>
            <p:cNvSpPr txBox="1"/>
            <p:nvPr/>
          </p:nvSpPr>
          <p:spPr>
            <a:xfrm>
              <a:off x="991903" y="4290873"/>
              <a:ext cx="1620000" cy="402775"/>
            </a:xfrm>
            <a:prstGeom prst="rect">
              <a:avLst/>
            </a:prstGeom>
          </p:spPr>
          <p:txBody>
            <a:bodyPr vert="horz" wrap="square" lIns="108000" tIns="108000" rIns="108000" bIns="108000" rtlCol="0" anchor="ctr">
              <a:spAutoFit/>
            </a:bodyPr>
            <a:lstStyle/>
            <a:p>
              <a:r>
                <a:rPr kumimoji="1" lang="en-US" altLang="ja-JP" sz="1200">
                  <a:latin typeface="Arial" panose="020B0604020202020204" pitchFamily="34" charset="0"/>
                  <a:ea typeface="Meiryo UI" panose="020B0604030504040204" pitchFamily="50" charset="-128"/>
                </a:rPr>
                <a:t>CAC</a:t>
              </a:r>
              <a:r>
                <a:rPr kumimoji="1" lang="ja-JP" altLang="en-US" sz="1200">
                  <a:latin typeface="Arial" panose="020B0604020202020204" pitchFamily="34" charset="0"/>
                  <a:ea typeface="Meiryo UI" panose="020B0604030504040204" pitchFamily="50" charset="-128"/>
                </a:rPr>
                <a:t>の算出</a:t>
              </a:r>
            </a:p>
          </p:txBody>
        </p:sp>
        <p:sp>
          <p:nvSpPr>
            <p:cNvPr id="146" name="円/楕円 62">
              <a:extLst>
                <a:ext uri="{FF2B5EF4-FFF2-40B4-BE49-F238E27FC236}">
                  <a16:creationId xmlns:a16="http://schemas.microsoft.com/office/drawing/2014/main" id="{E9DD8221-9BD0-B6FA-4870-493D7EBC0720}"/>
                </a:ext>
              </a:extLst>
            </p:cNvPr>
            <p:cNvSpPr/>
            <p:nvPr/>
          </p:nvSpPr>
          <p:spPr>
            <a:xfrm>
              <a:off x="2510380" y="4312260"/>
              <a:ext cx="360000" cy="360000"/>
            </a:xfrm>
            <a:prstGeom prst="ellipse">
              <a:avLst/>
            </a:prstGeom>
            <a:solidFill>
              <a:srgbClr val="00B05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ja-JP" sz="1200">
                  <a:solidFill>
                    <a:schemeClr val="bg1"/>
                  </a:solidFill>
                  <a:latin typeface="Arial" panose="020B0604020202020204" pitchFamily="34" charset="0"/>
                  <a:ea typeface="Meiryo UI" panose="020B0604030504040204" pitchFamily="50" charset="-128"/>
                </a:rPr>
                <a:t>20</a:t>
              </a:r>
              <a:endParaRPr kumimoji="1" lang="ja-JP" altLang="en-US" sz="1200">
                <a:solidFill>
                  <a:schemeClr val="bg1"/>
                </a:solidFill>
                <a:latin typeface="Arial" panose="020B0604020202020204" pitchFamily="34" charset="0"/>
                <a:ea typeface="Meiryo UI" panose="020B0604030504040204" pitchFamily="50" charset="-128"/>
              </a:endParaRPr>
            </a:p>
          </p:txBody>
        </p:sp>
        <p:sp>
          <p:nvSpPr>
            <p:cNvPr id="147" name="テキスト ボックス 146">
              <a:extLst>
                <a:ext uri="{FF2B5EF4-FFF2-40B4-BE49-F238E27FC236}">
                  <a16:creationId xmlns:a16="http://schemas.microsoft.com/office/drawing/2014/main" id="{ECDC2036-1FC8-2165-54EF-BD673ABA511C}"/>
                </a:ext>
              </a:extLst>
            </p:cNvPr>
            <p:cNvSpPr txBox="1"/>
            <p:nvPr/>
          </p:nvSpPr>
          <p:spPr>
            <a:xfrm>
              <a:off x="2768857" y="4290873"/>
              <a:ext cx="1620000" cy="402775"/>
            </a:xfrm>
            <a:prstGeom prst="rect">
              <a:avLst/>
            </a:prstGeom>
          </p:spPr>
          <p:txBody>
            <a:bodyPr vert="horz" wrap="square" lIns="108000" tIns="108000" rIns="108000" bIns="108000" rtlCol="0" anchor="ctr">
              <a:spAutoFit/>
            </a:bodyPr>
            <a:lstStyle/>
            <a:p>
              <a:r>
                <a:rPr lang="ja-JP" altLang="en-US" sz="1200">
                  <a:latin typeface="Arial" panose="020B0604020202020204" pitchFamily="34" charset="0"/>
                  <a:ea typeface="Meiryo UI" panose="020B0604030504040204" pitchFamily="50" charset="-128"/>
                </a:rPr>
                <a:t>主要仮説の特定</a:t>
              </a:r>
              <a:endParaRPr kumimoji="1" lang="ja-JP" altLang="en-US" sz="1200">
                <a:latin typeface="Arial" panose="020B0604020202020204" pitchFamily="34" charset="0"/>
                <a:ea typeface="Meiryo UI" panose="020B0604030504040204" pitchFamily="50" charset="-128"/>
              </a:endParaRPr>
            </a:p>
          </p:txBody>
        </p:sp>
        <p:sp>
          <p:nvSpPr>
            <p:cNvPr id="148" name="円/楕円 65">
              <a:extLst>
                <a:ext uri="{FF2B5EF4-FFF2-40B4-BE49-F238E27FC236}">
                  <a16:creationId xmlns:a16="http://schemas.microsoft.com/office/drawing/2014/main" id="{6DD139FE-B041-7E86-04B3-A133291BD68C}"/>
                </a:ext>
              </a:extLst>
            </p:cNvPr>
            <p:cNvSpPr/>
            <p:nvPr/>
          </p:nvSpPr>
          <p:spPr>
            <a:xfrm>
              <a:off x="4287334" y="4312260"/>
              <a:ext cx="360000" cy="360000"/>
            </a:xfrm>
            <a:prstGeom prst="ellipse">
              <a:avLst/>
            </a:prstGeom>
            <a:solidFill>
              <a:srgbClr val="00B05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ja-JP" sz="1200">
                  <a:solidFill>
                    <a:schemeClr val="bg1"/>
                  </a:solidFill>
                  <a:latin typeface="Arial" panose="020B0604020202020204" pitchFamily="34" charset="0"/>
                  <a:ea typeface="Meiryo UI" panose="020B0604030504040204" pitchFamily="50" charset="-128"/>
                </a:rPr>
                <a:t>21</a:t>
              </a:r>
              <a:endParaRPr kumimoji="1" lang="ja-JP" altLang="en-US" sz="1200">
                <a:solidFill>
                  <a:schemeClr val="bg1"/>
                </a:solidFill>
                <a:latin typeface="Arial" panose="020B0604020202020204" pitchFamily="34" charset="0"/>
                <a:ea typeface="Meiryo UI" panose="020B0604030504040204" pitchFamily="50" charset="-128"/>
              </a:endParaRPr>
            </a:p>
          </p:txBody>
        </p:sp>
        <p:sp>
          <p:nvSpPr>
            <p:cNvPr id="149" name="テキスト ボックス 148">
              <a:extLst>
                <a:ext uri="{FF2B5EF4-FFF2-40B4-BE49-F238E27FC236}">
                  <a16:creationId xmlns:a16="http://schemas.microsoft.com/office/drawing/2014/main" id="{CCA893E6-4855-2233-4563-15E69F4CED8D}"/>
                </a:ext>
              </a:extLst>
            </p:cNvPr>
            <p:cNvSpPr txBox="1"/>
            <p:nvPr/>
          </p:nvSpPr>
          <p:spPr>
            <a:xfrm>
              <a:off x="4545811" y="4290873"/>
              <a:ext cx="1620000" cy="402775"/>
            </a:xfrm>
            <a:prstGeom prst="rect">
              <a:avLst/>
            </a:prstGeom>
          </p:spPr>
          <p:txBody>
            <a:bodyPr vert="horz" wrap="square" lIns="108000" tIns="108000" rIns="108000" bIns="108000" rtlCol="0" anchor="ctr">
              <a:spAutoFit/>
            </a:bodyPr>
            <a:lstStyle/>
            <a:p>
              <a:r>
                <a:rPr lang="ja-JP" altLang="en-US" sz="1200">
                  <a:latin typeface="Arial" panose="020B0604020202020204" pitchFamily="34" charset="0"/>
                  <a:ea typeface="Meiryo UI" panose="020B0604030504040204" pitchFamily="50" charset="-128"/>
                </a:rPr>
                <a:t>主要仮説の検証</a:t>
              </a:r>
              <a:endParaRPr kumimoji="1" lang="ja-JP" altLang="en-US" sz="1200">
                <a:latin typeface="Arial" panose="020B0604020202020204" pitchFamily="34" charset="0"/>
                <a:ea typeface="Meiryo UI" panose="020B0604030504040204" pitchFamily="50" charset="-128"/>
              </a:endParaRPr>
            </a:p>
          </p:txBody>
        </p:sp>
        <p:sp>
          <p:nvSpPr>
            <p:cNvPr id="150" name="円/楕円 68">
              <a:extLst>
                <a:ext uri="{FF2B5EF4-FFF2-40B4-BE49-F238E27FC236}">
                  <a16:creationId xmlns:a16="http://schemas.microsoft.com/office/drawing/2014/main" id="{0BE2AA3E-1132-2FDA-D6F9-2866E0F29E5C}"/>
                </a:ext>
              </a:extLst>
            </p:cNvPr>
            <p:cNvSpPr/>
            <p:nvPr/>
          </p:nvSpPr>
          <p:spPr>
            <a:xfrm>
              <a:off x="6064288" y="4312260"/>
              <a:ext cx="360000" cy="360000"/>
            </a:xfrm>
            <a:prstGeom prst="ellipse">
              <a:avLst/>
            </a:prstGeom>
            <a:solidFill>
              <a:srgbClr val="00B05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en-US" altLang="ja-JP" sz="1200" dirty="0">
                  <a:solidFill>
                    <a:schemeClr val="bg1"/>
                  </a:solidFill>
                  <a:latin typeface="Arial" panose="020B0604020202020204" pitchFamily="34" charset="0"/>
                  <a:ea typeface="Meiryo UI" panose="020B0604030504040204" pitchFamily="50" charset="-128"/>
                </a:rPr>
                <a:t>22</a:t>
              </a:r>
              <a:endParaRPr kumimoji="1" lang="ja-JP" altLang="en-US" sz="1200" dirty="0">
                <a:solidFill>
                  <a:schemeClr val="bg1"/>
                </a:solidFill>
                <a:latin typeface="Arial" panose="020B0604020202020204" pitchFamily="34" charset="0"/>
                <a:ea typeface="Meiryo UI" panose="020B0604030504040204" pitchFamily="50" charset="-128"/>
              </a:endParaRPr>
            </a:p>
          </p:txBody>
        </p:sp>
        <p:sp>
          <p:nvSpPr>
            <p:cNvPr id="151" name="テキスト ボックス 150">
              <a:extLst>
                <a:ext uri="{FF2B5EF4-FFF2-40B4-BE49-F238E27FC236}">
                  <a16:creationId xmlns:a16="http://schemas.microsoft.com/office/drawing/2014/main" id="{EBBCBF0F-DC1B-3B50-4E00-7A8940E7F79F}"/>
                </a:ext>
              </a:extLst>
            </p:cNvPr>
            <p:cNvSpPr txBox="1"/>
            <p:nvPr/>
          </p:nvSpPr>
          <p:spPr>
            <a:xfrm>
              <a:off x="6322765" y="4290873"/>
              <a:ext cx="1620000" cy="402775"/>
            </a:xfrm>
            <a:prstGeom prst="rect">
              <a:avLst/>
            </a:prstGeom>
          </p:spPr>
          <p:txBody>
            <a:bodyPr vert="horz" wrap="square" lIns="108000" tIns="108000" rIns="108000" bIns="108000" rtlCol="0" anchor="ctr">
              <a:spAutoFit/>
            </a:bodyPr>
            <a:lstStyle/>
            <a:p>
              <a:r>
                <a:rPr kumimoji="1" lang="en-US" altLang="ja-JP" sz="1200">
                  <a:latin typeface="Arial" panose="020B0604020202020204" pitchFamily="34" charset="0"/>
                  <a:ea typeface="Meiryo UI" panose="020B0604030504040204" pitchFamily="50" charset="-128"/>
                </a:rPr>
                <a:t>MVBP</a:t>
              </a:r>
              <a:r>
                <a:rPr kumimoji="1" lang="ja-JP" altLang="en-US" sz="1200">
                  <a:latin typeface="Arial" panose="020B0604020202020204" pitchFamily="34" charset="0"/>
                  <a:ea typeface="Meiryo UI" panose="020B0604030504040204" pitchFamily="50" charset="-128"/>
                </a:rPr>
                <a:t>の定義</a:t>
              </a:r>
            </a:p>
          </p:txBody>
        </p:sp>
        <p:sp>
          <p:nvSpPr>
            <p:cNvPr id="152" name="円/楕円 71">
              <a:extLst>
                <a:ext uri="{FF2B5EF4-FFF2-40B4-BE49-F238E27FC236}">
                  <a16:creationId xmlns:a16="http://schemas.microsoft.com/office/drawing/2014/main" id="{4FEEC506-F6EB-9A8D-2F46-46C16C603EB7}"/>
                </a:ext>
              </a:extLst>
            </p:cNvPr>
            <p:cNvSpPr/>
            <p:nvPr/>
          </p:nvSpPr>
          <p:spPr>
            <a:xfrm>
              <a:off x="7841242" y="4312260"/>
              <a:ext cx="360000" cy="360000"/>
            </a:xfrm>
            <a:prstGeom prst="ellipse">
              <a:avLst/>
            </a:prstGeom>
            <a:solidFill>
              <a:srgbClr val="00B050"/>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ja-JP" sz="1200">
                  <a:solidFill>
                    <a:schemeClr val="bg1"/>
                  </a:solidFill>
                  <a:latin typeface="Arial" panose="020B0604020202020204" pitchFamily="34" charset="0"/>
                  <a:ea typeface="Meiryo UI" panose="020B0604030504040204" pitchFamily="50" charset="-128"/>
                </a:rPr>
                <a:t>23</a:t>
              </a:r>
              <a:endParaRPr kumimoji="1" lang="ja-JP" altLang="en-US" sz="1200">
                <a:solidFill>
                  <a:schemeClr val="bg1"/>
                </a:solidFill>
                <a:latin typeface="Arial" panose="020B0604020202020204" pitchFamily="34" charset="0"/>
                <a:ea typeface="Meiryo UI" panose="020B0604030504040204" pitchFamily="50" charset="-128"/>
              </a:endParaRPr>
            </a:p>
          </p:txBody>
        </p:sp>
        <p:sp>
          <p:nvSpPr>
            <p:cNvPr id="153" name="テキスト ボックス 152">
              <a:extLst>
                <a:ext uri="{FF2B5EF4-FFF2-40B4-BE49-F238E27FC236}">
                  <a16:creationId xmlns:a16="http://schemas.microsoft.com/office/drawing/2014/main" id="{5FFF8534-C043-5202-C87B-817334F7C921}"/>
                </a:ext>
              </a:extLst>
            </p:cNvPr>
            <p:cNvSpPr txBox="1"/>
            <p:nvPr/>
          </p:nvSpPr>
          <p:spPr>
            <a:xfrm>
              <a:off x="8207630" y="4290873"/>
              <a:ext cx="1620000" cy="402775"/>
            </a:xfrm>
            <a:prstGeom prst="rect">
              <a:avLst/>
            </a:prstGeom>
          </p:spPr>
          <p:txBody>
            <a:bodyPr vert="horz" wrap="square" lIns="108000" tIns="108000" rIns="108000" bIns="108000" rtlCol="0" anchor="ctr">
              <a:spAutoFit/>
            </a:bodyPr>
            <a:lstStyle/>
            <a:p>
              <a:r>
                <a:rPr lang="ja-JP" altLang="en-US" sz="1200">
                  <a:latin typeface="Arial" panose="020B0604020202020204" pitchFamily="34" charset="0"/>
                  <a:ea typeface="Meiryo UI" panose="020B0604030504040204" pitchFamily="50" charset="-128"/>
                </a:rPr>
                <a:t>マーケットテスト</a:t>
              </a:r>
              <a:endParaRPr kumimoji="1" lang="ja-JP" altLang="en-US" sz="1200">
                <a:latin typeface="Arial" panose="020B0604020202020204" pitchFamily="34" charset="0"/>
                <a:ea typeface="Meiryo UI" panose="020B0604030504040204" pitchFamily="50" charset="-128"/>
              </a:endParaRPr>
            </a:p>
          </p:txBody>
        </p:sp>
        <p:sp>
          <p:nvSpPr>
            <p:cNvPr id="154" name="円/楕円 74">
              <a:extLst>
                <a:ext uri="{FF2B5EF4-FFF2-40B4-BE49-F238E27FC236}">
                  <a16:creationId xmlns:a16="http://schemas.microsoft.com/office/drawing/2014/main" id="{E2973A95-E5E0-D982-1984-1A1AB6E7432D}"/>
                </a:ext>
              </a:extLst>
            </p:cNvPr>
            <p:cNvSpPr/>
            <p:nvPr/>
          </p:nvSpPr>
          <p:spPr>
            <a:xfrm>
              <a:off x="9618196" y="4312260"/>
              <a:ext cx="360000" cy="360000"/>
            </a:xfrm>
            <a:prstGeom prst="ellipse">
              <a:avLst/>
            </a:prstGeom>
            <a:solidFill>
              <a:schemeClr val="accent5"/>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altLang="ja-JP" sz="1200">
                  <a:solidFill>
                    <a:schemeClr val="bg1"/>
                  </a:solidFill>
                  <a:latin typeface="Arial" panose="020B0604020202020204" pitchFamily="34" charset="0"/>
                  <a:ea typeface="Meiryo UI" panose="020B0604030504040204" pitchFamily="50" charset="-128"/>
                </a:rPr>
                <a:t>24</a:t>
              </a:r>
              <a:endParaRPr kumimoji="1" lang="ja-JP" altLang="en-US" sz="1200">
                <a:solidFill>
                  <a:schemeClr val="bg1"/>
                </a:solidFill>
                <a:latin typeface="Arial" panose="020B0604020202020204" pitchFamily="34" charset="0"/>
                <a:ea typeface="Meiryo UI" panose="020B0604030504040204" pitchFamily="50" charset="-128"/>
              </a:endParaRPr>
            </a:p>
          </p:txBody>
        </p:sp>
        <p:sp>
          <p:nvSpPr>
            <p:cNvPr id="155" name="テキスト ボックス 154">
              <a:extLst>
                <a:ext uri="{FF2B5EF4-FFF2-40B4-BE49-F238E27FC236}">
                  <a16:creationId xmlns:a16="http://schemas.microsoft.com/office/drawing/2014/main" id="{D37ADA31-D827-C6A3-DAE4-8AF3BE52544D}"/>
                </a:ext>
              </a:extLst>
            </p:cNvPr>
            <p:cNvSpPr txBox="1"/>
            <p:nvPr/>
          </p:nvSpPr>
          <p:spPr>
            <a:xfrm>
              <a:off x="9876676" y="4167762"/>
              <a:ext cx="1620000" cy="648997"/>
            </a:xfrm>
            <a:prstGeom prst="rect">
              <a:avLst/>
            </a:prstGeom>
          </p:spPr>
          <p:txBody>
            <a:bodyPr vert="horz" wrap="square" lIns="108000" tIns="108000" rIns="108000" bIns="108000" rtlCol="0" anchor="ctr">
              <a:spAutoFit/>
            </a:bodyPr>
            <a:lstStyle/>
            <a:p>
              <a:r>
                <a:rPr lang="ja-JP" altLang="en-US" sz="1400" dirty="0">
                  <a:latin typeface="Arial" panose="020B0604020202020204" pitchFamily="34" charset="0"/>
                  <a:ea typeface="Meiryo UI" panose="020B0604030504040204" pitchFamily="50" charset="-128"/>
                </a:rPr>
                <a:t>製品・サービスの</a:t>
              </a:r>
              <a:br>
                <a:rPr lang="en-US" altLang="ja-JP" sz="1400" dirty="0">
                  <a:latin typeface="Arial" panose="020B0604020202020204" pitchFamily="34" charset="0"/>
                  <a:ea typeface="Meiryo UI" panose="020B0604030504040204" pitchFamily="50" charset="-128"/>
                </a:rPr>
              </a:br>
              <a:r>
                <a:rPr lang="ja-JP" altLang="en-US" sz="1400" dirty="0">
                  <a:latin typeface="Arial" panose="020B0604020202020204" pitchFamily="34" charset="0"/>
                  <a:ea typeface="Meiryo UI" panose="020B0604030504040204" pitchFamily="50" charset="-128"/>
                </a:rPr>
                <a:t>開発</a:t>
              </a:r>
              <a:r>
                <a:rPr kumimoji="1" lang="ja-JP" altLang="en-US" sz="1400" dirty="0">
                  <a:latin typeface="Arial" panose="020B0604020202020204" pitchFamily="34" charset="0"/>
                  <a:ea typeface="Meiryo UI" panose="020B0604030504040204" pitchFamily="50" charset="-128"/>
                </a:rPr>
                <a:t>計画</a:t>
              </a:r>
              <a:endParaRPr kumimoji="1" lang="en-US" altLang="ja-JP" sz="1400" dirty="0">
                <a:latin typeface="Arial" panose="020B0604020202020204" pitchFamily="34" charset="0"/>
                <a:ea typeface="Meiryo UI" panose="020B0604030504040204" pitchFamily="50" charset="-128"/>
              </a:endParaRPr>
            </a:p>
          </p:txBody>
        </p:sp>
      </p:grpSp>
      <p:grpSp>
        <p:nvGrpSpPr>
          <p:cNvPr id="156" name="グループ化 155">
            <a:extLst>
              <a:ext uri="{FF2B5EF4-FFF2-40B4-BE49-F238E27FC236}">
                <a16:creationId xmlns:a16="http://schemas.microsoft.com/office/drawing/2014/main" id="{797AFAEB-08AF-2AE3-3684-98FD29C1A102}"/>
              </a:ext>
            </a:extLst>
          </p:cNvPr>
          <p:cNvGrpSpPr/>
          <p:nvPr/>
        </p:nvGrpSpPr>
        <p:grpSpPr>
          <a:xfrm>
            <a:off x="949323" y="4984111"/>
            <a:ext cx="4319238" cy="1433053"/>
            <a:chOff x="518794" y="5094180"/>
            <a:chExt cx="4319238" cy="1433053"/>
          </a:xfrm>
        </p:grpSpPr>
        <p:sp>
          <p:nvSpPr>
            <p:cNvPr id="157" name="円/楕円 77">
              <a:extLst>
                <a:ext uri="{FF2B5EF4-FFF2-40B4-BE49-F238E27FC236}">
                  <a16:creationId xmlns:a16="http://schemas.microsoft.com/office/drawing/2014/main" id="{87B96733-746E-CDEC-9BC7-55101786732C}"/>
                </a:ext>
              </a:extLst>
            </p:cNvPr>
            <p:cNvSpPr/>
            <p:nvPr/>
          </p:nvSpPr>
          <p:spPr>
            <a:xfrm>
              <a:off x="518794" y="5094180"/>
              <a:ext cx="360000" cy="360000"/>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nchorCtr="0"/>
            <a:lstStyle/>
            <a:p>
              <a:pPr algn="ctr"/>
              <a:endParaRPr kumimoji="1" lang="ja-JP" altLang="en-US" sz="1400">
                <a:solidFill>
                  <a:schemeClr val="bg1"/>
                </a:solidFill>
                <a:latin typeface="Arial" panose="020B0604020202020204" pitchFamily="34" charset="0"/>
                <a:ea typeface="Meiryo UI" panose="020B0604030504040204" pitchFamily="50" charset="-128"/>
              </a:endParaRPr>
            </a:p>
          </p:txBody>
        </p:sp>
        <p:sp>
          <p:nvSpPr>
            <p:cNvPr id="158" name="テキスト ボックス 157">
              <a:extLst>
                <a:ext uri="{FF2B5EF4-FFF2-40B4-BE49-F238E27FC236}">
                  <a16:creationId xmlns:a16="http://schemas.microsoft.com/office/drawing/2014/main" id="{AFA0B189-54A5-DC2F-D9F0-17C10279DEFB}"/>
                </a:ext>
              </a:extLst>
            </p:cNvPr>
            <p:cNvSpPr txBox="1"/>
            <p:nvPr/>
          </p:nvSpPr>
          <p:spPr>
            <a:xfrm>
              <a:off x="878032" y="5094180"/>
              <a:ext cx="3960000" cy="433553"/>
            </a:xfrm>
            <a:prstGeom prst="rect">
              <a:avLst/>
            </a:prstGeom>
          </p:spPr>
          <p:txBody>
            <a:bodyPr vert="horz" wrap="square" lIns="108000" tIns="108000" rIns="108000" bIns="108000" rtlCol="0">
              <a:spAutoFit/>
            </a:bodyPr>
            <a:lstStyle/>
            <a:p>
              <a:r>
                <a:rPr lang="ja-JP" altLang="en-US" sz="1400" dirty="0">
                  <a:latin typeface="Arial" panose="020B0604020202020204" pitchFamily="34" charset="0"/>
                  <a:ea typeface="Meiryo UI" panose="020B0604030504040204" pitchFamily="50" charset="-128"/>
                </a:rPr>
                <a:t>顧客の特定に関わるステップ</a:t>
              </a:r>
              <a:endParaRPr kumimoji="1" lang="ja-JP" altLang="en-US" sz="1400" dirty="0">
                <a:latin typeface="Arial" panose="020B0604020202020204" pitchFamily="34" charset="0"/>
                <a:ea typeface="Meiryo UI" panose="020B0604030504040204" pitchFamily="50" charset="-128"/>
              </a:endParaRPr>
            </a:p>
          </p:txBody>
        </p:sp>
        <p:sp>
          <p:nvSpPr>
            <p:cNvPr id="159" name="円/楕円 79">
              <a:extLst>
                <a:ext uri="{FF2B5EF4-FFF2-40B4-BE49-F238E27FC236}">
                  <a16:creationId xmlns:a16="http://schemas.microsoft.com/office/drawing/2014/main" id="{55D0FC9F-0316-4898-F74E-23220464259F}"/>
                </a:ext>
              </a:extLst>
            </p:cNvPr>
            <p:cNvSpPr/>
            <p:nvPr/>
          </p:nvSpPr>
          <p:spPr>
            <a:xfrm>
              <a:off x="518794" y="5593930"/>
              <a:ext cx="360000" cy="360000"/>
            </a:xfrm>
            <a:prstGeom prst="ellipse">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endParaRPr lang="ja-JP" altLang="en-US" sz="1400">
                <a:solidFill>
                  <a:schemeClr val="bg1"/>
                </a:solidFill>
                <a:latin typeface="Arial" panose="020B0604020202020204" pitchFamily="34" charset="0"/>
                <a:ea typeface="Meiryo UI" panose="020B0604030504040204" pitchFamily="50" charset="-128"/>
              </a:endParaRPr>
            </a:p>
          </p:txBody>
        </p:sp>
        <p:sp>
          <p:nvSpPr>
            <p:cNvPr id="160" name="テキスト ボックス 159">
              <a:extLst>
                <a:ext uri="{FF2B5EF4-FFF2-40B4-BE49-F238E27FC236}">
                  <a16:creationId xmlns:a16="http://schemas.microsoft.com/office/drawing/2014/main" id="{023FE4AE-607B-398A-0A5F-818F62D7D136}"/>
                </a:ext>
              </a:extLst>
            </p:cNvPr>
            <p:cNvSpPr txBox="1"/>
            <p:nvPr/>
          </p:nvSpPr>
          <p:spPr>
            <a:xfrm>
              <a:off x="878032" y="5593930"/>
              <a:ext cx="3960000" cy="433553"/>
            </a:xfrm>
            <a:prstGeom prst="rect">
              <a:avLst/>
            </a:prstGeom>
          </p:spPr>
          <p:txBody>
            <a:bodyPr vert="horz" wrap="square" lIns="108000" tIns="108000" rIns="108000" bIns="108000" rtlCol="0">
              <a:spAutoFit/>
            </a:bodyPr>
            <a:lstStyle/>
            <a:p>
              <a:r>
                <a:rPr lang="ja-JP" altLang="en-US" sz="1400">
                  <a:latin typeface="Arial" panose="020B0604020202020204" pitchFamily="34" charset="0"/>
                  <a:ea typeface="Meiryo UI" panose="020B0604030504040204" pitchFamily="50" charset="-128"/>
                </a:rPr>
                <a:t>提供価値の設計に関わるステップ</a:t>
              </a:r>
              <a:endParaRPr kumimoji="1" lang="ja-JP" altLang="en-US" sz="1400">
                <a:latin typeface="Arial" panose="020B0604020202020204" pitchFamily="34" charset="0"/>
                <a:ea typeface="Meiryo UI" panose="020B0604030504040204" pitchFamily="50" charset="-128"/>
              </a:endParaRPr>
            </a:p>
          </p:txBody>
        </p:sp>
        <p:sp>
          <p:nvSpPr>
            <p:cNvPr id="161" name="円/楕円 81">
              <a:extLst>
                <a:ext uri="{FF2B5EF4-FFF2-40B4-BE49-F238E27FC236}">
                  <a16:creationId xmlns:a16="http://schemas.microsoft.com/office/drawing/2014/main" id="{F28A95B9-FF6D-42A2-B70A-60FF192CB7DD}"/>
                </a:ext>
              </a:extLst>
            </p:cNvPr>
            <p:cNvSpPr/>
            <p:nvPr/>
          </p:nvSpPr>
          <p:spPr>
            <a:xfrm>
              <a:off x="518794" y="6093680"/>
              <a:ext cx="360000" cy="36000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endParaRPr lang="ja-JP" altLang="en-US" sz="1400">
                <a:solidFill>
                  <a:schemeClr val="bg1"/>
                </a:solidFill>
                <a:latin typeface="Arial" panose="020B0604020202020204" pitchFamily="34" charset="0"/>
                <a:ea typeface="Meiryo UI" panose="020B0604030504040204" pitchFamily="50" charset="-128"/>
              </a:endParaRPr>
            </a:p>
          </p:txBody>
        </p:sp>
        <p:sp>
          <p:nvSpPr>
            <p:cNvPr id="162" name="テキスト ボックス 161">
              <a:extLst>
                <a:ext uri="{FF2B5EF4-FFF2-40B4-BE49-F238E27FC236}">
                  <a16:creationId xmlns:a16="http://schemas.microsoft.com/office/drawing/2014/main" id="{FB4836B3-069F-ACDB-127A-62FB05EA66C7}"/>
                </a:ext>
              </a:extLst>
            </p:cNvPr>
            <p:cNvSpPr txBox="1"/>
            <p:nvPr/>
          </p:nvSpPr>
          <p:spPr>
            <a:xfrm>
              <a:off x="878032" y="6093680"/>
              <a:ext cx="3960000" cy="433553"/>
            </a:xfrm>
            <a:prstGeom prst="rect">
              <a:avLst/>
            </a:prstGeom>
          </p:spPr>
          <p:txBody>
            <a:bodyPr vert="horz" wrap="square" lIns="108000" tIns="108000" rIns="108000" bIns="108000" rtlCol="0">
              <a:spAutoFit/>
            </a:bodyPr>
            <a:lstStyle/>
            <a:p>
              <a:r>
                <a:rPr lang="ja-JP" altLang="en-US" sz="1400">
                  <a:latin typeface="Arial" panose="020B0604020202020204" pitchFamily="34" charset="0"/>
                  <a:ea typeface="Meiryo UI" panose="020B0604030504040204" pitchFamily="50" charset="-128"/>
                </a:rPr>
                <a:t>顧客獲得方法に関わるステップ</a:t>
              </a:r>
              <a:endParaRPr kumimoji="1" lang="ja-JP" altLang="en-US" sz="1400">
                <a:latin typeface="Arial" panose="020B0604020202020204" pitchFamily="34" charset="0"/>
                <a:ea typeface="Meiryo UI" panose="020B0604030504040204" pitchFamily="50" charset="-128"/>
              </a:endParaRPr>
            </a:p>
          </p:txBody>
        </p:sp>
      </p:grpSp>
      <p:grpSp>
        <p:nvGrpSpPr>
          <p:cNvPr id="163" name="グループ化 162">
            <a:extLst>
              <a:ext uri="{FF2B5EF4-FFF2-40B4-BE49-F238E27FC236}">
                <a16:creationId xmlns:a16="http://schemas.microsoft.com/office/drawing/2014/main" id="{A22040D1-5358-DFA4-9B0B-80FCA4FB7B8B}"/>
              </a:ext>
            </a:extLst>
          </p:cNvPr>
          <p:cNvGrpSpPr/>
          <p:nvPr/>
        </p:nvGrpSpPr>
        <p:grpSpPr>
          <a:xfrm>
            <a:off x="6420234" y="4984111"/>
            <a:ext cx="4319659" cy="1433053"/>
            <a:chOff x="6392293" y="5094180"/>
            <a:chExt cx="4319659" cy="1469857"/>
          </a:xfrm>
        </p:grpSpPr>
        <p:sp>
          <p:nvSpPr>
            <p:cNvPr id="164" name="円/楕円 83">
              <a:extLst>
                <a:ext uri="{FF2B5EF4-FFF2-40B4-BE49-F238E27FC236}">
                  <a16:creationId xmlns:a16="http://schemas.microsoft.com/office/drawing/2014/main" id="{A3F1875C-B23E-EC70-3171-EB70D0E77B62}"/>
                </a:ext>
              </a:extLst>
            </p:cNvPr>
            <p:cNvSpPr/>
            <p:nvPr/>
          </p:nvSpPr>
          <p:spPr>
            <a:xfrm>
              <a:off x="6392293" y="6095268"/>
              <a:ext cx="360000" cy="360000"/>
            </a:xfrm>
            <a:prstGeom prst="ellipse">
              <a:avLst/>
            </a:prstGeom>
            <a:solidFill>
              <a:schemeClr val="accent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endParaRPr lang="ja-JP" altLang="en-US" sz="1400">
                <a:solidFill>
                  <a:schemeClr val="bg1"/>
                </a:solidFill>
                <a:latin typeface="Arial" panose="020B0604020202020204" pitchFamily="34" charset="0"/>
                <a:ea typeface="Meiryo UI" panose="020B0604030504040204" pitchFamily="50" charset="-128"/>
              </a:endParaRPr>
            </a:p>
          </p:txBody>
        </p:sp>
        <p:sp>
          <p:nvSpPr>
            <p:cNvPr id="165" name="テキスト ボックス 164">
              <a:extLst>
                <a:ext uri="{FF2B5EF4-FFF2-40B4-BE49-F238E27FC236}">
                  <a16:creationId xmlns:a16="http://schemas.microsoft.com/office/drawing/2014/main" id="{5568A344-E385-6C1B-B9B9-F5AFAD63D455}"/>
                </a:ext>
              </a:extLst>
            </p:cNvPr>
            <p:cNvSpPr txBox="1"/>
            <p:nvPr/>
          </p:nvSpPr>
          <p:spPr>
            <a:xfrm>
              <a:off x="6747719" y="6130484"/>
              <a:ext cx="3960000" cy="433553"/>
            </a:xfrm>
            <a:prstGeom prst="rect">
              <a:avLst/>
            </a:prstGeom>
          </p:spPr>
          <p:txBody>
            <a:bodyPr vert="horz" wrap="square" lIns="108000" tIns="108000" rIns="108000" bIns="108000" rtlCol="0">
              <a:spAutoFit/>
            </a:bodyPr>
            <a:lstStyle/>
            <a:p>
              <a:r>
                <a:rPr lang="ja-JP" altLang="en-US" sz="1400" dirty="0">
                  <a:latin typeface="Arial" panose="020B0604020202020204" pitchFamily="34" charset="0"/>
                  <a:ea typeface="Meiryo UI" panose="020B0604030504040204" pitchFamily="50" charset="-128"/>
                </a:rPr>
                <a:t>事業スケーリングに関わるステップ</a:t>
              </a:r>
              <a:endParaRPr kumimoji="1" lang="ja-JP" altLang="en-US" sz="1400" dirty="0">
                <a:latin typeface="Arial" panose="020B0604020202020204" pitchFamily="34" charset="0"/>
                <a:ea typeface="Meiryo UI" panose="020B0604030504040204" pitchFamily="50" charset="-128"/>
              </a:endParaRPr>
            </a:p>
          </p:txBody>
        </p:sp>
        <p:sp>
          <p:nvSpPr>
            <p:cNvPr id="166" name="円/楕円 85">
              <a:extLst>
                <a:ext uri="{FF2B5EF4-FFF2-40B4-BE49-F238E27FC236}">
                  <a16:creationId xmlns:a16="http://schemas.microsoft.com/office/drawing/2014/main" id="{BA88E30B-8F38-F712-4E39-A4110624AE3F}"/>
                </a:ext>
              </a:extLst>
            </p:cNvPr>
            <p:cNvSpPr/>
            <p:nvPr/>
          </p:nvSpPr>
          <p:spPr>
            <a:xfrm>
              <a:off x="6392293" y="5094180"/>
              <a:ext cx="360000" cy="360000"/>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endParaRPr lang="ja-JP" altLang="en-US" sz="1400">
                <a:solidFill>
                  <a:schemeClr val="bg1"/>
                </a:solidFill>
                <a:latin typeface="Arial" panose="020B0604020202020204" pitchFamily="34" charset="0"/>
                <a:ea typeface="Meiryo UI" panose="020B0604030504040204" pitchFamily="50" charset="-128"/>
              </a:endParaRPr>
            </a:p>
          </p:txBody>
        </p:sp>
        <p:sp>
          <p:nvSpPr>
            <p:cNvPr id="167" name="テキスト ボックス 166">
              <a:extLst>
                <a:ext uri="{FF2B5EF4-FFF2-40B4-BE49-F238E27FC236}">
                  <a16:creationId xmlns:a16="http://schemas.microsoft.com/office/drawing/2014/main" id="{1FBC6C75-3786-2659-3F07-E8A290726921}"/>
                </a:ext>
              </a:extLst>
            </p:cNvPr>
            <p:cNvSpPr txBox="1"/>
            <p:nvPr/>
          </p:nvSpPr>
          <p:spPr>
            <a:xfrm>
              <a:off x="6751952" y="5094180"/>
              <a:ext cx="3960000" cy="433553"/>
            </a:xfrm>
            <a:prstGeom prst="rect">
              <a:avLst/>
            </a:prstGeom>
          </p:spPr>
          <p:txBody>
            <a:bodyPr vert="horz" wrap="square" lIns="108000" tIns="108000" rIns="108000" bIns="108000" rtlCol="0">
              <a:spAutoFit/>
            </a:bodyPr>
            <a:lstStyle/>
            <a:p>
              <a:r>
                <a:rPr lang="ja-JP" altLang="en-US" sz="1400" dirty="0">
                  <a:latin typeface="Arial" panose="020B0604020202020204" pitchFamily="34" charset="0"/>
                  <a:ea typeface="Meiryo UI" panose="020B0604030504040204" pitchFamily="50" charset="-128"/>
                </a:rPr>
                <a:t>対価獲得に関わるステップ</a:t>
              </a:r>
              <a:endParaRPr kumimoji="1" lang="ja-JP" altLang="en-US" sz="1400" dirty="0">
                <a:latin typeface="Arial" panose="020B0604020202020204" pitchFamily="34" charset="0"/>
                <a:ea typeface="Meiryo UI" panose="020B0604030504040204" pitchFamily="50" charset="-128"/>
              </a:endParaRPr>
            </a:p>
          </p:txBody>
        </p:sp>
        <p:sp>
          <p:nvSpPr>
            <p:cNvPr id="168" name="円/楕円 87">
              <a:extLst>
                <a:ext uri="{FF2B5EF4-FFF2-40B4-BE49-F238E27FC236}">
                  <a16:creationId xmlns:a16="http://schemas.microsoft.com/office/drawing/2014/main" id="{5BF16EEB-B013-43A9-0D42-0504813E6371}"/>
                </a:ext>
              </a:extLst>
            </p:cNvPr>
            <p:cNvSpPr/>
            <p:nvPr/>
          </p:nvSpPr>
          <p:spPr>
            <a:xfrm>
              <a:off x="6392293" y="5593930"/>
              <a:ext cx="360000" cy="360000"/>
            </a:xfrm>
            <a:prstGeom prst="ellipse">
              <a:avLst/>
            </a:prstGeom>
            <a:solidFill>
              <a:srgbClr val="00B05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endParaRPr lang="ja-JP" altLang="en-US" sz="1400">
                <a:solidFill>
                  <a:schemeClr val="bg1"/>
                </a:solidFill>
                <a:latin typeface="Arial" panose="020B0604020202020204" pitchFamily="34" charset="0"/>
                <a:ea typeface="Meiryo UI" panose="020B0604030504040204" pitchFamily="50" charset="-128"/>
              </a:endParaRPr>
            </a:p>
          </p:txBody>
        </p:sp>
        <p:sp>
          <p:nvSpPr>
            <p:cNvPr id="169" name="テキスト ボックス 168">
              <a:extLst>
                <a:ext uri="{FF2B5EF4-FFF2-40B4-BE49-F238E27FC236}">
                  <a16:creationId xmlns:a16="http://schemas.microsoft.com/office/drawing/2014/main" id="{9A0355C9-75FA-0F25-C2A2-132193554B4E}"/>
                </a:ext>
              </a:extLst>
            </p:cNvPr>
            <p:cNvSpPr txBox="1"/>
            <p:nvPr/>
          </p:nvSpPr>
          <p:spPr>
            <a:xfrm>
              <a:off x="6751951" y="5593930"/>
              <a:ext cx="3960000" cy="433553"/>
            </a:xfrm>
            <a:prstGeom prst="rect">
              <a:avLst/>
            </a:prstGeom>
          </p:spPr>
          <p:txBody>
            <a:bodyPr vert="horz" wrap="square" lIns="108000" tIns="108000" rIns="108000" bIns="108000" rtlCol="0">
              <a:spAutoFit/>
            </a:bodyPr>
            <a:lstStyle/>
            <a:p>
              <a:r>
                <a:rPr lang="ja-JP" altLang="en-US" sz="1400">
                  <a:latin typeface="Arial" panose="020B0604020202020204" pitchFamily="34" charset="0"/>
                  <a:ea typeface="Meiryo UI" panose="020B0604030504040204" pitchFamily="50" charset="-128"/>
                </a:rPr>
                <a:t>商品・サービスの設計と開発に関わるステップ</a:t>
              </a:r>
              <a:endParaRPr kumimoji="1" lang="ja-JP" altLang="en-US" sz="1400">
                <a:latin typeface="Arial" panose="020B0604020202020204" pitchFamily="34" charset="0"/>
                <a:ea typeface="Meiryo UI" panose="020B0604030504040204" pitchFamily="50" charset="-128"/>
              </a:endParaRPr>
            </a:p>
          </p:txBody>
        </p:sp>
      </p:grpSp>
      <p:cxnSp>
        <p:nvCxnSpPr>
          <p:cNvPr id="170" name="直線コネクタ 169">
            <a:extLst>
              <a:ext uri="{FF2B5EF4-FFF2-40B4-BE49-F238E27FC236}">
                <a16:creationId xmlns:a16="http://schemas.microsoft.com/office/drawing/2014/main" id="{D94DCBA0-72F0-B1A9-D8E1-09D31145A7E5}"/>
              </a:ext>
            </a:extLst>
          </p:cNvPr>
          <p:cNvCxnSpPr>
            <a:cxnSpLocks/>
          </p:cNvCxnSpPr>
          <p:nvPr/>
        </p:nvCxnSpPr>
        <p:spPr>
          <a:xfrm>
            <a:off x="909638" y="4851353"/>
            <a:ext cx="10587038" cy="0"/>
          </a:xfrm>
          <a:prstGeom prst="line">
            <a:avLst/>
          </a:prstGeom>
        </p:spPr>
        <p:style>
          <a:lnRef idx="1">
            <a:schemeClr val="dk1"/>
          </a:lnRef>
          <a:fillRef idx="0">
            <a:schemeClr val="dk1"/>
          </a:fillRef>
          <a:effectRef idx="0">
            <a:schemeClr val="dk1"/>
          </a:effectRef>
          <a:fontRef idx="minor">
            <a:schemeClr val="tx1"/>
          </a:fontRef>
        </p:style>
      </p:cxnSp>
      <p:sp>
        <p:nvSpPr>
          <p:cNvPr id="171" name="正方形/長方形 170">
            <a:extLst>
              <a:ext uri="{FF2B5EF4-FFF2-40B4-BE49-F238E27FC236}">
                <a16:creationId xmlns:a16="http://schemas.microsoft.com/office/drawing/2014/main" id="{2640893E-51AE-E92B-2ED3-726586504EBB}"/>
              </a:ext>
            </a:extLst>
          </p:cNvPr>
          <p:cNvSpPr/>
          <p:nvPr/>
        </p:nvSpPr>
        <p:spPr>
          <a:xfrm>
            <a:off x="911226" y="1416233"/>
            <a:ext cx="10585450" cy="36000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ctr"/>
          <a:lstStyle/>
          <a:p>
            <a:pPr>
              <a:lnSpc>
                <a:spcPct val="150000"/>
              </a:lnSpc>
            </a:pPr>
            <a:r>
              <a:rPr kumimoji="1" lang="en-US" altLang="ja-JP" sz="1400" dirty="0">
                <a:solidFill>
                  <a:schemeClr val="tx1"/>
                </a:solidFill>
                <a:latin typeface="Arial" panose="020B0604020202020204" pitchFamily="34" charset="0"/>
                <a:ea typeface="Meiryo UI" panose="020B0604030504040204" pitchFamily="50" charset="-128"/>
              </a:rPr>
              <a:t>MIT</a:t>
            </a:r>
            <a:r>
              <a:rPr kumimoji="1" lang="ja-JP" altLang="en-US" sz="1400" dirty="0">
                <a:solidFill>
                  <a:schemeClr val="tx1"/>
                </a:solidFill>
                <a:latin typeface="Arial" panose="020B0604020202020204" pitchFamily="34" charset="0"/>
                <a:ea typeface="Meiryo UI" panose="020B0604030504040204" pitchFamily="50" charset="-128"/>
              </a:rPr>
              <a:t>の事業開発の方法論では、</a:t>
            </a:r>
            <a:r>
              <a:rPr kumimoji="1" lang="ja-JP" altLang="en-US" sz="1400" b="1" dirty="0">
                <a:solidFill>
                  <a:schemeClr val="tx1"/>
                </a:solidFill>
                <a:latin typeface="Arial" panose="020B0604020202020204" pitchFamily="34" charset="0"/>
                <a:ea typeface="Meiryo UI" panose="020B0604030504040204" pitchFamily="50" charset="-128"/>
              </a:rPr>
              <a:t>事業開発ステップが</a:t>
            </a:r>
            <a:r>
              <a:rPr kumimoji="1" lang="en-US" altLang="ja-JP" sz="1400" b="1" dirty="0">
                <a:solidFill>
                  <a:schemeClr val="tx1"/>
                </a:solidFill>
                <a:latin typeface="Arial" panose="020B0604020202020204" pitchFamily="34" charset="0"/>
                <a:ea typeface="Meiryo UI" panose="020B0604030504040204" pitchFamily="50" charset="-128"/>
              </a:rPr>
              <a:t>24</a:t>
            </a:r>
            <a:r>
              <a:rPr kumimoji="1" lang="ja-JP" altLang="en-US" sz="1400" b="1" dirty="0">
                <a:solidFill>
                  <a:schemeClr val="tx1"/>
                </a:solidFill>
                <a:latin typeface="Arial" panose="020B0604020202020204" pitchFamily="34" charset="0"/>
                <a:ea typeface="Meiryo UI" panose="020B0604030504040204" pitchFamily="50" charset="-128"/>
              </a:rPr>
              <a:t>に分解・定義</a:t>
            </a:r>
            <a:r>
              <a:rPr kumimoji="1" lang="ja-JP" altLang="en-US" sz="1400" dirty="0">
                <a:solidFill>
                  <a:schemeClr val="tx1"/>
                </a:solidFill>
                <a:latin typeface="Arial" panose="020B0604020202020204" pitchFamily="34" charset="0"/>
                <a:ea typeface="Meiryo UI" panose="020B0604030504040204" pitchFamily="50" charset="-128"/>
              </a:rPr>
              <a:t>されており、このステップをたどることで成功裏な事業化につながる</a:t>
            </a:r>
            <a:endParaRPr kumimoji="1" lang="en-US" altLang="ja-JP" sz="1400" dirty="0">
              <a:solidFill>
                <a:schemeClr val="tx1"/>
              </a:solidFill>
              <a:latin typeface="Arial" panose="020B0604020202020204" pitchFamily="34" charset="0"/>
              <a:ea typeface="Meiryo UI" panose="020B0604030504040204" pitchFamily="50" charset="-128"/>
            </a:endParaRPr>
          </a:p>
        </p:txBody>
      </p:sp>
    </p:spTree>
    <p:extLst>
      <p:ext uri="{BB962C8B-B14F-4D97-AF65-F5344CB8AC3E}">
        <p14:creationId xmlns:p14="http://schemas.microsoft.com/office/powerpoint/2010/main" val="2356554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CF615-EEB8-BFD9-CE1B-F0F0985E937B}"/>
            </a:ext>
          </a:extLst>
        </p:cNvPr>
        <p:cNvGrpSpPr/>
        <p:nvPr/>
      </p:nvGrpSpPr>
      <p:grpSpPr>
        <a:xfrm>
          <a:off x="0" y="0"/>
          <a:ext cx="0" cy="0"/>
          <a:chOff x="0" y="0"/>
          <a:chExt cx="0" cy="0"/>
        </a:xfrm>
      </p:grpSpPr>
      <p:graphicFrame>
        <p:nvGraphicFramePr>
          <p:cNvPr id="22" name="think-cell data - do not delete" hidden="1">
            <a:extLst>
              <a:ext uri="{FF2B5EF4-FFF2-40B4-BE49-F238E27FC236}">
                <a16:creationId xmlns:a16="http://schemas.microsoft.com/office/drawing/2014/main" id="{4F622A7C-AB96-CE9C-A050-100D153A6C67}"/>
              </a:ext>
            </a:extLst>
          </p:cNvPr>
          <p:cNvGraphicFramePr>
            <a:graphicFrameLocks noChangeAspect="1"/>
          </p:cNvGraphicFramePr>
          <p:nvPr>
            <p:custDataLst>
              <p:tags r:id="rId1"/>
            </p:custDataLst>
            <p:extLst>
              <p:ext uri="{D42A27DB-BD31-4B8C-83A1-F6EECF244321}">
                <p14:modId xmlns:p14="http://schemas.microsoft.com/office/powerpoint/2010/main" val="4764368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22" name="think-cell data - do not delete" hidden="1">
                        <a:extLst>
                          <a:ext uri="{FF2B5EF4-FFF2-40B4-BE49-F238E27FC236}">
                            <a16:creationId xmlns:a16="http://schemas.microsoft.com/office/drawing/2014/main" id="{4F622A7C-AB96-CE9C-A050-100D153A6C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字幕 3">
            <a:extLst>
              <a:ext uri="{FF2B5EF4-FFF2-40B4-BE49-F238E27FC236}">
                <a16:creationId xmlns:a16="http://schemas.microsoft.com/office/drawing/2014/main" id="{5D602C88-1711-7012-0557-77907F029CA2}"/>
              </a:ext>
            </a:extLst>
          </p:cNvPr>
          <p:cNvSpPr>
            <a:spLocks noGrp="1"/>
          </p:cNvSpPr>
          <p:nvPr>
            <p:ph type="subTitle" idx="13"/>
          </p:nvPr>
        </p:nvSpPr>
        <p:spPr/>
        <p:txBody>
          <a:bodyPr/>
          <a:lstStyle/>
          <a:p>
            <a:r>
              <a:rPr kumimoji="1" lang="en-US" altLang="ja-JP" dirty="0" err="1"/>
              <a:t>Suica</a:t>
            </a:r>
            <a:r>
              <a:rPr kumimoji="1" lang="ja-JP" altLang="en-US" dirty="0"/>
              <a:t>アプリを「生活のデバイス」へ進化させる開発手法として採用されるアジャイルの効果を最大化するための条件を弊社は理解</a:t>
            </a:r>
            <a:br>
              <a:rPr kumimoji="1" lang="en-US" altLang="ja-JP" dirty="0"/>
            </a:br>
            <a:r>
              <a:rPr kumimoji="1" lang="ja-JP" altLang="en-US" dirty="0"/>
              <a:t>しています。共通認識をもって開発側とも協働可能</a:t>
            </a:r>
          </a:p>
        </p:txBody>
      </p:sp>
      <p:sp>
        <p:nvSpPr>
          <p:cNvPr id="2" name="タイトル 1">
            <a:extLst>
              <a:ext uri="{FF2B5EF4-FFF2-40B4-BE49-F238E27FC236}">
                <a16:creationId xmlns:a16="http://schemas.microsoft.com/office/drawing/2014/main" id="{C8731273-BDF6-059E-5951-C012F0523201}"/>
              </a:ext>
            </a:extLst>
          </p:cNvPr>
          <p:cNvSpPr>
            <a:spLocks noGrp="1"/>
          </p:cNvSpPr>
          <p:nvPr>
            <p:ph type="title"/>
          </p:nvPr>
        </p:nvSpPr>
        <p:spPr/>
        <p:txBody>
          <a:bodyPr vert="horz"/>
          <a:lstStyle/>
          <a:p>
            <a:r>
              <a:rPr lang="ja-JP" altLang="en-US" dirty="0"/>
              <a:t>アジャイル開発チームとのワンチーム化</a:t>
            </a:r>
            <a:endParaRPr kumimoji="1" lang="ja-JP" altLang="en-US" dirty="0"/>
          </a:p>
        </p:txBody>
      </p:sp>
      <p:sp>
        <p:nvSpPr>
          <p:cNvPr id="21" name="テキスト プレースホルダー 20">
            <a:extLst>
              <a:ext uri="{FF2B5EF4-FFF2-40B4-BE49-F238E27FC236}">
                <a16:creationId xmlns:a16="http://schemas.microsoft.com/office/drawing/2014/main" id="{314C9973-AEFB-C53A-E611-60337F36FF2A}"/>
              </a:ext>
            </a:extLst>
          </p:cNvPr>
          <p:cNvSpPr>
            <a:spLocks noGrp="1"/>
          </p:cNvSpPr>
          <p:nvPr>
            <p:ph type="body" sz="quarter" idx="14"/>
          </p:nvPr>
        </p:nvSpPr>
        <p:spPr/>
        <p:txBody>
          <a:bodyPr/>
          <a:lstStyle/>
          <a:p>
            <a:endParaRPr lang="ja-JP" altLang="en-US"/>
          </a:p>
        </p:txBody>
      </p:sp>
      <p:sp>
        <p:nvSpPr>
          <p:cNvPr id="3" name="正方形/長方形 2">
            <a:extLst>
              <a:ext uri="{FF2B5EF4-FFF2-40B4-BE49-F238E27FC236}">
                <a16:creationId xmlns:a16="http://schemas.microsoft.com/office/drawing/2014/main" id="{5B60959B-4C04-731E-B367-38B0F30C27F8}"/>
              </a:ext>
            </a:extLst>
          </p:cNvPr>
          <p:cNvSpPr/>
          <p:nvPr/>
        </p:nvSpPr>
        <p:spPr>
          <a:xfrm>
            <a:off x="8329386" y="1896849"/>
            <a:ext cx="3060000" cy="720000"/>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r>
              <a:rPr lang="ja-JP" altLang="en-US" sz="1400" dirty="0">
                <a:solidFill>
                  <a:schemeClr val="tx1"/>
                </a:solidFill>
                <a:latin typeface="Arial" panose="020B0604020202020204" pitchFamily="34" charset="0"/>
                <a:ea typeface="Meiryo UI" panose="020B0604030504040204" pitchFamily="50" charset="-128"/>
              </a:rPr>
              <a:t>中央集権型の組織・文化</a:t>
            </a:r>
            <a:endParaRPr kumimoji="1" lang="en-US" altLang="ja-JP" sz="1400" dirty="0">
              <a:solidFill>
                <a:schemeClr val="tx1"/>
              </a:solidFill>
              <a:latin typeface="Arial" panose="020B0604020202020204" pitchFamily="34" charset="0"/>
              <a:ea typeface="Meiryo UI" panose="020B0604030504040204" pitchFamily="50" charset="-128"/>
            </a:endParaRPr>
          </a:p>
          <a:p>
            <a:pPr algn="ctr"/>
            <a:r>
              <a:rPr lang="ja-JP" altLang="en-US" sz="1100" dirty="0">
                <a:solidFill>
                  <a:schemeClr val="tx1"/>
                </a:solidFill>
                <a:latin typeface="Arial" panose="020B0604020202020204" pitchFamily="34" charset="0"/>
                <a:ea typeface="Meiryo UI" panose="020B0604030504040204" pitchFamily="50" charset="-128"/>
              </a:rPr>
              <a:t>（ヒエラルキー型）</a:t>
            </a:r>
            <a:endParaRPr kumimoji="1" lang="ja-JP" altLang="en-US" sz="1100" dirty="0">
              <a:solidFill>
                <a:schemeClr val="tx1"/>
              </a:solidFill>
              <a:latin typeface="Arial" panose="020B0604020202020204" pitchFamily="34" charset="0"/>
              <a:ea typeface="Meiryo UI" panose="020B0604030504040204" pitchFamily="50" charset="-128"/>
            </a:endParaRPr>
          </a:p>
        </p:txBody>
      </p:sp>
      <p:sp>
        <p:nvSpPr>
          <p:cNvPr id="5" name="正方形/長方形 4">
            <a:extLst>
              <a:ext uri="{FF2B5EF4-FFF2-40B4-BE49-F238E27FC236}">
                <a16:creationId xmlns:a16="http://schemas.microsoft.com/office/drawing/2014/main" id="{6D07CC9A-B780-FE79-8804-6A3D73E6DB6D}"/>
              </a:ext>
            </a:extLst>
          </p:cNvPr>
          <p:cNvSpPr/>
          <p:nvPr/>
        </p:nvSpPr>
        <p:spPr>
          <a:xfrm>
            <a:off x="8329386" y="2649765"/>
            <a:ext cx="3060000" cy="720000"/>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r>
              <a:rPr kumimoji="1" lang="ja-JP" altLang="en-US" sz="1400">
                <a:solidFill>
                  <a:schemeClr val="tx1"/>
                </a:solidFill>
                <a:latin typeface="Arial" panose="020B0604020202020204" pitchFamily="34" charset="0"/>
                <a:ea typeface="Meiryo UI" panose="020B0604030504040204" pitchFamily="50" charset="-128"/>
              </a:rPr>
              <a:t>役割に応じた組織体系</a:t>
            </a:r>
            <a:endParaRPr kumimoji="1" lang="en-US" altLang="ja-JP" sz="1400">
              <a:solidFill>
                <a:schemeClr val="tx1"/>
              </a:solidFill>
              <a:latin typeface="Arial" panose="020B0604020202020204" pitchFamily="34" charset="0"/>
              <a:ea typeface="Meiryo UI" panose="020B0604030504040204" pitchFamily="50" charset="-128"/>
            </a:endParaRPr>
          </a:p>
          <a:p>
            <a:pPr algn="ctr"/>
            <a:r>
              <a:rPr lang="ja-JP" altLang="en-US" sz="1100">
                <a:solidFill>
                  <a:schemeClr val="tx1"/>
                </a:solidFill>
                <a:latin typeface="Arial" panose="020B0604020202020204" pitchFamily="34" charset="0"/>
                <a:ea typeface="Meiryo UI" panose="020B0604030504040204" pitchFamily="50" charset="-128"/>
              </a:rPr>
              <a:t>（縦割り文化）</a:t>
            </a:r>
            <a:endParaRPr kumimoji="1" lang="ja-JP" altLang="en-US" sz="1100">
              <a:solidFill>
                <a:schemeClr val="tx1"/>
              </a:solidFill>
              <a:latin typeface="Arial" panose="020B0604020202020204" pitchFamily="34" charset="0"/>
              <a:ea typeface="Meiryo UI" panose="020B0604030504040204" pitchFamily="50" charset="-128"/>
            </a:endParaRPr>
          </a:p>
        </p:txBody>
      </p:sp>
      <p:sp>
        <p:nvSpPr>
          <p:cNvPr id="6" name="正方形/長方形 5">
            <a:extLst>
              <a:ext uri="{FF2B5EF4-FFF2-40B4-BE49-F238E27FC236}">
                <a16:creationId xmlns:a16="http://schemas.microsoft.com/office/drawing/2014/main" id="{61B1A9DC-9D25-05C4-45AE-0B517F93231A}"/>
              </a:ext>
            </a:extLst>
          </p:cNvPr>
          <p:cNvSpPr/>
          <p:nvPr/>
        </p:nvSpPr>
        <p:spPr>
          <a:xfrm>
            <a:off x="8329386" y="4155597"/>
            <a:ext cx="3060000" cy="720000"/>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r>
              <a:rPr lang="ja-JP" altLang="en-US" sz="1400">
                <a:solidFill>
                  <a:schemeClr val="tx1"/>
                </a:solidFill>
                <a:latin typeface="Arial" panose="020B0604020202020204" pitchFamily="34" charset="0"/>
                <a:ea typeface="Meiryo UI" panose="020B0604030504040204" pitchFamily="50" charset="-128"/>
              </a:rPr>
              <a:t>役割に応じた</a:t>
            </a:r>
            <a:r>
              <a:rPr kumimoji="1" lang="ja-JP" altLang="en-US" sz="1400">
                <a:solidFill>
                  <a:schemeClr val="tx1"/>
                </a:solidFill>
                <a:latin typeface="Arial" panose="020B0604020202020204" pitchFamily="34" charset="0"/>
                <a:ea typeface="Meiryo UI" panose="020B0604030504040204" pitchFamily="50" charset="-128"/>
              </a:rPr>
              <a:t>個々人の</a:t>
            </a:r>
            <a:endParaRPr kumimoji="1" lang="en-US" altLang="ja-JP" sz="1400">
              <a:solidFill>
                <a:schemeClr val="tx1"/>
              </a:solidFill>
              <a:latin typeface="Arial" panose="020B0604020202020204" pitchFamily="34" charset="0"/>
              <a:ea typeface="Meiryo UI" panose="020B0604030504040204" pitchFamily="50" charset="-128"/>
            </a:endParaRPr>
          </a:p>
          <a:p>
            <a:pPr algn="ctr"/>
            <a:r>
              <a:rPr lang="ja-JP" altLang="en-US" sz="1400">
                <a:solidFill>
                  <a:schemeClr val="tx1"/>
                </a:solidFill>
                <a:latin typeface="Arial" panose="020B0604020202020204" pitchFamily="34" charset="0"/>
                <a:ea typeface="Meiryo UI" panose="020B0604030504040204" pitchFamily="50" charset="-128"/>
              </a:rPr>
              <a:t>目標管理・評価</a:t>
            </a:r>
            <a:endParaRPr kumimoji="1" lang="ja-JP" altLang="en-US" sz="1400">
              <a:solidFill>
                <a:schemeClr val="tx1"/>
              </a:solidFill>
              <a:latin typeface="Arial" panose="020B0604020202020204" pitchFamily="34" charset="0"/>
              <a:ea typeface="Meiryo UI" panose="020B0604030504040204" pitchFamily="50" charset="-128"/>
            </a:endParaRPr>
          </a:p>
        </p:txBody>
      </p:sp>
      <p:sp>
        <p:nvSpPr>
          <p:cNvPr id="7" name="正方形/長方形 6">
            <a:extLst>
              <a:ext uri="{FF2B5EF4-FFF2-40B4-BE49-F238E27FC236}">
                <a16:creationId xmlns:a16="http://schemas.microsoft.com/office/drawing/2014/main" id="{E91CF1D6-A482-8344-0F32-2B1AFEA1D987}"/>
              </a:ext>
            </a:extLst>
          </p:cNvPr>
          <p:cNvSpPr/>
          <p:nvPr/>
        </p:nvSpPr>
        <p:spPr>
          <a:xfrm>
            <a:off x="8329386" y="3402681"/>
            <a:ext cx="3060000" cy="720000"/>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r>
              <a:rPr kumimoji="1" lang="ja-JP" altLang="en-US" sz="1400" dirty="0">
                <a:solidFill>
                  <a:schemeClr val="tx1"/>
                </a:solidFill>
                <a:latin typeface="Arial" panose="020B0604020202020204" pitchFamily="34" charset="0"/>
                <a:ea typeface="Meiryo UI" panose="020B0604030504040204" pitchFamily="50" charset="-128"/>
              </a:rPr>
              <a:t>目的・</a:t>
            </a:r>
            <a:r>
              <a:rPr lang="ja-JP" altLang="en-US" sz="1400" dirty="0">
                <a:solidFill>
                  <a:schemeClr val="tx1"/>
                </a:solidFill>
                <a:latin typeface="Arial" panose="020B0604020202020204" pitchFamily="34" charset="0"/>
                <a:ea typeface="Meiryo UI" panose="020B0604030504040204" pitchFamily="50" charset="-128"/>
              </a:rPr>
              <a:t>ゴール</a:t>
            </a:r>
            <a:r>
              <a:rPr kumimoji="1" lang="ja-JP" altLang="en-US" sz="1400" dirty="0">
                <a:solidFill>
                  <a:schemeClr val="tx1"/>
                </a:solidFill>
                <a:latin typeface="Arial" panose="020B0604020202020204" pitchFamily="34" charset="0"/>
                <a:ea typeface="Meiryo UI" panose="020B0604030504040204" pitchFamily="50" charset="-128"/>
              </a:rPr>
              <a:t>の理解は</a:t>
            </a:r>
            <a:endParaRPr kumimoji="1" lang="en-US" altLang="ja-JP" sz="1400" dirty="0">
              <a:solidFill>
                <a:schemeClr val="tx1"/>
              </a:solidFill>
              <a:latin typeface="Arial" panose="020B0604020202020204" pitchFamily="34" charset="0"/>
              <a:ea typeface="Meiryo UI" panose="020B0604030504040204" pitchFamily="50" charset="-128"/>
            </a:endParaRPr>
          </a:p>
          <a:p>
            <a:pPr algn="ctr"/>
            <a:r>
              <a:rPr kumimoji="1" lang="ja-JP" altLang="en-US" sz="1400" dirty="0">
                <a:solidFill>
                  <a:schemeClr val="tx1"/>
                </a:solidFill>
                <a:latin typeface="Arial" panose="020B0604020202020204" pitchFamily="34" charset="0"/>
                <a:ea typeface="Meiryo UI" panose="020B0604030504040204" pitchFamily="50" charset="-128"/>
              </a:rPr>
              <a:t>管理者層</a:t>
            </a:r>
            <a:r>
              <a:rPr lang="ja-JP" altLang="en-US" sz="1400" dirty="0">
                <a:solidFill>
                  <a:schemeClr val="tx1"/>
                </a:solidFill>
                <a:latin typeface="Arial" panose="020B0604020202020204" pitchFamily="34" charset="0"/>
                <a:ea typeface="Meiryo UI" panose="020B0604030504040204" pitchFamily="50" charset="-128"/>
              </a:rPr>
              <a:t>のみが共有</a:t>
            </a:r>
            <a:endParaRPr kumimoji="1" lang="ja-JP" altLang="en-US" sz="1400" dirty="0">
              <a:solidFill>
                <a:schemeClr val="tx1"/>
              </a:solidFill>
              <a:latin typeface="Arial" panose="020B0604020202020204" pitchFamily="34" charset="0"/>
              <a:ea typeface="Meiryo UI" panose="020B0604030504040204" pitchFamily="50" charset="-128"/>
            </a:endParaRPr>
          </a:p>
        </p:txBody>
      </p:sp>
      <p:sp>
        <p:nvSpPr>
          <p:cNvPr id="8" name="正方形/長方形 7">
            <a:extLst>
              <a:ext uri="{FF2B5EF4-FFF2-40B4-BE49-F238E27FC236}">
                <a16:creationId xmlns:a16="http://schemas.microsoft.com/office/drawing/2014/main" id="{7B3DAFE4-2A66-265C-EB75-BEEADC83EDFE}"/>
              </a:ext>
            </a:extLst>
          </p:cNvPr>
          <p:cNvSpPr/>
          <p:nvPr/>
        </p:nvSpPr>
        <p:spPr>
          <a:xfrm>
            <a:off x="4567442" y="1896849"/>
            <a:ext cx="3060000" cy="720000"/>
          </a:xfrm>
          <a:prstGeom prst="rect">
            <a:avLst/>
          </a:prstGeom>
          <a:solidFill>
            <a:srgbClr val="0A013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r>
              <a:rPr kumimoji="1" lang="ja-JP" altLang="en-US" sz="1400">
                <a:solidFill>
                  <a:schemeClr val="bg1"/>
                </a:solidFill>
                <a:latin typeface="Arial" panose="020B0604020202020204" pitchFamily="34" charset="0"/>
                <a:ea typeface="Meiryo UI" panose="020B0604030504040204" pitchFamily="50" charset="-128"/>
              </a:rPr>
              <a:t>権力分散型組織</a:t>
            </a:r>
            <a:endParaRPr kumimoji="1" lang="en-US" altLang="ja-JP" sz="1000">
              <a:solidFill>
                <a:schemeClr val="bg1"/>
              </a:solidFill>
              <a:latin typeface="Arial" panose="020B0604020202020204" pitchFamily="34" charset="0"/>
              <a:ea typeface="Meiryo UI" panose="020B0604030504040204" pitchFamily="50" charset="-128"/>
            </a:endParaRPr>
          </a:p>
          <a:p>
            <a:pPr algn="ctr"/>
            <a:r>
              <a:rPr lang="ja-JP" altLang="en-US" sz="1100">
                <a:solidFill>
                  <a:schemeClr val="bg1"/>
                </a:solidFill>
                <a:latin typeface="Arial" panose="020B0604020202020204" pitchFamily="34" charset="0"/>
                <a:ea typeface="Meiryo UI" panose="020B0604030504040204" pitchFamily="50" charset="-128"/>
              </a:rPr>
              <a:t>（ホラクラシー型）</a:t>
            </a:r>
            <a:endParaRPr kumimoji="1" lang="ja-JP" altLang="en-US" sz="1100">
              <a:solidFill>
                <a:schemeClr val="bg1"/>
              </a:solidFill>
              <a:latin typeface="Arial" panose="020B0604020202020204" pitchFamily="34" charset="0"/>
              <a:ea typeface="Meiryo UI" panose="020B0604030504040204" pitchFamily="50" charset="-128"/>
            </a:endParaRPr>
          </a:p>
        </p:txBody>
      </p:sp>
      <p:sp>
        <p:nvSpPr>
          <p:cNvPr id="9" name="正方形/長方形 8">
            <a:extLst>
              <a:ext uri="{FF2B5EF4-FFF2-40B4-BE49-F238E27FC236}">
                <a16:creationId xmlns:a16="http://schemas.microsoft.com/office/drawing/2014/main" id="{433AA619-C9D0-43B3-E05C-18C3C94727BE}"/>
              </a:ext>
            </a:extLst>
          </p:cNvPr>
          <p:cNvSpPr/>
          <p:nvPr/>
        </p:nvSpPr>
        <p:spPr>
          <a:xfrm>
            <a:off x="4567442" y="2649765"/>
            <a:ext cx="3060000" cy="720000"/>
          </a:xfrm>
          <a:prstGeom prst="rect">
            <a:avLst/>
          </a:prstGeom>
          <a:solidFill>
            <a:srgbClr val="0A013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r>
              <a:rPr lang="ja-JP" altLang="en-US" sz="1400">
                <a:solidFill>
                  <a:schemeClr val="bg1"/>
                </a:solidFill>
                <a:latin typeface="Arial" panose="020B0604020202020204" pitchFamily="34" charset="0"/>
                <a:ea typeface="Meiryo UI" panose="020B0604030504040204" pitchFamily="50" charset="-128"/>
              </a:rPr>
              <a:t>組織横断での協力しあう</a:t>
            </a:r>
            <a:br>
              <a:rPr lang="en-US" altLang="ja-JP" sz="1400">
                <a:solidFill>
                  <a:schemeClr val="bg1"/>
                </a:solidFill>
                <a:latin typeface="Arial" panose="020B0604020202020204" pitchFamily="34" charset="0"/>
                <a:ea typeface="Meiryo UI" panose="020B0604030504040204" pitchFamily="50" charset="-128"/>
              </a:rPr>
            </a:br>
            <a:r>
              <a:rPr lang="ja-JP" altLang="en-US" sz="1400">
                <a:solidFill>
                  <a:schemeClr val="bg1"/>
                </a:solidFill>
                <a:latin typeface="Arial" panose="020B0604020202020204" pitchFamily="34" charset="0"/>
                <a:ea typeface="Meiryo UI" panose="020B0604030504040204" pitchFamily="50" charset="-128"/>
              </a:rPr>
              <a:t>文化</a:t>
            </a:r>
            <a:endParaRPr lang="en-US" altLang="ja-JP" sz="1400">
              <a:solidFill>
                <a:schemeClr val="bg1"/>
              </a:solidFill>
              <a:latin typeface="Arial" panose="020B0604020202020204" pitchFamily="34" charset="0"/>
              <a:ea typeface="Meiryo UI" panose="020B0604030504040204" pitchFamily="50" charset="-128"/>
            </a:endParaRPr>
          </a:p>
        </p:txBody>
      </p:sp>
      <p:sp>
        <p:nvSpPr>
          <p:cNvPr id="10" name="正方形/長方形 9">
            <a:extLst>
              <a:ext uri="{FF2B5EF4-FFF2-40B4-BE49-F238E27FC236}">
                <a16:creationId xmlns:a16="http://schemas.microsoft.com/office/drawing/2014/main" id="{96FA66C3-D537-6BBF-69B3-00A2DA3012EC}"/>
              </a:ext>
            </a:extLst>
          </p:cNvPr>
          <p:cNvSpPr/>
          <p:nvPr/>
        </p:nvSpPr>
        <p:spPr>
          <a:xfrm>
            <a:off x="4567442" y="4155597"/>
            <a:ext cx="3060000" cy="720000"/>
          </a:xfrm>
          <a:prstGeom prst="rect">
            <a:avLst/>
          </a:prstGeom>
          <a:solidFill>
            <a:srgbClr val="0A013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r>
              <a:rPr kumimoji="1" lang="ja-JP" altLang="en-US" sz="1400">
                <a:solidFill>
                  <a:schemeClr val="bg1"/>
                </a:solidFill>
                <a:latin typeface="Arial" panose="020B0604020202020204" pitchFamily="34" charset="0"/>
                <a:ea typeface="Meiryo UI" panose="020B0604030504040204" pitchFamily="50" charset="-128"/>
              </a:rPr>
              <a:t>チームの中長期的成長を</a:t>
            </a:r>
            <a:endParaRPr kumimoji="1" lang="en-US" altLang="ja-JP" sz="1400">
              <a:solidFill>
                <a:schemeClr val="bg1"/>
              </a:solidFill>
              <a:latin typeface="Arial" panose="020B0604020202020204" pitchFamily="34" charset="0"/>
              <a:ea typeface="Meiryo UI" panose="020B0604030504040204" pitchFamily="50" charset="-128"/>
            </a:endParaRPr>
          </a:p>
          <a:p>
            <a:pPr algn="ctr"/>
            <a:r>
              <a:rPr kumimoji="1" lang="ja-JP" altLang="en-US" sz="1400">
                <a:solidFill>
                  <a:schemeClr val="bg1"/>
                </a:solidFill>
                <a:latin typeface="Arial" panose="020B0604020202020204" pitchFamily="34" charset="0"/>
                <a:ea typeface="Meiryo UI" panose="020B0604030504040204" pitchFamily="50" charset="-128"/>
              </a:rPr>
              <a:t>支える制度</a:t>
            </a:r>
          </a:p>
        </p:txBody>
      </p:sp>
      <p:sp>
        <p:nvSpPr>
          <p:cNvPr id="11" name="正方形/長方形 10">
            <a:extLst>
              <a:ext uri="{FF2B5EF4-FFF2-40B4-BE49-F238E27FC236}">
                <a16:creationId xmlns:a16="http://schemas.microsoft.com/office/drawing/2014/main" id="{DFE1A6D0-152C-C91A-4456-F1A8427C31C5}"/>
              </a:ext>
            </a:extLst>
          </p:cNvPr>
          <p:cNvSpPr/>
          <p:nvPr/>
        </p:nvSpPr>
        <p:spPr>
          <a:xfrm>
            <a:off x="4567442" y="3402681"/>
            <a:ext cx="3060000" cy="720000"/>
          </a:xfrm>
          <a:prstGeom prst="rect">
            <a:avLst/>
          </a:prstGeom>
          <a:solidFill>
            <a:srgbClr val="0A013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r>
              <a:rPr lang="ja-JP" altLang="en-US" sz="1400">
                <a:solidFill>
                  <a:schemeClr val="bg1"/>
                </a:solidFill>
                <a:latin typeface="Arial" panose="020B0604020202020204" pitchFamily="34" charset="0"/>
                <a:ea typeface="Meiryo UI" panose="020B0604030504040204" pitchFamily="50" charset="-128"/>
              </a:rPr>
              <a:t>関係者全員が</a:t>
            </a:r>
            <a:endParaRPr lang="en-US" altLang="ja-JP" sz="1400">
              <a:solidFill>
                <a:schemeClr val="bg1"/>
              </a:solidFill>
              <a:latin typeface="Arial" panose="020B0604020202020204" pitchFamily="34" charset="0"/>
              <a:ea typeface="Meiryo UI" panose="020B0604030504040204" pitchFamily="50" charset="-128"/>
            </a:endParaRPr>
          </a:p>
          <a:p>
            <a:pPr algn="ctr"/>
            <a:r>
              <a:rPr kumimoji="1" lang="ja-JP" altLang="en-US" sz="1400">
                <a:solidFill>
                  <a:schemeClr val="bg1"/>
                </a:solidFill>
                <a:latin typeface="Arial" panose="020B0604020202020204" pitchFamily="34" charset="0"/>
                <a:ea typeface="Meiryo UI" panose="020B0604030504040204" pitchFamily="50" charset="-128"/>
              </a:rPr>
              <a:t>目的・</a:t>
            </a:r>
            <a:r>
              <a:rPr lang="ja-JP" altLang="en-US" sz="1400">
                <a:solidFill>
                  <a:schemeClr val="bg1"/>
                </a:solidFill>
                <a:latin typeface="Arial" panose="020B0604020202020204" pitchFamily="34" charset="0"/>
                <a:ea typeface="Meiryo UI" panose="020B0604030504040204" pitchFamily="50" charset="-128"/>
              </a:rPr>
              <a:t>ゴール</a:t>
            </a:r>
            <a:r>
              <a:rPr kumimoji="1" lang="ja-JP" altLang="en-US" sz="1400">
                <a:solidFill>
                  <a:schemeClr val="bg1"/>
                </a:solidFill>
                <a:latin typeface="Arial" panose="020B0604020202020204" pitchFamily="34" charset="0"/>
                <a:ea typeface="Meiryo UI" panose="020B0604030504040204" pitchFamily="50" charset="-128"/>
              </a:rPr>
              <a:t>を</a:t>
            </a:r>
            <a:r>
              <a:rPr lang="ja-JP" altLang="en-US" sz="1400">
                <a:solidFill>
                  <a:schemeClr val="bg1"/>
                </a:solidFill>
                <a:latin typeface="Arial" panose="020B0604020202020204" pitchFamily="34" charset="0"/>
                <a:ea typeface="Meiryo UI" panose="020B0604030504040204" pitchFamily="50" charset="-128"/>
              </a:rPr>
              <a:t>理解して</a:t>
            </a:r>
            <a:br>
              <a:rPr lang="en-US" altLang="ja-JP" sz="1400">
                <a:solidFill>
                  <a:schemeClr val="bg1"/>
                </a:solidFill>
                <a:latin typeface="Arial" panose="020B0604020202020204" pitchFamily="34" charset="0"/>
                <a:ea typeface="Meiryo UI" panose="020B0604030504040204" pitchFamily="50" charset="-128"/>
              </a:rPr>
            </a:br>
            <a:r>
              <a:rPr lang="ja-JP" altLang="en-US" sz="1400">
                <a:solidFill>
                  <a:schemeClr val="bg1"/>
                </a:solidFill>
                <a:latin typeface="Arial" panose="020B0604020202020204" pitchFamily="34" charset="0"/>
                <a:ea typeface="Meiryo UI" panose="020B0604030504040204" pitchFamily="50" charset="-128"/>
              </a:rPr>
              <a:t>行動する</a:t>
            </a:r>
            <a:endParaRPr kumimoji="1" lang="ja-JP" altLang="en-US" sz="1400">
              <a:solidFill>
                <a:schemeClr val="bg1"/>
              </a:solidFill>
              <a:latin typeface="Arial" panose="020B0604020202020204" pitchFamily="34" charset="0"/>
              <a:ea typeface="Meiryo UI" panose="020B0604030504040204" pitchFamily="50" charset="-128"/>
            </a:endParaRPr>
          </a:p>
        </p:txBody>
      </p:sp>
      <p:sp>
        <p:nvSpPr>
          <p:cNvPr id="12" name="角丸四角形 30">
            <a:extLst>
              <a:ext uri="{FF2B5EF4-FFF2-40B4-BE49-F238E27FC236}">
                <a16:creationId xmlns:a16="http://schemas.microsoft.com/office/drawing/2014/main" id="{69E4891A-3DCF-03AF-4517-BA22F94B8614}"/>
              </a:ext>
            </a:extLst>
          </p:cNvPr>
          <p:cNvSpPr/>
          <p:nvPr/>
        </p:nvSpPr>
        <p:spPr>
          <a:xfrm>
            <a:off x="955357" y="1896849"/>
            <a:ext cx="3060000" cy="720000"/>
          </a:xfrm>
          <a:prstGeom prst="round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r>
              <a:rPr lang="ja-JP" altLang="en-US" sz="1400" b="1">
                <a:solidFill>
                  <a:schemeClr val="bg1"/>
                </a:solidFill>
                <a:latin typeface="Arial" panose="020B0604020202020204" pitchFamily="34" charset="0"/>
                <a:ea typeface="Meiryo UI" panose="020B0604030504040204" pitchFamily="50" charset="-128"/>
              </a:rPr>
              <a:t>仕様・優先度に対して</a:t>
            </a:r>
            <a:br>
              <a:rPr lang="en-US" altLang="ja-JP" sz="1400" b="1">
                <a:solidFill>
                  <a:schemeClr val="bg1"/>
                </a:solidFill>
                <a:latin typeface="Arial" panose="020B0604020202020204" pitchFamily="34" charset="0"/>
                <a:ea typeface="Meiryo UI" panose="020B0604030504040204" pitchFamily="50" charset="-128"/>
              </a:rPr>
            </a:br>
            <a:r>
              <a:rPr lang="ja-JP" altLang="en-US" sz="1400" b="1">
                <a:solidFill>
                  <a:schemeClr val="bg1"/>
                </a:solidFill>
                <a:latin typeface="Arial" panose="020B0604020202020204" pitchFamily="34" charset="0"/>
                <a:ea typeface="Meiryo UI" panose="020B0604030504040204" pitchFamily="50" charset="-128"/>
              </a:rPr>
              <a:t>間断なく意思決定できること</a:t>
            </a:r>
            <a:endParaRPr lang="en-US" altLang="ja-JP" sz="1400" b="1">
              <a:solidFill>
                <a:schemeClr val="bg1"/>
              </a:solidFill>
              <a:latin typeface="Arial" panose="020B0604020202020204" pitchFamily="34" charset="0"/>
              <a:ea typeface="Meiryo UI" panose="020B0604030504040204" pitchFamily="50" charset="-128"/>
            </a:endParaRPr>
          </a:p>
          <a:p>
            <a:pPr algn="ctr"/>
            <a:r>
              <a:rPr lang="ja-JP" altLang="en-US" sz="1400" b="1">
                <a:solidFill>
                  <a:schemeClr val="bg1"/>
                </a:solidFill>
                <a:latin typeface="Arial" panose="020B0604020202020204" pitchFamily="34" charset="0"/>
                <a:ea typeface="Meiryo UI" panose="020B0604030504040204" pitchFamily="50" charset="-128"/>
              </a:rPr>
              <a:t>（チームへの権限移譲）</a:t>
            </a:r>
          </a:p>
        </p:txBody>
      </p:sp>
      <p:sp>
        <p:nvSpPr>
          <p:cNvPr id="13" name="角丸四角形 32">
            <a:extLst>
              <a:ext uri="{FF2B5EF4-FFF2-40B4-BE49-F238E27FC236}">
                <a16:creationId xmlns:a16="http://schemas.microsoft.com/office/drawing/2014/main" id="{09364734-851B-E0FF-2F0A-3456E74D88DA}"/>
              </a:ext>
            </a:extLst>
          </p:cNvPr>
          <p:cNvSpPr/>
          <p:nvPr/>
        </p:nvSpPr>
        <p:spPr>
          <a:xfrm>
            <a:off x="955357" y="4155597"/>
            <a:ext cx="3060000" cy="720000"/>
          </a:xfrm>
          <a:prstGeom prst="round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r>
              <a:rPr kumimoji="1" lang="ja-JP" altLang="en-US" sz="1400" b="1" dirty="0">
                <a:solidFill>
                  <a:schemeClr val="bg1"/>
                </a:solidFill>
                <a:latin typeface="Arial" panose="020B0604020202020204" pitchFamily="34" charset="0"/>
                <a:ea typeface="Meiryo UI" panose="020B0604030504040204" pitchFamily="50" charset="-128"/>
              </a:rPr>
              <a:t>変化・改善し続け、</a:t>
            </a:r>
            <a:endParaRPr lang="en-US" altLang="ja-JP" sz="1400" b="1" dirty="0">
              <a:solidFill>
                <a:schemeClr val="bg1"/>
              </a:solidFill>
              <a:latin typeface="Arial" panose="020B0604020202020204" pitchFamily="34" charset="0"/>
              <a:ea typeface="Meiryo UI" panose="020B0604030504040204" pitchFamily="50" charset="-128"/>
            </a:endParaRPr>
          </a:p>
          <a:p>
            <a:pPr algn="ctr"/>
            <a:r>
              <a:rPr lang="ja-JP" altLang="en-US" sz="1400" b="1" dirty="0">
                <a:solidFill>
                  <a:schemeClr val="bg1"/>
                </a:solidFill>
                <a:latin typeface="Arial" panose="020B0604020202020204" pitchFamily="34" charset="0"/>
                <a:ea typeface="Meiryo UI" panose="020B0604030504040204" pitchFamily="50" charset="-128"/>
              </a:rPr>
              <a:t>成長し続けること</a:t>
            </a:r>
            <a:endParaRPr kumimoji="1" lang="ja-JP" altLang="en-US" sz="1400" b="1" dirty="0">
              <a:solidFill>
                <a:schemeClr val="bg1"/>
              </a:solidFill>
              <a:latin typeface="Arial" panose="020B0604020202020204" pitchFamily="34" charset="0"/>
              <a:ea typeface="Meiryo UI" panose="020B0604030504040204" pitchFamily="50" charset="-128"/>
            </a:endParaRPr>
          </a:p>
        </p:txBody>
      </p:sp>
      <p:sp>
        <p:nvSpPr>
          <p:cNvPr id="14" name="角丸四角形 33">
            <a:extLst>
              <a:ext uri="{FF2B5EF4-FFF2-40B4-BE49-F238E27FC236}">
                <a16:creationId xmlns:a16="http://schemas.microsoft.com/office/drawing/2014/main" id="{6F7E4551-94A1-F196-C151-E1ADFE0875EE}"/>
              </a:ext>
            </a:extLst>
          </p:cNvPr>
          <p:cNvSpPr/>
          <p:nvPr/>
        </p:nvSpPr>
        <p:spPr>
          <a:xfrm>
            <a:off x="955357" y="2649765"/>
            <a:ext cx="3060000" cy="720000"/>
          </a:xfrm>
          <a:prstGeom prst="round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r>
              <a:rPr kumimoji="1" lang="ja-JP" altLang="en-US" sz="1400" b="1">
                <a:solidFill>
                  <a:schemeClr val="bg1"/>
                </a:solidFill>
                <a:latin typeface="Arial" panose="020B0604020202020204" pitchFamily="34" charset="0"/>
                <a:ea typeface="Meiryo UI" panose="020B0604030504040204" pitchFamily="50" charset="-128"/>
              </a:rPr>
              <a:t>アウトプットを出し続ける</a:t>
            </a:r>
            <a:endParaRPr kumimoji="1" lang="en-US" altLang="ja-JP" sz="1400" b="1">
              <a:solidFill>
                <a:schemeClr val="bg1"/>
              </a:solidFill>
              <a:latin typeface="Arial" panose="020B0604020202020204" pitchFamily="34" charset="0"/>
              <a:ea typeface="Meiryo UI" panose="020B0604030504040204" pitchFamily="50" charset="-128"/>
            </a:endParaRPr>
          </a:p>
          <a:p>
            <a:pPr algn="ctr"/>
            <a:r>
              <a:rPr kumimoji="1" lang="ja-JP" altLang="en-US" sz="1400" b="1">
                <a:solidFill>
                  <a:schemeClr val="bg1"/>
                </a:solidFill>
                <a:latin typeface="Arial" panose="020B0604020202020204" pitchFamily="34" charset="0"/>
                <a:ea typeface="Meiryo UI" panose="020B0604030504040204" pitchFamily="50" charset="-128"/>
              </a:rPr>
              <a:t>責任を持つこと</a:t>
            </a:r>
          </a:p>
        </p:txBody>
      </p:sp>
      <p:cxnSp>
        <p:nvCxnSpPr>
          <p:cNvPr id="15" name="直線矢印コネクタ 14">
            <a:extLst>
              <a:ext uri="{FF2B5EF4-FFF2-40B4-BE49-F238E27FC236}">
                <a16:creationId xmlns:a16="http://schemas.microsoft.com/office/drawing/2014/main" id="{D5BFE30D-16BA-630D-EDA5-7A30ADDD1FFF}"/>
              </a:ext>
            </a:extLst>
          </p:cNvPr>
          <p:cNvCxnSpPr>
            <a:stCxn id="13" idx="3"/>
            <a:endCxn id="10" idx="1"/>
          </p:cNvCxnSpPr>
          <p:nvPr/>
        </p:nvCxnSpPr>
        <p:spPr>
          <a:xfrm>
            <a:off x="4015357" y="4515597"/>
            <a:ext cx="552085" cy="0"/>
          </a:xfrm>
          <a:prstGeom prst="straightConnector1">
            <a:avLst/>
          </a:prstGeom>
          <a:ln w="19050">
            <a:solidFill>
              <a:srgbClr val="0A013C"/>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B4506F28-C56D-0657-1CE5-536254A2506E}"/>
              </a:ext>
            </a:extLst>
          </p:cNvPr>
          <p:cNvCxnSpPr>
            <a:stCxn id="14" idx="3"/>
            <a:endCxn id="11" idx="1"/>
          </p:cNvCxnSpPr>
          <p:nvPr/>
        </p:nvCxnSpPr>
        <p:spPr>
          <a:xfrm>
            <a:off x="4015357" y="3009765"/>
            <a:ext cx="552085" cy="752916"/>
          </a:xfrm>
          <a:prstGeom prst="straightConnector1">
            <a:avLst/>
          </a:prstGeom>
          <a:ln w="19050">
            <a:solidFill>
              <a:srgbClr val="0A013C"/>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96D672E2-96EF-3EB6-97AB-75E53CAEE4E6}"/>
              </a:ext>
            </a:extLst>
          </p:cNvPr>
          <p:cNvCxnSpPr>
            <a:stCxn id="12" idx="3"/>
            <a:endCxn id="8" idx="1"/>
          </p:cNvCxnSpPr>
          <p:nvPr/>
        </p:nvCxnSpPr>
        <p:spPr>
          <a:xfrm>
            <a:off x="4015357" y="2256849"/>
            <a:ext cx="552085" cy="0"/>
          </a:xfrm>
          <a:prstGeom prst="straightConnector1">
            <a:avLst/>
          </a:prstGeom>
          <a:ln w="19050">
            <a:solidFill>
              <a:srgbClr val="0A013C"/>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8" name="グループ化 17">
            <a:extLst>
              <a:ext uri="{FF2B5EF4-FFF2-40B4-BE49-F238E27FC236}">
                <a16:creationId xmlns:a16="http://schemas.microsoft.com/office/drawing/2014/main" id="{DB0989FB-1990-C276-A3A3-18DDC1408FD4}"/>
              </a:ext>
            </a:extLst>
          </p:cNvPr>
          <p:cNvGrpSpPr/>
          <p:nvPr/>
        </p:nvGrpSpPr>
        <p:grpSpPr>
          <a:xfrm>
            <a:off x="7668421" y="2148943"/>
            <a:ext cx="632579" cy="467906"/>
            <a:chOff x="7668421" y="2366849"/>
            <a:chExt cx="632579" cy="467906"/>
          </a:xfrm>
        </p:grpSpPr>
        <p:sp>
          <p:nvSpPr>
            <p:cNvPr id="19" name="左右矢印 76">
              <a:extLst>
                <a:ext uri="{FF2B5EF4-FFF2-40B4-BE49-F238E27FC236}">
                  <a16:creationId xmlns:a16="http://schemas.microsoft.com/office/drawing/2014/main" id="{CA574746-0DBB-DEEF-07C8-5AFB14CBA8F0}"/>
                </a:ext>
              </a:extLst>
            </p:cNvPr>
            <p:cNvSpPr/>
            <p:nvPr/>
          </p:nvSpPr>
          <p:spPr>
            <a:xfrm>
              <a:off x="7762384" y="2366849"/>
              <a:ext cx="432060" cy="215813"/>
            </a:xfrm>
            <a:prstGeom prst="leftRightArrow">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gn="ctr"/>
              <a:endParaRPr kumimoji="1" lang="ja-JP" altLang="en-US" sz="1400">
                <a:solidFill>
                  <a:schemeClr val="tx1"/>
                </a:solidFill>
                <a:latin typeface="Arial" panose="020B0604020202020204" pitchFamily="34" charset="0"/>
                <a:ea typeface="Meiryo UI" panose="020B0604030504040204" pitchFamily="50" charset="-128"/>
              </a:endParaRPr>
            </a:p>
          </p:txBody>
        </p:sp>
        <p:sp>
          <p:nvSpPr>
            <p:cNvPr id="20" name="楕円 19">
              <a:extLst>
                <a:ext uri="{FF2B5EF4-FFF2-40B4-BE49-F238E27FC236}">
                  <a16:creationId xmlns:a16="http://schemas.microsoft.com/office/drawing/2014/main" id="{91CFC986-0A20-5A14-7D4F-C74698F33C67}"/>
                </a:ext>
              </a:extLst>
            </p:cNvPr>
            <p:cNvSpPr/>
            <p:nvPr/>
          </p:nvSpPr>
          <p:spPr>
            <a:xfrm>
              <a:off x="7668421" y="2563998"/>
              <a:ext cx="632579" cy="270757"/>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gn="ctr"/>
              <a:r>
                <a:rPr lang="ja-JP" altLang="en-US" sz="1000">
                  <a:solidFill>
                    <a:schemeClr val="tx1"/>
                  </a:solidFill>
                  <a:latin typeface="Arial" panose="020B0604020202020204" pitchFamily="34" charset="0"/>
                  <a:ea typeface="Meiryo UI" panose="020B0604030504040204" pitchFamily="50" charset="-128"/>
                </a:rPr>
                <a:t>ギャップ</a:t>
              </a:r>
              <a:endParaRPr kumimoji="1" lang="ja-JP" altLang="en-US" sz="1000">
                <a:solidFill>
                  <a:schemeClr val="tx1"/>
                </a:solidFill>
                <a:latin typeface="Arial" panose="020B0604020202020204" pitchFamily="34" charset="0"/>
                <a:ea typeface="Meiryo UI" panose="020B0604030504040204" pitchFamily="50" charset="-128"/>
              </a:endParaRPr>
            </a:p>
          </p:txBody>
        </p:sp>
      </p:grpSp>
      <p:sp>
        <p:nvSpPr>
          <p:cNvPr id="33" name="角丸四角形 34">
            <a:extLst>
              <a:ext uri="{FF2B5EF4-FFF2-40B4-BE49-F238E27FC236}">
                <a16:creationId xmlns:a16="http://schemas.microsoft.com/office/drawing/2014/main" id="{F07DA02F-3A86-8557-EAAF-EE8372FDD9EA}"/>
              </a:ext>
            </a:extLst>
          </p:cNvPr>
          <p:cNvSpPr/>
          <p:nvPr/>
        </p:nvSpPr>
        <p:spPr>
          <a:xfrm>
            <a:off x="955357" y="3402681"/>
            <a:ext cx="3060000" cy="720000"/>
          </a:xfrm>
          <a:prstGeom prst="round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r>
              <a:rPr lang="ja-JP" altLang="en-US" sz="1400" b="1" dirty="0">
                <a:solidFill>
                  <a:schemeClr val="bg1"/>
                </a:solidFill>
                <a:latin typeface="Arial" panose="020B0604020202020204" pitchFamily="34" charset="0"/>
                <a:ea typeface="Meiryo UI" panose="020B0604030504040204" pitchFamily="50" charset="-128"/>
              </a:rPr>
              <a:t>クロスファンクショナルチームで、</a:t>
            </a:r>
            <a:br>
              <a:rPr lang="en-US" altLang="ja-JP" sz="1400" b="1" dirty="0">
                <a:solidFill>
                  <a:schemeClr val="bg1"/>
                </a:solidFill>
                <a:latin typeface="Arial" panose="020B0604020202020204" pitchFamily="34" charset="0"/>
                <a:ea typeface="Meiryo UI" panose="020B0604030504040204" pitchFamily="50" charset="-128"/>
              </a:rPr>
            </a:br>
            <a:r>
              <a:rPr lang="ja-JP" altLang="en-US" sz="1400" b="1" dirty="0">
                <a:solidFill>
                  <a:schemeClr val="bg1"/>
                </a:solidFill>
                <a:latin typeface="Arial" panose="020B0604020202020204" pitchFamily="34" charset="0"/>
                <a:ea typeface="Meiryo UI" panose="020B0604030504040204" pitchFamily="50" charset="-128"/>
              </a:rPr>
              <a:t>メンバはすべての工程に携わること</a:t>
            </a:r>
            <a:br>
              <a:rPr lang="en-US" altLang="ja-JP" sz="1400" b="1" dirty="0">
                <a:solidFill>
                  <a:schemeClr val="bg1"/>
                </a:solidFill>
                <a:latin typeface="Arial" panose="020B0604020202020204" pitchFamily="34" charset="0"/>
                <a:ea typeface="Meiryo UI" panose="020B0604030504040204" pitchFamily="50" charset="-128"/>
              </a:rPr>
            </a:br>
            <a:r>
              <a:rPr lang="ja-JP" altLang="en-US" sz="1400" b="1" dirty="0">
                <a:solidFill>
                  <a:schemeClr val="bg1"/>
                </a:solidFill>
                <a:latin typeface="Arial" panose="020B0604020202020204" pitchFamily="34" charset="0"/>
                <a:ea typeface="Meiryo UI" panose="020B0604030504040204" pitchFamily="50" charset="-128"/>
              </a:rPr>
              <a:t>（多能工化）</a:t>
            </a:r>
            <a:endParaRPr kumimoji="1" lang="ja-JP" altLang="en-US" sz="1400" b="1" dirty="0">
              <a:solidFill>
                <a:schemeClr val="bg1"/>
              </a:solidFill>
              <a:latin typeface="Arial" panose="020B0604020202020204" pitchFamily="34" charset="0"/>
              <a:ea typeface="Meiryo UI" panose="020B0604030504040204" pitchFamily="50" charset="-128"/>
            </a:endParaRPr>
          </a:p>
        </p:txBody>
      </p:sp>
      <p:cxnSp>
        <p:nvCxnSpPr>
          <p:cNvPr id="34" name="直線矢印コネクタ 33">
            <a:extLst>
              <a:ext uri="{FF2B5EF4-FFF2-40B4-BE49-F238E27FC236}">
                <a16:creationId xmlns:a16="http://schemas.microsoft.com/office/drawing/2014/main" id="{C5D7C3B3-313B-02A3-F4CA-B38A0B5C01FB}"/>
              </a:ext>
            </a:extLst>
          </p:cNvPr>
          <p:cNvCxnSpPr>
            <a:stCxn id="14" idx="3"/>
            <a:endCxn id="10" idx="1"/>
          </p:cNvCxnSpPr>
          <p:nvPr/>
        </p:nvCxnSpPr>
        <p:spPr>
          <a:xfrm>
            <a:off x="4015357" y="3009765"/>
            <a:ext cx="552085" cy="1505832"/>
          </a:xfrm>
          <a:prstGeom prst="straightConnector1">
            <a:avLst/>
          </a:prstGeom>
          <a:ln w="19050">
            <a:solidFill>
              <a:srgbClr val="0A013C"/>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08F7055D-BD9F-C9E3-7306-F62BB7452D9B}"/>
              </a:ext>
            </a:extLst>
          </p:cNvPr>
          <p:cNvCxnSpPr>
            <a:stCxn id="33" idx="3"/>
            <a:endCxn id="9" idx="1"/>
          </p:cNvCxnSpPr>
          <p:nvPr/>
        </p:nvCxnSpPr>
        <p:spPr>
          <a:xfrm flipV="1">
            <a:off x="4015357" y="3009765"/>
            <a:ext cx="552085" cy="752916"/>
          </a:xfrm>
          <a:prstGeom prst="straightConnector1">
            <a:avLst/>
          </a:prstGeom>
          <a:ln w="19050">
            <a:solidFill>
              <a:srgbClr val="0A013C"/>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 name="直線矢印コネクタ 57">
            <a:extLst>
              <a:ext uri="{FF2B5EF4-FFF2-40B4-BE49-F238E27FC236}">
                <a16:creationId xmlns:a16="http://schemas.microsoft.com/office/drawing/2014/main" id="{62930DD5-BA0A-D2E1-ADB5-9AB7A35F86E3}"/>
              </a:ext>
            </a:extLst>
          </p:cNvPr>
          <p:cNvCxnSpPr>
            <a:stCxn id="33" idx="3"/>
            <a:endCxn id="11" idx="1"/>
          </p:cNvCxnSpPr>
          <p:nvPr/>
        </p:nvCxnSpPr>
        <p:spPr>
          <a:xfrm>
            <a:off x="4015357" y="3762681"/>
            <a:ext cx="552085" cy="0"/>
          </a:xfrm>
          <a:prstGeom prst="straightConnector1">
            <a:avLst/>
          </a:prstGeom>
          <a:ln w="19050">
            <a:solidFill>
              <a:srgbClr val="0A013C"/>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1" name="グループ化 60">
            <a:extLst>
              <a:ext uri="{FF2B5EF4-FFF2-40B4-BE49-F238E27FC236}">
                <a16:creationId xmlns:a16="http://schemas.microsoft.com/office/drawing/2014/main" id="{5456F5DF-2958-5E32-3642-CD01B249FA51}"/>
              </a:ext>
            </a:extLst>
          </p:cNvPr>
          <p:cNvGrpSpPr/>
          <p:nvPr/>
        </p:nvGrpSpPr>
        <p:grpSpPr>
          <a:xfrm>
            <a:off x="955357" y="1456689"/>
            <a:ext cx="3060000" cy="360000"/>
            <a:chOff x="515937" y="1630679"/>
            <a:chExt cx="3600002" cy="360000"/>
          </a:xfrm>
        </p:grpSpPr>
        <p:sp>
          <p:nvSpPr>
            <p:cNvPr id="62" name="正方形/長方形 61">
              <a:extLst>
                <a:ext uri="{FF2B5EF4-FFF2-40B4-BE49-F238E27FC236}">
                  <a16:creationId xmlns:a16="http://schemas.microsoft.com/office/drawing/2014/main" id="{F3886393-B426-E03F-78EF-C5567CF24A1A}"/>
                </a:ext>
              </a:extLst>
            </p:cNvPr>
            <p:cNvSpPr/>
            <p:nvPr/>
          </p:nvSpPr>
          <p:spPr>
            <a:xfrm>
              <a:off x="515939" y="1630679"/>
              <a:ext cx="3600000" cy="36000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Arial" panose="020B0604020202020204" pitchFamily="34" charset="0"/>
                  <a:ea typeface="Meiryo UI" panose="020B0604030504040204" pitchFamily="50" charset="-128"/>
                </a:rPr>
                <a:t>アジャイルチームに求められる条件</a:t>
              </a:r>
            </a:p>
          </p:txBody>
        </p:sp>
        <p:cxnSp>
          <p:nvCxnSpPr>
            <p:cNvPr id="63" name="直線コネクタ 62">
              <a:extLst>
                <a:ext uri="{FF2B5EF4-FFF2-40B4-BE49-F238E27FC236}">
                  <a16:creationId xmlns:a16="http://schemas.microsoft.com/office/drawing/2014/main" id="{B02D0EFC-561D-E41D-969D-820F15C66B76}"/>
                </a:ext>
              </a:extLst>
            </p:cNvPr>
            <p:cNvCxnSpPr>
              <a:cxnSpLocks/>
            </p:cNvCxnSpPr>
            <p:nvPr/>
          </p:nvCxnSpPr>
          <p:spPr>
            <a:xfrm>
              <a:off x="515937" y="1990679"/>
              <a:ext cx="3600000"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28" name="グループ化 127">
            <a:extLst>
              <a:ext uri="{FF2B5EF4-FFF2-40B4-BE49-F238E27FC236}">
                <a16:creationId xmlns:a16="http://schemas.microsoft.com/office/drawing/2014/main" id="{662936E5-09D9-707B-6E7D-2AACF04D3878}"/>
              </a:ext>
            </a:extLst>
          </p:cNvPr>
          <p:cNvGrpSpPr/>
          <p:nvPr/>
        </p:nvGrpSpPr>
        <p:grpSpPr>
          <a:xfrm>
            <a:off x="4567442" y="1456689"/>
            <a:ext cx="3060000" cy="360000"/>
            <a:chOff x="4295660" y="1630679"/>
            <a:chExt cx="3600338" cy="360000"/>
          </a:xfrm>
        </p:grpSpPr>
        <p:sp>
          <p:nvSpPr>
            <p:cNvPr id="129" name="正方形/長方形 128">
              <a:extLst>
                <a:ext uri="{FF2B5EF4-FFF2-40B4-BE49-F238E27FC236}">
                  <a16:creationId xmlns:a16="http://schemas.microsoft.com/office/drawing/2014/main" id="{75EC2C67-8DB2-33D3-3DDC-D1F8B252D6F6}"/>
                </a:ext>
              </a:extLst>
            </p:cNvPr>
            <p:cNvSpPr/>
            <p:nvPr/>
          </p:nvSpPr>
          <p:spPr>
            <a:xfrm>
              <a:off x="4295660" y="1630679"/>
              <a:ext cx="3600000" cy="36000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Arial" panose="020B0604020202020204" pitchFamily="34" charset="0"/>
                  <a:ea typeface="Meiryo UI" panose="020B0604030504040204" pitchFamily="50" charset="-128"/>
                </a:rPr>
                <a:t>アジャイル型の組織・文化</a:t>
              </a:r>
            </a:p>
          </p:txBody>
        </p:sp>
        <p:cxnSp>
          <p:nvCxnSpPr>
            <p:cNvPr id="130" name="直線コネクタ 129">
              <a:extLst>
                <a:ext uri="{FF2B5EF4-FFF2-40B4-BE49-F238E27FC236}">
                  <a16:creationId xmlns:a16="http://schemas.microsoft.com/office/drawing/2014/main" id="{1A73872E-1127-A8FF-FFBC-263A8F7C20E2}"/>
                </a:ext>
              </a:extLst>
            </p:cNvPr>
            <p:cNvCxnSpPr>
              <a:cxnSpLocks/>
            </p:cNvCxnSpPr>
            <p:nvPr/>
          </p:nvCxnSpPr>
          <p:spPr>
            <a:xfrm>
              <a:off x="4295998" y="1990679"/>
              <a:ext cx="3600000"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31" name="グループ化 130">
            <a:extLst>
              <a:ext uri="{FF2B5EF4-FFF2-40B4-BE49-F238E27FC236}">
                <a16:creationId xmlns:a16="http://schemas.microsoft.com/office/drawing/2014/main" id="{27C7BA76-DDD1-F94D-F222-F311CEFBE93A}"/>
              </a:ext>
            </a:extLst>
          </p:cNvPr>
          <p:cNvGrpSpPr/>
          <p:nvPr/>
        </p:nvGrpSpPr>
        <p:grpSpPr>
          <a:xfrm>
            <a:off x="8329386" y="1456689"/>
            <a:ext cx="3060000" cy="360000"/>
            <a:chOff x="8075382" y="1630679"/>
            <a:chExt cx="3600000" cy="360000"/>
          </a:xfrm>
        </p:grpSpPr>
        <p:sp>
          <p:nvSpPr>
            <p:cNvPr id="132" name="正方形/長方形 131">
              <a:extLst>
                <a:ext uri="{FF2B5EF4-FFF2-40B4-BE49-F238E27FC236}">
                  <a16:creationId xmlns:a16="http://schemas.microsoft.com/office/drawing/2014/main" id="{690F39A7-A0B7-CF2A-926E-BE5D1667EF07}"/>
                </a:ext>
              </a:extLst>
            </p:cNvPr>
            <p:cNvSpPr/>
            <p:nvPr/>
          </p:nvSpPr>
          <p:spPr>
            <a:xfrm>
              <a:off x="8075382" y="1630679"/>
              <a:ext cx="3600000" cy="36000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Arial" panose="020B0604020202020204" pitchFamily="34" charset="0"/>
                  <a:ea typeface="Meiryo UI" panose="020B0604030504040204" pitchFamily="50" charset="-128"/>
                </a:rPr>
                <a:t>一般的な組織</a:t>
              </a:r>
            </a:p>
          </p:txBody>
        </p:sp>
        <p:cxnSp>
          <p:nvCxnSpPr>
            <p:cNvPr id="133" name="直線コネクタ 132">
              <a:extLst>
                <a:ext uri="{FF2B5EF4-FFF2-40B4-BE49-F238E27FC236}">
                  <a16:creationId xmlns:a16="http://schemas.microsoft.com/office/drawing/2014/main" id="{518B8719-1A1D-2A48-7739-0B8F318155A7}"/>
                </a:ext>
              </a:extLst>
            </p:cNvPr>
            <p:cNvCxnSpPr>
              <a:cxnSpLocks/>
            </p:cNvCxnSpPr>
            <p:nvPr/>
          </p:nvCxnSpPr>
          <p:spPr>
            <a:xfrm>
              <a:off x="8075382" y="1990679"/>
              <a:ext cx="3600000"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34" name="グループ化 133">
            <a:extLst>
              <a:ext uri="{FF2B5EF4-FFF2-40B4-BE49-F238E27FC236}">
                <a16:creationId xmlns:a16="http://schemas.microsoft.com/office/drawing/2014/main" id="{CD5A2A75-D76D-E2FE-CADC-151836DC68B8}"/>
              </a:ext>
            </a:extLst>
          </p:cNvPr>
          <p:cNvGrpSpPr/>
          <p:nvPr/>
        </p:nvGrpSpPr>
        <p:grpSpPr>
          <a:xfrm>
            <a:off x="7668421" y="4407691"/>
            <a:ext cx="632579" cy="467906"/>
            <a:chOff x="7668421" y="2366849"/>
            <a:chExt cx="632579" cy="467906"/>
          </a:xfrm>
        </p:grpSpPr>
        <p:sp>
          <p:nvSpPr>
            <p:cNvPr id="135" name="左右矢印 76">
              <a:extLst>
                <a:ext uri="{FF2B5EF4-FFF2-40B4-BE49-F238E27FC236}">
                  <a16:creationId xmlns:a16="http://schemas.microsoft.com/office/drawing/2014/main" id="{8200B1E0-7AC2-3335-1290-392190B4B452}"/>
                </a:ext>
              </a:extLst>
            </p:cNvPr>
            <p:cNvSpPr/>
            <p:nvPr/>
          </p:nvSpPr>
          <p:spPr>
            <a:xfrm>
              <a:off x="7762384" y="2366849"/>
              <a:ext cx="432060" cy="215813"/>
            </a:xfrm>
            <a:prstGeom prst="leftRightArrow">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gn="ctr"/>
              <a:endParaRPr kumimoji="1" lang="ja-JP" altLang="en-US" sz="1400">
                <a:solidFill>
                  <a:schemeClr val="tx1"/>
                </a:solidFill>
                <a:latin typeface="Arial" panose="020B0604020202020204" pitchFamily="34" charset="0"/>
                <a:ea typeface="Meiryo UI" panose="020B0604030504040204" pitchFamily="50" charset="-128"/>
              </a:endParaRPr>
            </a:p>
          </p:txBody>
        </p:sp>
        <p:sp>
          <p:nvSpPr>
            <p:cNvPr id="136" name="楕円 135">
              <a:extLst>
                <a:ext uri="{FF2B5EF4-FFF2-40B4-BE49-F238E27FC236}">
                  <a16:creationId xmlns:a16="http://schemas.microsoft.com/office/drawing/2014/main" id="{F9BD7691-35A5-DB74-C3F2-3664272E36B9}"/>
                </a:ext>
              </a:extLst>
            </p:cNvPr>
            <p:cNvSpPr/>
            <p:nvPr/>
          </p:nvSpPr>
          <p:spPr>
            <a:xfrm>
              <a:off x="7668421" y="2563998"/>
              <a:ext cx="632579" cy="270757"/>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gn="ctr"/>
              <a:r>
                <a:rPr lang="ja-JP" altLang="en-US" sz="1000" dirty="0">
                  <a:solidFill>
                    <a:schemeClr val="tx1"/>
                  </a:solidFill>
                  <a:latin typeface="Arial" panose="020B0604020202020204" pitchFamily="34" charset="0"/>
                  <a:ea typeface="Meiryo UI" panose="020B0604030504040204" pitchFamily="50" charset="-128"/>
                </a:rPr>
                <a:t>ギャップ</a:t>
              </a:r>
              <a:endParaRPr kumimoji="1" lang="ja-JP" altLang="en-US" sz="1000" dirty="0">
                <a:solidFill>
                  <a:schemeClr val="tx1"/>
                </a:solidFill>
                <a:latin typeface="Arial" panose="020B0604020202020204" pitchFamily="34" charset="0"/>
                <a:ea typeface="Meiryo UI" panose="020B0604030504040204" pitchFamily="50" charset="-128"/>
              </a:endParaRPr>
            </a:p>
          </p:txBody>
        </p:sp>
      </p:grpSp>
      <p:grpSp>
        <p:nvGrpSpPr>
          <p:cNvPr id="137" name="グループ化 136">
            <a:extLst>
              <a:ext uri="{FF2B5EF4-FFF2-40B4-BE49-F238E27FC236}">
                <a16:creationId xmlns:a16="http://schemas.microsoft.com/office/drawing/2014/main" id="{9E6B635B-2838-9D9A-17D4-C94948DFE7B0}"/>
              </a:ext>
            </a:extLst>
          </p:cNvPr>
          <p:cNvGrpSpPr/>
          <p:nvPr/>
        </p:nvGrpSpPr>
        <p:grpSpPr>
          <a:xfrm>
            <a:off x="7668421" y="3654775"/>
            <a:ext cx="632579" cy="467906"/>
            <a:chOff x="7668421" y="2366849"/>
            <a:chExt cx="632579" cy="467906"/>
          </a:xfrm>
        </p:grpSpPr>
        <p:sp>
          <p:nvSpPr>
            <p:cNvPr id="138" name="左右矢印 76">
              <a:extLst>
                <a:ext uri="{FF2B5EF4-FFF2-40B4-BE49-F238E27FC236}">
                  <a16:creationId xmlns:a16="http://schemas.microsoft.com/office/drawing/2014/main" id="{C009F347-F37F-54E5-CEAE-D5ECD60F0E4C}"/>
                </a:ext>
              </a:extLst>
            </p:cNvPr>
            <p:cNvSpPr/>
            <p:nvPr/>
          </p:nvSpPr>
          <p:spPr>
            <a:xfrm>
              <a:off x="7762384" y="2366849"/>
              <a:ext cx="432060" cy="215813"/>
            </a:xfrm>
            <a:prstGeom prst="leftRightArrow">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gn="ctr"/>
              <a:endParaRPr kumimoji="1" lang="ja-JP" altLang="en-US" sz="1400">
                <a:solidFill>
                  <a:schemeClr val="tx1"/>
                </a:solidFill>
                <a:latin typeface="Arial" panose="020B0604020202020204" pitchFamily="34" charset="0"/>
                <a:ea typeface="Meiryo UI" panose="020B0604030504040204" pitchFamily="50" charset="-128"/>
              </a:endParaRPr>
            </a:p>
          </p:txBody>
        </p:sp>
        <p:sp>
          <p:nvSpPr>
            <p:cNvPr id="139" name="楕円 138">
              <a:extLst>
                <a:ext uri="{FF2B5EF4-FFF2-40B4-BE49-F238E27FC236}">
                  <a16:creationId xmlns:a16="http://schemas.microsoft.com/office/drawing/2014/main" id="{56E3874C-C520-97FC-D844-BA9AB3FFECA4}"/>
                </a:ext>
              </a:extLst>
            </p:cNvPr>
            <p:cNvSpPr/>
            <p:nvPr/>
          </p:nvSpPr>
          <p:spPr>
            <a:xfrm>
              <a:off x="7668421" y="2563998"/>
              <a:ext cx="632579" cy="270757"/>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gn="ctr"/>
              <a:r>
                <a:rPr lang="ja-JP" altLang="en-US" sz="1000">
                  <a:solidFill>
                    <a:schemeClr val="tx1"/>
                  </a:solidFill>
                  <a:latin typeface="Arial" panose="020B0604020202020204" pitchFamily="34" charset="0"/>
                  <a:ea typeface="Meiryo UI" panose="020B0604030504040204" pitchFamily="50" charset="-128"/>
                </a:rPr>
                <a:t>ギャップ</a:t>
              </a:r>
              <a:endParaRPr kumimoji="1" lang="ja-JP" altLang="en-US" sz="1000">
                <a:solidFill>
                  <a:schemeClr val="tx1"/>
                </a:solidFill>
                <a:latin typeface="Arial" panose="020B0604020202020204" pitchFamily="34" charset="0"/>
                <a:ea typeface="Meiryo UI" panose="020B0604030504040204" pitchFamily="50" charset="-128"/>
              </a:endParaRPr>
            </a:p>
          </p:txBody>
        </p:sp>
      </p:grpSp>
      <p:grpSp>
        <p:nvGrpSpPr>
          <p:cNvPr id="140" name="グループ化 139">
            <a:extLst>
              <a:ext uri="{FF2B5EF4-FFF2-40B4-BE49-F238E27FC236}">
                <a16:creationId xmlns:a16="http://schemas.microsoft.com/office/drawing/2014/main" id="{63A2C6AB-D035-ED53-2432-4BBC06995428}"/>
              </a:ext>
            </a:extLst>
          </p:cNvPr>
          <p:cNvGrpSpPr/>
          <p:nvPr/>
        </p:nvGrpSpPr>
        <p:grpSpPr>
          <a:xfrm>
            <a:off x="7668421" y="2901859"/>
            <a:ext cx="632579" cy="467906"/>
            <a:chOff x="7668421" y="2366849"/>
            <a:chExt cx="632579" cy="467906"/>
          </a:xfrm>
        </p:grpSpPr>
        <p:sp>
          <p:nvSpPr>
            <p:cNvPr id="141" name="左右矢印 76">
              <a:extLst>
                <a:ext uri="{FF2B5EF4-FFF2-40B4-BE49-F238E27FC236}">
                  <a16:creationId xmlns:a16="http://schemas.microsoft.com/office/drawing/2014/main" id="{E77A5771-1714-0DA1-4913-91BE06D34D4C}"/>
                </a:ext>
              </a:extLst>
            </p:cNvPr>
            <p:cNvSpPr/>
            <p:nvPr/>
          </p:nvSpPr>
          <p:spPr>
            <a:xfrm>
              <a:off x="7762384" y="2366849"/>
              <a:ext cx="432060" cy="215813"/>
            </a:xfrm>
            <a:prstGeom prst="leftRightArrow">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gn="ctr"/>
              <a:endParaRPr kumimoji="1" lang="ja-JP" altLang="en-US" sz="1400">
                <a:solidFill>
                  <a:schemeClr val="tx1"/>
                </a:solidFill>
                <a:latin typeface="Arial" panose="020B0604020202020204" pitchFamily="34" charset="0"/>
                <a:ea typeface="Meiryo UI" panose="020B0604030504040204" pitchFamily="50" charset="-128"/>
              </a:endParaRPr>
            </a:p>
          </p:txBody>
        </p:sp>
        <p:sp>
          <p:nvSpPr>
            <p:cNvPr id="142" name="楕円 141">
              <a:extLst>
                <a:ext uri="{FF2B5EF4-FFF2-40B4-BE49-F238E27FC236}">
                  <a16:creationId xmlns:a16="http://schemas.microsoft.com/office/drawing/2014/main" id="{074E26CB-F1A3-6E0F-992D-02C1A5EEC5EE}"/>
                </a:ext>
              </a:extLst>
            </p:cNvPr>
            <p:cNvSpPr/>
            <p:nvPr/>
          </p:nvSpPr>
          <p:spPr>
            <a:xfrm>
              <a:off x="7668421" y="2563998"/>
              <a:ext cx="632579" cy="270757"/>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gn="ctr"/>
              <a:r>
                <a:rPr lang="ja-JP" altLang="en-US" sz="1000">
                  <a:solidFill>
                    <a:schemeClr val="tx1"/>
                  </a:solidFill>
                  <a:latin typeface="Arial" panose="020B0604020202020204" pitchFamily="34" charset="0"/>
                  <a:ea typeface="Meiryo UI" panose="020B0604030504040204" pitchFamily="50" charset="-128"/>
                </a:rPr>
                <a:t>ギャップ</a:t>
              </a:r>
              <a:endParaRPr kumimoji="1" lang="ja-JP" altLang="en-US" sz="1000">
                <a:solidFill>
                  <a:schemeClr val="tx1"/>
                </a:solidFill>
                <a:latin typeface="Arial" panose="020B0604020202020204" pitchFamily="34" charset="0"/>
                <a:ea typeface="Meiryo UI" panose="020B0604030504040204" pitchFamily="50" charset="-128"/>
              </a:endParaRPr>
            </a:p>
          </p:txBody>
        </p:sp>
      </p:grpSp>
      <p:grpSp>
        <p:nvGrpSpPr>
          <p:cNvPr id="143" name="グループ化 142">
            <a:extLst>
              <a:ext uri="{FF2B5EF4-FFF2-40B4-BE49-F238E27FC236}">
                <a16:creationId xmlns:a16="http://schemas.microsoft.com/office/drawing/2014/main" id="{F3369262-CBAA-1FC9-945B-9989584EFAEF}"/>
              </a:ext>
            </a:extLst>
          </p:cNvPr>
          <p:cNvGrpSpPr/>
          <p:nvPr/>
        </p:nvGrpSpPr>
        <p:grpSpPr>
          <a:xfrm>
            <a:off x="5663572" y="4962250"/>
            <a:ext cx="4629684" cy="1179135"/>
            <a:chOff x="5629464" y="5267056"/>
            <a:chExt cx="4629684" cy="1179135"/>
          </a:xfrm>
        </p:grpSpPr>
        <p:sp>
          <p:nvSpPr>
            <p:cNvPr id="176" name="上矢印吹き出し 38">
              <a:extLst>
                <a:ext uri="{FF2B5EF4-FFF2-40B4-BE49-F238E27FC236}">
                  <a16:creationId xmlns:a16="http://schemas.microsoft.com/office/drawing/2014/main" id="{92E99BF1-333F-B37A-D430-C20829C47F60}"/>
                </a:ext>
              </a:extLst>
            </p:cNvPr>
            <p:cNvSpPr/>
            <p:nvPr/>
          </p:nvSpPr>
          <p:spPr>
            <a:xfrm>
              <a:off x="5629464" y="5267056"/>
              <a:ext cx="4629684" cy="1179135"/>
            </a:xfrm>
            <a:prstGeom prst="upArrowCallout">
              <a:avLst>
                <a:gd name="adj1" fmla="val 14517"/>
                <a:gd name="adj2" fmla="val 14041"/>
                <a:gd name="adj3" fmla="val 14517"/>
                <a:gd name="adj4" fmla="val 80053"/>
              </a:avLst>
            </a:prstGeom>
            <a:solidFill>
              <a:schemeClr val="accent3">
                <a:lumMod val="40000"/>
                <a:lumOff val="60000"/>
              </a:schemeClr>
            </a:solidFill>
            <a:ln w="19050">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marL="182563"/>
              <a:r>
                <a:rPr lang="ja-JP" altLang="en-US" sz="1400" b="1">
                  <a:solidFill>
                    <a:schemeClr val="tx1"/>
                  </a:solidFill>
                  <a:latin typeface="Arial" panose="020B0604020202020204" pitchFamily="34" charset="0"/>
                  <a:ea typeface="Meiryo UI" panose="020B0604030504040204" pitchFamily="50" charset="-128"/>
                </a:rPr>
                <a:t>既存業務</a:t>
              </a:r>
              <a:br>
                <a:rPr lang="en-US" altLang="ja-JP" sz="1400" b="1">
                  <a:solidFill>
                    <a:schemeClr val="tx1"/>
                  </a:solidFill>
                  <a:latin typeface="Arial" panose="020B0604020202020204" pitchFamily="34" charset="0"/>
                  <a:ea typeface="Meiryo UI" panose="020B0604030504040204" pitchFamily="50" charset="-128"/>
                </a:rPr>
              </a:br>
              <a:r>
                <a:rPr lang="ja-JP" altLang="en-US" sz="1400" b="1">
                  <a:solidFill>
                    <a:schemeClr val="tx1"/>
                  </a:solidFill>
                  <a:latin typeface="Arial" panose="020B0604020202020204" pitchFamily="34" charset="0"/>
                  <a:ea typeface="Meiryo UI" panose="020B0604030504040204" pitchFamily="50" charset="-128"/>
                </a:rPr>
                <a:t>システム刷新</a:t>
              </a:r>
              <a:br>
                <a:rPr lang="en-US" altLang="ja-JP" sz="1400" b="1">
                  <a:solidFill>
                    <a:schemeClr val="tx1"/>
                  </a:solidFill>
                  <a:latin typeface="Arial" panose="020B0604020202020204" pitchFamily="34" charset="0"/>
                  <a:ea typeface="Meiryo UI" panose="020B0604030504040204" pitchFamily="50" charset="-128"/>
                </a:rPr>
              </a:br>
              <a:r>
                <a:rPr lang="ja-JP" altLang="en-US" sz="1400" b="1">
                  <a:solidFill>
                    <a:schemeClr val="tx1"/>
                  </a:solidFill>
                  <a:latin typeface="Arial" panose="020B0604020202020204" pitchFamily="34" charset="0"/>
                  <a:ea typeface="Meiryo UI" panose="020B0604030504040204" pitchFamily="50" charset="-128"/>
                </a:rPr>
                <a:t>では・・・</a:t>
              </a:r>
              <a:endParaRPr lang="en-US" altLang="ja-JP" sz="1400" b="1">
                <a:solidFill>
                  <a:schemeClr val="tx1"/>
                </a:solidFill>
                <a:latin typeface="Arial" panose="020B0604020202020204" pitchFamily="34" charset="0"/>
                <a:ea typeface="Meiryo UI" panose="020B0604030504040204" pitchFamily="50" charset="-128"/>
              </a:endParaRPr>
            </a:p>
          </p:txBody>
        </p:sp>
        <p:sp>
          <p:nvSpPr>
            <p:cNvPr id="177" name="正方形/長方形 176">
              <a:extLst>
                <a:ext uri="{FF2B5EF4-FFF2-40B4-BE49-F238E27FC236}">
                  <a16:creationId xmlns:a16="http://schemas.microsoft.com/office/drawing/2014/main" id="{95E98546-2DB4-4230-794C-26C51F2CF76B}"/>
                </a:ext>
              </a:extLst>
            </p:cNvPr>
            <p:cNvSpPr/>
            <p:nvPr/>
          </p:nvSpPr>
          <p:spPr>
            <a:xfrm>
              <a:off x="6899647" y="5654081"/>
              <a:ext cx="3195232" cy="648090"/>
            </a:xfrm>
            <a:prstGeom prst="rect">
              <a:avLst/>
            </a:prstGeom>
            <a:solidFill>
              <a:schemeClr val="accent3">
                <a:lumMod val="20000"/>
                <a:lumOff val="80000"/>
              </a:schemeClr>
            </a:solidFill>
            <a:ln w="19050">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r>
                <a:rPr kumimoji="1" lang="ja-JP" altLang="en-US" sz="1400">
                  <a:solidFill>
                    <a:schemeClr val="tx1"/>
                  </a:solidFill>
                  <a:latin typeface="Arial" panose="020B0604020202020204" pitchFamily="34" charset="0"/>
                  <a:ea typeface="Meiryo UI" panose="020B0604030504040204" pitchFamily="50" charset="-128"/>
                </a:rPr>
                <a:t>企業の組織・文化の在り方</a:t>
              </a:r>
              <a:r>
                <a:rPr lang="ja-JP" altLang="en-US" sz="1400">
                  <a:solidFill>
                    <a:schemeClr val="tx1"/>
                  </a:solidFill>
                  <a:latin typeface="Arial" panose="020B0604020202020204" pitchFamily="34" charset="0"/>
                  <a:ea typeface="Meiryo UI" panose="020B0604030504040204" pitchFamily="50" charset="-128"/>
                </a:rPr>
                <a:t>、</a:t>
              </a:r>
              <a:br>
                <a:rPr lang="en-US" altLang="ja-JP" sz="1400">
                  <a:solidFill>
                    <a:schemeClr val="tx1"/>
                  </a:solidFill>
                  <a:latin typeface="Arial" panose="020B0604020202020204" pitchFamily="34" charset="0"/>
                  <a:ea typeface="Meiryo UI" panose="020B0604030504040204" pitchFamily="50" charset="-128"/>
                </a:rPr>
              </a:br>
              <a:r>
                <a:rPr lang="ja-JP" altLang="en-US" sz="1400" b="1">
                  <a:solidFill>
                    <a:schemeClr val="accent3"/>
                  </a:solidFill>
                  <a:latin typeface="Arial" panose="020B0604020202020204" pitchFamily="34" charset="0"/>
                  <a:ea typeface="Meiryo UI" panose="020B0604030504040204" pitchFamily="50" charset="-128"/>
                </a:rPr>
                <a:t>人事</a:t>
              </a:r>
              <a:r>
                <a:rPr kumimoji="1" lang="ja-JP" altLang="en-US" sz="1400" b="1">
                  <a:solidFill>
                    <a:schemeClr val="accent3"/>
                  </a:solidFill>
                  <a:latin typeface="Arial" panose="020B0604020202020204" pitchFamily="34" charset="0"/>
                  <a:ea typeface="Meiryo UI" panose="020B0604030504040204" pitchFamily="50" charset="-128"/>
                </a:rPr>
                <a:t>制度を</a:t>
              </a:r>
              <a:r>
                <a:rPr lang="ja-JP" altLang="en-US" sz="1400" b="1">
                  <a:solidFill>
                    <a:schemeClr val="accent3"/>
                  </a:solidFill>
                  <a:latin typeface="Arial" panose="020B0604020202020204" pitchFamily="34" charset="0"/>
                  <a:ea typeface="Meiryo UI" panose="020B0604030504040204" pitchFamily="50" charset="-128"/>
                </a:rPr>
                <a:t>変えるきっかけになりにくい</a:t>
              </a:r>
              <a:endParaRPr kumimoji="1" lang="en-US" altLang="ja-JP" sz="1400">
                <a:solidFill>
                  <a:schemeClr val="tx1"/>
                </a:solidFill>
                <a:latin typeface="Arial" panose="020B0604020202020204" pitchFamily="34" charset="0"/>
                <a:ea typeface="Meiryo UI" panose="020B0604030504040204" pitchFamily="50" charset="-128"/>
              </a:endParaRPr>
            </a:p>
          </p:txBody>
        </p:sp>
      </p:grpSp>
    </p:spTree>
    <p:extLst>
      <p:ext uri="{BB962C8B-B14F-4D97-AF65-F5344CB8AC3E}">
        <p14:creationId xmlns:p14="http://schemas.microsoft.com/office/powerpoint/2010/main" val="39007921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7631C-51C2-7815-4814-597D9A6434DE}"/>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EF926281-CE12-27EC-EE98-0912776F6DD2}"/>
              </a:ext>
            </a:extLst>
          </p:cNvPr>
          <p:cNvGraphicFramePr>
            <a:graphicFrameLocks noChangeAspect="1"/>
          </p:cNvGraphicFramePr>
          <p:nvPr>
            <p:custDataLst>
              <p:tags r:id="rId1"/>
            </p:custDataLst>
            <p:extLst>
              <p:ext uri="{D42A27DB-BD31-4B8C-83A1-F6EECF244321}">
                <p14:modId xmlns:p14="http://schemas.microsoft.com/office/powerpoint/2010/main" val="34951517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7" name="think-cell data - do not delete" hidden="1">
                        <a:extLst>
                          <a:ext uri="{FF2B5EF4-FFF2-40B4-BE49-F238E27FC236}">
                            <a16:creationId xmlns:a16="http://schemas.microsoft.com/office/drawing/2014/main" id="{EF926281-CE12-27EC-EE98-0912776F6DD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字幕 3">
            <a:extLst>
              <a:ext uri="{FF2B5EF4-FFF2-40B4-BE49-F238E27FC236}">
                <a16:creationId xmlns:a16="http://schemas.microsoft.com/office/drawing/2014/main" id="{EDADBD12-CE3A-D41E-C5B5-6453313C2F9C}"/>
              </a:ext>
            </a:extLst>
          </p:cNvPr>
          <p:cNvSpPr>
            <a:spLocks noGrp="1"/>
          </p:cNvSpPr>
          <p:nvPr>
            <p:ph type="subTitle" idx="13"/>
          </p:nvPr>
        </p:nvSpPr>
        <p:spPr/>
        <p:txBody>
          <a:bodyPr/>
          <a:lstStyle/>
          <a:p>
            <a:r>
              <a:rPr kumimoji="1" lang="en-US" altLang="ja-JP" dirty="0"/>
              <a:t>FY26</a:t>
            </a:r>
            <a:r>
              <a:rPr kumimoji="1" lang="ja-JP" altLang="en-US" dirty="0"/>
              <a:t>以降の活動計画上申に必要な事項を、構想パッケージとして取り纏める事もご支援</a:t>
            </a:r>
          </a:p>
        </p:txBody>
      </p:sp>
      <p:sp>
        <p:nvSpPr>
          <p:cNvPr id="2" name="タイトル 1">
            <a:extLst>
              <a:ext uri="{FF2B5EF4-FFF2-40B4-BE49-F238E27FC236}">
                <a16:creationId xmlns:a16="http://schemas.microsoft.com/office/drawing/2014/main" id="{AA48B10C-FA44-5068-A649-F2C0E1FE993C}"/>
              </a:ext>
            </a:extLst>
          </p:cNvPr>
          <p:cNvSpPr>
            <a:spLocks noGrp="1"/>
          </p:cNvSpPr>
          <p:nvPr>
            <p:ph type="title"/>
          </p:nvPr>
        </p:nvSpPr>
        <p:spPr/>
        <p:txBody>
          <a:bodyPr vert="horz"/>
          <a:lstStyle/>
          <a:p>
            <a:r>
              <a:rPr lang="ja-JP" altLang="en-US" dirty="0"/>
              <a:t>予定作成支援物（新</a:t>
            </a:r>
            <a:r>
              <a:rPr lang="en-US" altLang="ja-JP" dirty="0" err="1"/>
              <a:t>Suica</a:t>
            </a:r>
            <a:r>
              <a:rPr lang="ja-JP" altLang="en-US" dirty="0"/>
              <a:t>の構想取り纏めについて）</a:t>
            </a:r>
            <a:endParaRPr kumimoji="1" lang="ja-JP" altLang="en-US" dirty="0"/>
          </a:p>
        </p:txBody>
      </p:sp>
      <p:sp>
        <p:nvSpPr>
          <p:cNvPr id="3" name="テキスト プレースホルダー 2">
            <a:extLst>
              <a:ext uri="{FF2B5EF4-FFF2-40B4-BE49-F238E27FC236}">
                <a16:creationId xmlns:a16="http://schemas.microsoft.com/office/drawing/2014/main" id="{8C21BD3A-08C7-6925-8EB2-629DC61739C6}"/>
              </a:ext>
            </a:extLst>
          </p:cNvPr>
          <p:cNvSpPr>
            <a:spLocks noGrp="1"/>
          </p:cNvSpPr>
          <p:nvPr>
            <p:ph type="body" sz="quarter" idx="14"/>
          </p:nvPr>
        </p:nvSpPr>
        <p:spPr/>
        <p:txBody>
          <a:bodyPr/>
          <a:lstStyle/>
          <a:p>
            <a:endParaRPr lang="ja-JP" altLang="en-US"/>
          </a:p>
        </p:txBody>
      </p:sp>
      <p:grpSp>
        <p:nvGrpSpPr>
          <p:cNvPr id="39" name="グループ化 38">
            <a:extLst>
              <a:ext uri="{FF2B5EF4-FFF2-40B4-BE49-F238E27FC236}">
                <a16:creationId xmlns:a16="http://schemas.microsoft.com/office/drawing/2014/main" id="{F3A89584-1CF6-1D1B-034B-E34B5F72EF69}"/>
              </a:ext>
            </a:extLst>
          </p:cNvPr>
          <p:cNvGrpSpPr/>
          <p:nvPr/>
        </p:nvGrpSpPr>
        <p:grpSpPr>
          <a:xfrm>
            <a:off x="912812" y="1417592"/>
            <a:ext cx="5400000" cy="288000"/>
            <a:chOff x="912812" y="1417592"/>
            <a:chExt cx="5400000" cy="288000"/>
          </a:xfrm>
        </p:grpSpPr>
        <p:sp>
          <p:nvSpPr>
            <p:cNvPr id="5" name="正方形/長方形 4">
              <a:extLst>
                <a:ext uri="{FF2B5EF4-FFF2-40B4-BE49-F238E27FC236}">
                  <a16:creationId xmlns:a16="http://schemas.microsoft.com/office/drawing/2014/main" id="{CDB84B4A-CACD-DB26-090D-07899C5ED5E2}"/>
                </a:ext>
              </a:extLst>
            </p:cNvPr>
            <p:cNvSpPr/>
            <p:nvPr/>
          </p:nvSpPr>
          <p:spPr>
            <a:xfrm>
              <a:off x="912812" y="1417592"/>
              <a:ext cx="5400000" cy="28800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Arial" panose="020B0604020202020204" pitchFamily="34" charset="0"/>
                  <a:ea typeface="Meiryo UI" panose="020B0604030504040204" pitchFamily="50" charset="-128"/>
                </a:rPr>
                <a:t>プロジェクトで解く重要論点</a:t>
              </a:r>
            </a:p>
          </p:txBody>
        </p:sp>
        <p:cxnSp>
          <p:nvCxnSpPr>
            <p:cNvPr id="6" name="直線コネクタ 5">
              <a:extLst>
                <a:ext uri="{FF2B5EF4-FFF2-40B4-BE49-F238E27FC236}">
                  <a16:creationId xmlns:a16="http://schemas.microsoft.com/office/drawing/2014/main" id="{7055A52D-94AA-6F3D-5A5B-5E8254A3F179}"/>
                </a:ext>
              </a:extLst>
            </p:cNvPr>
            <p:cNvCxnSpPr>
              <a:cxnSpLocks/>
            </p:cNvCxnSpPr>
            <p:nvPr/>
          </p:nvCxnSpPr>
          <p:spPr>
            <a:xfrm>
              <a:off x="912812" y="1705592"/>
              <a:ext cx="5400000" cy="0"/>
            </a:xfrm>
            <a:prstGeom prst="line">
              <a:avLst/>
            </a:prstGeom>
            <a:ln w="3175" cmpd="sng">
              <a:solidFill>
                <a:schemeClr val="bg1">
                  <a:lumMod val="5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grpSp>
      <p:sp>
        <p:nvSpPr>
          <p:cNvPr id="8" name="正方形/長方形 7">
            <a:extLst>
              <a:ext uri="{FF2B5EF4-FFF2-40B4-BE49-F238E27FC236}">
                <a16:creationId xmlns:a16="http://schemas.microsoft.com/office/drawing/2014/main" id="{BBF86679-383B-D9BA-5AFA-C74CD73ED359}"/>
              </a:ext>
            </a:extLst>
          </p:cNvPr>
          <p:cNvSpPr/>
          <p:nvPr/>
        </p:nvSpPr>
        <p:spPr>
          <a:xfrm>
            <a:off x="8618010" y="1417592"/>
            <a:ext cx="2880000" cy="28800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Arial" panose="020B0604020202020204" pitchFamily="34" charset="0"/>
                <a:ea typeface="Meiryo UI" panose="020B0604030504040204" pitchFamily="50" charset="-128"/>
              </a:rPr>
              <a:t>構想パッケージのアジェンダ（予定）</a:t>
            </a:r>
          </a:p>
        </p:txBody>
      </p:sp>
      <p:cxnSp>
        <p:nvCxnSpPr>
          <p:cNvPr id="9" name="直線コネクタ 8">
            <a:extLst>
              <a:ext uri="{FF2B5EF4-FFF2-40B4-BE49-F238E27FC236}">
                <a16:creationId xmlns:a16="http://schemas.microsoft.com/office/drawing/2014/main" id="{AA95EDD1-38D2-5332-1453-D8CFB00DFAF9}"/>
              </a:ext>
            </a:extLst>
          </p:cNvPr>
          <p:cNvCxnSpPr>
            <a:cxnSpLocks/>
          </p:cNvCxnSpPr>
          <p:nvPr/>
        </p:nvCxnSpPr>
        <p:spPr>
          <a:xfrm>
            <a:off x="8618010" y="1705592"/>
            <a:ext cx="2880000" cy="0"/>
          </a:xfrm>
          <a:prstGeom prst="line">
            <a:avLst/>
          </a:prstGeom>
          <a:ln w="3175" cmpd="sng">
            <a:solidFill>
              <a:schemeClr val="bg1">
                <a:lumMod val="5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0" name="ホームベース 77">
            <a:extLst>
              <a:ext uri="{FF2B5EF4-FFF2-40B4-BE49-F238E27FC236}">
                <a16:creationId xmlns:a16="http://schemas.microsoft.com/office/drawing/2014/main" id="{33098852-66E7-7D1B-0791-50DC0FA3B901}"/>
              </a:ext>
            </a:extLst>
          </p:cNvPr>
          <p:cNvSpPr/>
          <p:nvPr/>
        </p:nvSpPr>
        <p:spPr>
          <a:xfrm>
            <a:off x="6385411" y="2312859"/>
            <a:ext cx="2160000" cy="3600000"/>
          </a:xfrm>
          <a:prstGeom prst="homePlate">
            <a:avLst>
              <a:gd name="adj" fmla="val 15012"/>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kumimoji="1" lang="ja-JP" altLang="en-US" sz="1200" b="1" u="sng" dirty="0">
                <a:solidFill>
                  <a:schemeClr val="tx1"/>
                </a:solidFill>
                <a:latin typeface="Arial" panose="020B0604020202020204" pitchFamily="34" charset="0"/>
                <a:ea typeface="Meiryo UI" panose="020B0604030504040204" pitchFamily="50" charset="-128"/>
              </a:rPr>
              <a:t>当支援の主要ワーク</a:t>
            </a:r>
            <a:endParaRPr kumimoji="1" lang="en-US" altLang="ja-JP" sz="1200" b="1" u="sng" dirty="0">
              <a:solidFill>
                <a:schemeClr val="tx1"/>
              </a:solidFill>
              <a:latin typeface="Arial" panose="020B0604020202020204" pitchFamily="34" charset="0"/>
              <a:ea typeface="Meiryo UI" panose="020B0604030504040204" pitchFamily="50" charset="-128"/>
            </a:endParaRPr>
          </a:p>
          <a:p>
            <a:endParaRPr kumimoji="1" lang="en-US" altLang="ja-JP" sz="1200" dirty="0">
              <a:solidFill>
                <a:schemeClr val="tx1"/>
              </a:solidFill>
              <a:latin typeface="Arial" panose="020B0604020202020204" pitchFamily="34" charset="0"/>
              <a:ea typeface="Meiryo UI" panose="020B0604030504040204" pitchFamily="50" charset="-128"/>
            </a:endParaRPr>
          </a:p>
          <a:p>
            <a:pPr marL="185738" indent="-185738">
              <a:buFont typeface="Wingdings" pitchFamily="2" charset="2"/>
              <a:buChar char="ü"/>
            </a:pPr>
            <a:r>
              <a:rPr kumimoji="1" lang="ja-JP" altLang="en-US" sz="1200" dirty="0">
                <a:solidFill>
                  <a:schemeClr val="tx1"/>
                </a:solidFill>
                <a:latin typeface="Arial" panose="020B0604020202020204" pitchFamily="34" charset="0"/>
                <a:ea typeface="Meiryo UI" panose="020B0604030504040204" pitchFamily="50" charset="-128"/>
              </a:rPr>
              <a:t>「生活のデバイス」共通</a:t>
            </a:r>
            <a:br>
              <a:rPr kumimoji="1" lang="en-US" altLang="ja-JP" sz="1200" dirty="0">
                <a:solidFill>
                  <a:schemeClr val="tx1"/>
                </a:solidFill>
                <a:latin typeface="Arial" panose="020B0604020202020204" pitchFamily="34" charset="0"/>
                <a:ea typeface="Meiryo UI" panose="020B0604030504040204" pitchFamily="50" charset="-128"/>
              </a:rPr>
            </a:br>
            <a:r>
              <a:rPr kumimoji="1" lang="ja-JP" altLang="en-US" sz="1200" dirty="0">
                <a:solidFill>
                  <a:schemeClr val="tx1"/>
                </a:solidFill>
                <a:latin typeface="Arial" panose="020B0604020202020204" pitchFamily="34" charset="0"/>
                <a:ea typeface="Meiryo UI" panose="020B0604030504040204" pitchFamily="50" charset="-128"/>
              </a:rPr>
              <a:t>ビジョン策定</a:t>
            </a:r>
            <a:endParaRPr kumimoji="1" lang="en-US" altLang="ja-JP" sz="1200" dirty="0">
              <a:solidFill>
                <a:schemeClr val="tx1"/>
              </a:solidFill>
              <a:latin typeface="Arial" panose="020B0604020202020204" pitchFamily="34" charset="0"/>
              <a:ea typeface="Meiryo UI" panose="020B0604030504040204" pitchFamily="50" charset="-128"/>
            </a:endParaRPr>
          </a:p>
          <a:p>
            <a:pPr marL="185738" indent="-185738">
              <a:buFont typeface="Wingdings" pitchFamily="2" charset="2"/>
              <a:buChar char="ü"/>
            </a:pPr>
            <a:endParaRPr lang="en-US" altLang="ja-JP" sz="1200" dirty="0">
              <a:solidFill>
                <a:schemeClr val="tx1"/>
              </a:solidFill>
              <a:latin typeface="Arial" panose="020B0604020202020204" pitchFamily="34" charset="0"/>
              <a:ea typeface="Meiryo UI" panose="020B0604030504040204" pitchFamily="50" charset="-128"/>
            </a:endParaRPr>
          </a:p>
          <a:p>
            <a:pPr marL="185738" indent="-185738">
              <a:buFont typeface="Wingdings" pitchFamily="2" charset="2"/>
              <a:buChar char="ü"/>
            </a:pPr>
            <a:r>
              <a:rPr kumimoji="1" lang="ja-JP" altLang="en-US" sz="1200" dirty="0">
                <a:solidFill>
                  <a:schemeClr val="tx1"/>
                </a:solidFill>
                <a:latin typeface="Arial" panose="020B0604020202020204" pitchFamily="34" charset="0"/>
                <a:ea typeface="Meiryo UI" panose="020B0604030504040204" pitchFamily="50" charset="-128"/>
              </a:rPr>
              <a:t>サービス企画・検証</a:t>
            </a:r>
            <a:br>
              <a:rPr kumimoji="1" lang="en-US" altLang="ja-JP" sz="1200" dirty="0">
                <a:solidFill>
                  <a:schemeClr val="tx1"/>
                </a:solidFill>
                <a:latin typeface="Arial" panose="020B0604020202020204" pitchFamily="34" charset="0"/>
                <a:ea typeface="Meiryo UI" panose="020B0604030504040204" pitchFamily="50" charset="-128"/>
              </a:rPr>
            </a:br>
            <a:r>
              <a:rPr kumimoji="1" lang="ja-JP" altLang="en-US" sz="1100" dirty="0">
                <a:solidFill>
                  <a:schemeClr val="tx1"/>
                </a:solidFill>
                <a:latin typeface="Arial" panose="020B0604020202020204" pitchFamily="34" charset="0"/>
                <a:ea typeface="Meiryo UI" panose="020B0604030504040204" pitchFamily="50" charset="-128"/>
              </a:rPr>
              <a:t>（テーマ仮説構築と検証）</a:t>
            </a:r>
            <a:endParaRPr kumimoji="1" lang="en-US" altLang="ja-JP" sz="1100" dirty="0">
              <a:solidFill>
                <a:schemeClr val="tx1"/>
              </a:solidFill>
              <a:latin typeface="Arial" panose="020B0604020202020204" pitchFamily="34" charset="0"/>
              <a:ea typeface="Meiryo UI" panose="020B0604030504040204" pitchFamily="50" charset="-128"/>
            </a:endParaRPr>
          </a:p>
          <a:p>
            <a:pPr marL="185738" indent="-185738">
              <a:buFont typeface="Wingdings" pitchFamily="2" charset="2"/>
              <a:buChar char="ü"/>
            </a:pPr>
            <a:endParaRPr kumimoji="1" lang="en-US" altLang="ja-JP" sz="1200" dirty="0">
              <a:solidFill>
                <a:schemeClr val="tx1"/>
              </a:solidFill>
              <a:latin typeface="Arial" panose="020B0604020202020204" pitchFamily="34" charset="0"/>
              <a:ea typeface="Meiryo UI" panose="020B0604030504040204" pitchFamily="50" charset="-128"/>
            </a:endParaRPr>
          </a:p>
          <a:p>
            <a:pPr marL="185738" indent="-185738">
              <a:buFont typeface="Wingdings" pitchFamily="2" charset="2"/>
              <a:buChar char="ü"/>
            </a:pPr>
            <a:r>
              <a:rPr kumimoji="1" lang="ja-JP" altLang="en-US" sz="1200" dirty="0">
                <a:solidFill>
                  <a:schemeClr val="tx1"/>
                </a:solidFill>
                <a:latin typeface="Arial" panose="020B0604020202020204" pitchFamily="34" charset="0"/>
                <a:ea typeface="Meiryo UI" panose="020B0604030504040204" pitchFamily="50" charset="-128"/>
              </a:rPr>
              <a:t>全体サービス設計</a:t>
            </a:r>
          </a:p>
        </p:txBody>
      </p:sp>
      <p:sp>
        <p:nvSpPr>
          <p:cNvPr id="11" name="楕円 10">
            <a:extLst>
              <a:ext uri="{FF2B5EF4-FFF2-40B4-BE49-F238E27FC236}">
                <a16:creationId xmlns:a16="http://schemas.microsoft.com/office/drawing/2014/main" id="{246236F4-0C8C-557C-ED7B-DC3740128A5F}"/>
              </a:ext>
            </a:extLst>
          </p:cNvPr>
          <p:cNvSpPr/>
          <p:nvPr/>
        </p:nvSpPr>
        <p:spPr>
          <a:xfrm>
            <a:off x="623452" y="1917027"/>
            <a:ext cx="288000" cy="288000"/>
          </a:xfrm>
          <a:prstGeom prst="ellipse">
            <a:avLst/>
          </a:prstGeom>
          <a:solidFill>
            <a:srgbClr val="FFFFFF"/>
          </a:solidFill>
          <a:ln w="127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a:solidFill>
                  <a:srgbClr val="000000"/>
                </a:solidFill>
                <a:latin typeface="Arial" panose="020B0604020202020204" pitchFamily="34" charset="0"/>
                <a:ea typeface="Meiryo UI" panose="020B0604030504040204" pitchFamily="50" charset="-128"/>
              </a:rPr>
              <a:t>1</a:t>
            </a:r>
            <a:endParaRPr kumimoji="1" lang="ja-JP" altLang="en-US" sz="1200">
              <a:solidFill>
                <a:srgbClr val="000000"/>
              </a:solidFill>
              <a:latin typeface="Arial" panose="020B0604020202020204" pitchFamily="34" charset="0"/>
              <a:ea typeface="Meiryo UI" panose="020B0604030504040204" pitchFamily="50" charset="-128"/>
            </a:endParaRPr>
          </a:p>
        </p:txBody>
      </p:sp>
      <p:sp>
        <p:nvSpPr>
          <p:cNvPr id="12" name="楕円 11">
            <a:extLst>
              <a:ext uri="{FF2B5EF4-FFF2-40B4-BE49-F238E27FC236}">
                <a16:creationId xmlns:a16="http://schemas.microsoft.com/office/drawing/2014/main" id="{EE1AB7A8-DECE-CCAB-0287-E37854710411}"/>
              </a:ext>
            </a:extLst>
          </p:cNvPr>
          <p:cNvSpPr/>
          <p:nvPr/>
        </p:nvSpPr>
        <p:spPr>
          <a:xfrm>
            <a:off x="623452" y="2595628"/>
            <a:ext cx="288000" cy="288000"/>
          </a:xfrm>
          <a:prstGeom prst="ellipse">
            <a:avLst/>
          </a:prstGeom>
          <a:solidFill>
            <a:srgbClr val="FFFFFF"/>
          </a:solidFill>
          <a:ln w="127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a:solidFill>
                  <a:srgbClr val="000000"/>
                </a:solidFill>
                <a:latin typeface="Arial" panose="020B0604020202020204" pitchFamily="34" charset="0"/>
                <a:ea typeface="Meiryo UI" panose="020B0604030504040204" pitchFamily="50" charset="-128"/>
              </a:rPr>
              <a:t>2</a:t>
            </a:r>
            <a:endParaRPr kumimoji="1" lang="ja-JP" altLang="en-US" sz="1200">
              <a:solidFill>
                <a:srgbClr val="000000"/>
              </a:solidFill>
              <a:latin typeface="Arial" panose="020B0604020202020204" pitchFamily="34" charset="0"/>
              <a:ea typeface="Meiryo UI" panose="020B0604030504040204" pitchFamily="50" charset="-128"/>
            </a:endParaRPr>
          </a:p>
        </p:txBody>
      </p:sp>
      <p:sp>
        <p:nvSpPr>
          <p:cNvPr id="13" name="楕円 12">
            <a:extLst>
              <a:ext uri="{FF2B5EF4-FFF2-40B4-BE49-F238E27FC236}">
                <a16:creationId xmlns:a16="http://schemas.microsoft.com/office/drawing/2014/main" id="{3FB4E704-EBA0-4349-EE72-4CACA4082244}"/>
              </a:ext>
            </a:extLst>
          </p:cNvPr>
          <p:cNvSpPr/>
          <p:nvPr/>
        </p:nvSpPr>
        <p:spPr>
          <a:xfrm>
            <a:off x="623452" y="3274229"/>
            <a:ext cx="288000" cy="288000"/>
          </a:xfrm>
          <a:prstGeom prst="ellipse">
            <a:avLst/>
          </a:prstGeom>
          <a:solidFill>
            <a:srgbClr val="FFFFFF"/>
          </a:solidFill>
          <a:ln w="127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a:solidFill>
                  <a:srgbClr val="000000"/>
                </a:solidFill>
                <a:latin typeface="Arial" panose="020B0604020202020204" pitchFamily="34" charset="0"/>
                <a:ea typeface="Meiryo UI" panose="020B0604030504040204" pitchFamily="50" charset="-128"/>
              </a:rPr>
              <a:t>3</a:t>
            </a:r>
            <a:endParaRPr kumimoji="1" lang="ja-JP" altLang="en-US" sz="1200">
              <a:solidFill>
                <a:srgbClr val="000000"/>
              </a:solidFill>
              <a:latin typeface="Arial" panose="020B0604020202020204" pitchFamily="34" charset="0"/>
              <a:ea typeface="Meiryo UI" panose="020B0604030504040204" pitchFamily="50" charset="-128"/>
            </a:endParaRPr>
          </a:p>
        </p:txBody>
      </p:sp>
      <p:sp>
        <p:nvSpPr>
          <p:cNvPr id="14" name="楕円 13">
            <a:extLst>
              <a:ext uri="{FF2B5EF4-FFF2-40B4-BE49-F238E27FC236}">
                <a16:creationId xmlns:a16="http://schemas.microsoft.com/office/drawing/2014/main" id="{E0DB8EFD-C566-198E-6E0F-36D0B5AC1D80}"/>
              </a:ext>
            </a:extLst>
          </p:cNvPr>
          <p:cNvSpPr/>
          <p:nvPr/>
        </p:nvSpPr>
        <p:spPr>
          <a:xfrm>
            <a:off x="623452" y="3952830"/>
            <a:ext cx="288000" cy="288000"/>
          </a:xfrm>
          <a:prstGeom prst="ellipse">
            <a:avLst/>
          </a:prstGeom>
          <a:solidFill>
            <a:srgbClr val="FFFFFF"/>
          </a:solidFill>
          <a:ln w="127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a:solidFill>
                  <a:srgbClr val="000000"/>
                </a:solidFill>
                <a:latin typeface="Arial" panose="020B0604020202020204" pitchFamily="34" charset="0"/>
                <a:ea typeface="Meiryo UI" panose="020B0604030504040204" pitchFamily="50" charset="-128"/>
              </a:rPr>
              <a:t>4</a:t>
            </a:r>
            <a:endParaRPr kumimoji="1" lang="ja-JP" altLang="en-US" sz="1200">
              <a:solidFill>
                <a:srgbClr val="000000"/>
              </a:solidFill>
              <a:latin typeface="Arial" panose="020B0604020202020204" pitchFamily="34" charset="0"/>
              <a:ea typeface="Meiryo UI" panose="020B0604030504040204" pitchFamily="50" charset="-128"/>
            </a:endParaRPr>
          </a:p>
        </p:txBody>
      </p:sp>
      <p:sp>
        <p:nvSpPr>
          <p:cNvPr id="15" name="楕円 14">
            <a:extLst>
              <a:ext uri="{FF2B5EF4-FFF2-40B4-BE49-F238E27FC236}">
                <a16:creationId xmlns:a16="http://schemas.microsoft.com/office/drawing/2014/main" id="{F3C97E93-992D-96AA-0DF9-87F819816D6E}"/>
              </a:ext>
            </a:extLst>
          </p:cNvPr>
          <p:cNvSpPr/>
          <p:nvPr/>
        </p:nvSpPr>
        <p:spPr>
          <a:xfrm>
            <a:off x="623452" y="4631431"/>
            <a:ext cx="288000" cy="288000"/>
          </a:xfrm>
          <a:prstGeom prst="ellipse">
            <a:avLst/>
          </a:prstGeom>
          <a:solidFill>
            <a:srgbClr val="FFFFFF"/>
          </a:solidFill>
          <a:ln w="127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a:solidFill>
                  <a:srgbClr val="000000"/>
                </a:solidFill>
                <a:latin typeface="Arial" panose="020B0604020202020204" pitchFamily="34" charset="0"/>
                <a:ea typeface="Meiryo UI" panose="020B0604030504040204" pitchFamily="50" charset="-128"/>
              </a:rPr>
              <a:t>5</a:t>
            </a:r>
            <a:endParaRPr kumimoji="1" lang="ja-JP" altLang="en-US" sz="1200">
              <a:solidFill>
                <a:srgbClr val="000000"/>
              </a:solidFill>
              <a:latin typeface="Arial" panose="020B0604020202020204" pitchFamily="34" charset="0"/>
              <a:ea typeface="Meiryo UI" panose="020B0604030504040204" pitchFamily="50" charset="-128"/>
            </a:endParaRPr>
          </a:p>
        </p:txBody>
      </p:sp>
      <p:sp>
        <p:nvSpPr>
          <p:cNvPr id="18" name="楕円 17">
            <a:extLst>
              <a:ext uri="{FF2B5EF4-FFF2-40B4-BE49-F238E27FC236}">
                <a16:creationId xmlns:a16="http://schemas.microsoft.com/office/drawing/2014/main" id="{9AF97707-584B-5FF0-F222-7DE7CE8EEC93}"/>
              </a:ext>
            </a:extLst>
          </p:cNvPr>
          <p:cNvSpPr/>
          <p:nvPr/>
        </p:nvSpPr>
        <p:spPr>
          <a:xfrm>
            <a:off x="623452" y="5310032"/>
            <a:ext cx="288000" cy="288000"/>
          </a:xfrm>
          <a:prstGeom prst="ellipse">
            <a:avLst/>
          </a:prstGeom>
          <a:solidFill>
            <a:srgbClr val="FFFFFF"/>
          </a:solidFill>
          <a:ln w="127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a:solidFill>
                  <a:srgbClr val="000000"/>
                </a:solidFill>
                <a:latin typeface="Arial" panose="020B0604020202020204" pitchFamily="34" charset="0"/>
                <a:ea typeface="Meiryo UI" panose="020B0604030504040204" pitchFamily="50" charset="-128"/>
              </a:rPr>
              <a:t>6</a:t>
            </a:r>
            <a:endParaRPr kumimoji="1" lang="ja-JP" altLang="en-US" sz="1200">
              <a:solidFill>
                <a:srgbClr val="000000"/>
              </a:solidFill>
              <a:latin typeface="Arial" panose="020B0604020202020204" pitchFamily="34" charset="0"/>
              <a:ea typeface="Meiryo UI" panose="020B0604030504040204" pitchFamily="50" charset="-128"/>
            </a:endParaRPr>
          </a:p>
        </p:txBody>
      </p:sp>
      <p:sp>
        <p:nvSpPr>
          <p:cNvPr id="19" name="正方形/長方形 18">
            <a:extLst>
              <a:ext uri="{FF2B5EF4-FFF2-40B4-BE49-F238E27FC236}">
                <a16:creationId xmlns:a16="http://schemas.microsoft.com/office/drawing/2014/main" id="{FE1E1407-8828-2CE4-E478-F3552E174232}"/>
              </a:ext>
            </a:extLst>
          </p:cNvPr>
          <p:cNvSpPr/>
          <p:nvPr/>
        </p:nvSpPr>
        <p:spPr>
          <a:xfrm>
            <a:off x="912812" y="1830195"/>
            <a:ext cx="5400000" cy="46166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buClr>
                <a:schemeClr val="tx1"/>
              </a:buClr>
            </a:pPr>
            <a:r>
              <a:rPr kumimoji="1" lang="ja-JP" altLang="en-US" sz="1200" dirty="0">
                <a:solidFill>
                  <a:schemeClr val="tx1"/>
                </a:solidFill>
                <a:latin typeface="Arial" panose="020B0604020202020204" pitchFamily="34" charset="0"/>
                <a:ea typeface="Meiryo UI" panose="020B0604030504040204" pitchFamily="50" charset="-128"/>
              </a:rPr>
              <a:t>新</a:t>
            </a:r>
            <a:r>
              <a:rPr kumimoji="1" lang="en-US" altLang="ja-JP" sz="1200" dirty="0" err="1">
                <a:solidFill>
                  <a:schemeClr val="tx1"/>
                </a:solidFill>
                <a:latin typeface="Arial" panose="020B0604020202020204" pitchFamily="34" charset="0"/>
                <a:ea typeface="Meiryo UI" panose="020B0604030504040204" pitchFamily="50" charset="-128"/>
              </a:rPr>
              <a:t>Suica</a:t>
            </a:r>
            <a:r>
              <a:rPr kumimoji="1" lang="ja-JP" altLang="en-US" sz="1200" dirty="0">
                <a:solidFill>
                  <a:schemeClr val="tx1"/>
                </a:solidFill>
                <a:latin typeface="Arial" panose="020B0604020202020204" pitchFamily="34" charset="0"/>
                <a:ea typeface="Meiryo UI" panose="020B0604030504040204" pitchFamily="50" charset="-128"/>
              </a:rPr>
              <a:t>のアプリ「生活のデバイス化」やデジタル</a:t>
            </a:r>
            <a:r>
              <a:rPr kumimoji="1" lang="en-US" altLang="ja-JP" sz="1200" dirty="0">
                <a:solidFill>
                  <a:schemeClr val="tx1"/>
                </a:solidFill>
                <a:latin typeface="Arial" panose="020B0604020202020204" pitchFamily="34" charset="0"/>
                <a:ea typeface="Meiryo UI" panose="020B0604030504040204" pitchFamily="50" charset="-128"/>
              </a:rPr>
              <a:t>PF</a:t>
            </a:r>
            <a:r>
              <a:rPr kumimoji="1" lang="ja-JP" altLang="en-US" sz="1200" dirty="0">
                <a:solidFill>
                  <a:schemeClr val="tx1"/>
                </a:solidFill>
                <a:latin typeface="Arial" panose="020B0604020202020204" pitchFamily="34" charset="0"/>
                <a:ea typeface="Meiryo UI" panose="020B0604030504040204" pitchFamily="50" charset="-128"/>
              </a:rPr>
              <a:t>のありたい姿を、「勇翔</a:t>
            </a:r>
            <a:r>
              <a:rPr kumimoji="1" lang="en-US" altLang="ja-JP" sz="1200" dirty="0">
                <a:solidFill>
                  <a:schemeClr val="tx1"/>
                </a:solidFill>
                <a:latin typeface="Arial" panose="020B0604020202020204" pitchFamily="34" charset="0"/>
                <a:ea typeface="Meiryo UI" panose="020B0604030504040204" pitchFamily="50" charset="-128"/>
              </a:rPr>
              <a:t>2034</a:t>
            </a:r>
            <a:r>
              <a:rPr kumimoji="1" lang="ja-JP" altLang="en-US" sz="1200" dirty="0">
                <a:solidFill>
                  <a:schemeClr val="tx1"/>
                </a:solidFill>
                <a:latin typeface="Arial" panose="020B0604020202020204" pitchFamily="34" charset="0"/>
                <a:ea typeface="Meiryo UI" panose="020B0604030504040204" pitchFamily="50" charset="-128"/>
              </a:rPr>
              <a:t>」と</a:t>
            </a:r>
            <a:br>
              <a:rPr kumimoji="1" lang="en-US" altLang="ja-JP" sz="1200" dirty="0">
                <a:solidFill>
                  <a:schemeClr val="tx1"/>
                </a:solidFill>
                <a:latin typeface="Arial" panose="020B0604020202020204" pitchFamily="34" charset="0"/>
                <a:ea typeface="Meiryo UI" panose="020B0604030504040204" pitchFamily="50" charset="-128"/>
              </a:rPr>
            </a:br>
            <a:r>
              <a:rPr kumimoji="1" lang="ja-JP" altLang="en-US" sz="1200" dirty="0">
                <a:solidFill>
                  <a:schemeClr val="tx1"/>
                </a:solidFill>
                <a:latin typeface="Arial" panose="020B0604020202020204" pitchFamily="34" charset="0"/>
                <a:ea typeface="Meiryo UI" panose="020B0604030504040204" pitchFamily="50" charset="-128"/>
              </a:rPr>
              <a:t>如何に整合させ、重要なステークホルダーに分かり易い共通のビジョンとするか？</a:t>
            </a:r>
          </a:p>
        </p:txBody>
      </p:sp>
      <p:sp>
        <p:nvSpPr>
          <p:cNvPr id="20" name="正方形/長方形 19">
            <a:extLst>
              <a:ext uri="{FF2B5EF4-FFF2-40B4-BE49-F238E27FC236}">
                <a16:creationId xmlns:a16="http://schemas.microsoft.com/office/drawing/2014/main" id="{9021904D-9528-1D01-9498-56FB7AABFC49}"/>
              </a:ext>
            </a:extLst>
          </p:cNvPr>
          <p:cNvSpPr/>
          <p:nvPr/>
        </p:nvSpPr>
        <p:spPr>
          <a:xfrm>
            <a:off x="912812" y="2508796"/>
            <a:ext cx="5400000" cy="46166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buClr>
                <a:schemeClr val="tx1"/>
              </a:buClr>
            </a:pPr>
            <a:r>
              <a:rPr kumimoji="1" lang="ja-JP" altLang="en-US" sz="1200" dirty="0">
                <a:solidFill>
                  <a:schemeClr val="tx1"/>
                </a:solidFill>
                <a:latin typeface="Arial" panose="020B0604020202020204" pitchFamily="34" charset="0"/>
                <a:ea typeface="Meiryo UI" panose="020B0604030504040204" pitchFamily="50" charset="-128"/>
              </a:rPr>
              <a:t>新</a:t>
            </a:r>
            <a:r>
              <a:rPr kumimoji="1" lang="en-US" altLang="ja-JP" sz="1200" dirty="0" err="1">
                <a:solidFill>
                  <a:schemeClr val="tx1"/>
                </a:solidFill>
                <a:latin typeface="Arial" panose="020B0604020202020204" pitchFamily="34" charset="0"/>
                <a:ea typeface="Meiryo UI" panose="020B0604030504040204" pitchFamily="50" charset="-128"/>
              </a:rPr>
              <a:t>Suica</a:t>
            </a:r>
            <a:r>
              <a:rPr kumimoji="1" lang="ja-JP" altLang="en-US" sz="1200" dirty="0">
                <a:solidFill>
                  <a:schemeClr val="tx1"/>
                </a:solidFill>
                <a:latin typeface="Arial" panose="020B0604020202020204" pitchFamily="34" charset="0"/>
                <a:ea typeface="Meiryo UI" panose="020B0604030504040204" pitchFamily="50" charset="-128"/>
              </a:rPr>
              <a:t>アプリは、どのような共通のユーザー体験原則（拠り所）を持って</a:t>
            </a:r>
            <a:br>
              <a:rPr kumimoji="1" lang="en-US" altLang="ja-JP" sz="1200" dirty="0">
                <a:solidFill>
                  <a:schemeClr val="tx1"/>
                </a:solidFill>
                <a:latin typeface="Arial" panose="020B0604020202020204" pitchFamily="34" charset="0"/>
                <a:ea typeface="Meiryo UI" panose="020B0604030504040204" pitchFamily="50" charset="-128"/>
              </a:rPr>
            </a:br>
            <a:r>
              <a:rPr kumimoji="1" lang="ja-JP" altLang="en-US" sz="1200" dirty="0">
                <a:solidFill>
                  <a:schemeClr val="tx1"/>
                </a:solidFill>
                <a:latin typeface="Arial" panose="020B0604020202020204" pitchFamily="34" charset="0"/>
                <a:ea typeface="Meiryo UI" panose="020B0604030504040204" pitchFamily="50" charset="-128"/>
              </a:rPr>
              <a:t>「生活のデバイス」となるべく開発を進めて行くか？</a:t>
            </a:r>
          </a:p>
        </p:txBody>
      </p:sp>
      <p:sp>
        <p:nvSpPr>
          <p:cNvPr id="22" name="正方形/長方形 21">
            <a:extLst>
              <a:ext uri="{FF2B5EF4-FFF2-40B4-BE49-F238E27FC236}">
                <a16:creationId xmlns:a16="http://schemas.microsoft.com/office/drawing/2014/main" id="{E718AD37-2470-34A9-F03D-0A0AC57B295A}"/>
              </a:ext>
            </a:extLst>
          </p:cNvPr>
          <p:cNvSpPr/>
          <p:nvPr/>
        </p:nvSpPr>
        <p:spPr>
          <a:xfrm>
            <a:off x="912812" y="3095064"/>
            <a:ext cx="5400000" cy="646331"/>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buClr>
                <a:schemeClr val="tx1"/>
              </a:buClr>
            </a:pPr>
            <a:r>
              <a:rPr kumimoji="1" lang="ja-JP" altLang="en-US" sz="1200" dirty="0">
                <a:solidFill>
                  <a:schemeClr val="tx1"/>
                </a:solidFill>
                <a:latin typeface="Arial" panose="020B0604020202020204" pitchFamily="34" charset="0"/>
                <a:ea typeface="Meiryo UI" panose="020B0604030504040204" pitchFamily="50" charset="-128"/>
              </a:rPr>
              <a:t>新</a:t>
            </a:r>
            <a:r>
              <a:rPr kumimoji="1" lang="en-US" altLang="ja-JP" sz="1200" dirty="0" err="1">
                <a:solidFill>
                  <a:schemeClr val="tx1"/>
                </a:solidFill>
                <a:latin typeface="Arial" panose="020B0604020202020204" pitchFamily="34" charset="0"/>
                <a:ea typeface="Meiryo UI" panose="020B0604030504040204" pitchFamily="50" charset="-128"/>
              </a:rPr>
              <a:t>Suica</a:t>
            </a:r>
            <a:r>
              <a:rPr kumimoji="1" lang="ja-JP" altLang="en-US" sz="1200" dirty="0">
                <a:solidFill>
                  <a:schemeClr val="tx1"/>
                </a:solidFill>
                <a:latin typeface="Arial" panose="020B0604020202020204" pitchFamily="34" charset="0"/>
                <a:ea typeface="Meiryo UI" panose="020B0604030504040204" pitchFamily="50" charset="-128"/>
              </a:rPr>
              <a:t>アプリは、</a:t>
            </a:r>
            <a:r>
              <a:rPr kumimoji="1" lang="en-US" altLang="ja-JP" sz="1200" dirty="0">
                <a:solidFill>
                  <a:schemeClr val="tx1"/>
                </a:solidFill>
                <a:latin typeface="Arial" panose="020B0604020202020204" pitchFamily="34" charset="0"/>
                <a:ea typeface="Meiryo UI" panose="020B0604030504040204" pitchFamily="50" charset="-128"/>
              </a:rPr>
              <a:t>1</a:t>
            </a:r>
            <a:r>
              <a:rPr kumimoji="1" lang="ja-JP" altLang="en-US" sz="1200" dirty="0">
                <a:solidFill>
                  <a:schemeClr val="tx1"/>
                </a:solidFill>
                <a:latin typeface="Arial" panose="020B0604020202020204" pitchFamily="34" charset="0"/>
                <a:ea typeface="Meiryo UI" panose="020B0604030504040204" pitchFamily="50" charset="-128"/>
              </a:rPr>
              <a:t>億以上の</a:t>
            </a:r>
            <a:r>
              <a:rPr kumimoji="1" lang="en-US" altLang="ja-JP" sz="1200" dirty="0" err="1">
                <a:solidFill>
                  <a:schemeClr val="tx1"/>
                </a:solidFill>
                <a:latin typeface="Arial" panose="020B0604020202020204" pitchFamily="34" charset="0"/>
                <a:ea typeface="Meiryo UI" panose="020B0604030504040204" pitchFamily="50" charset="-128"/>
              </a:rPr>
              <a:t>Suica</a:t>
            </a:r>
            <a:r>
              <a:rPr kumimoji="1" lang="ja-JP" altLang="en-US" sz="1200" dirty="0">
                <a:solidFill>
                  <a:schemeClr val="tx1"/>
                </a:solidFill>
                <a:latin typeface="Arial" panose="020B0604020202020204" pitchFamily="34" charset="0"/>
                <a:ea typeface="Meiryo UI" panose="020B0604030504040204" pitchFamily="50" charset="-128"/>
              </a:rPr>
              <a:t>ユーザー（生活者）の誰をターゲットにして、</a:t>
            </a:r>
            <a:br>
              <a:rPr kumimoji="1" lang="en-US" altLang="ja-JP" sz="1200" dirty="0">
                <a:solidFill>
                  <a:schemeClr val="tx1"/>
                </a:solidFill>
                <a:latin typeface="Arial" panose="020B0604020202020204" pitchFamily="34" charset="0"/>
                <a:ea typeface="Meiryo UI" panose="020B0604030504040204" pitchFamily="50" charset="-128"/>
              </a:rPr>
            </a:br>
            <a:r>
              <a:rPr kumimoji="1" lang="ja-JP" altLang="en-US" sz="1200" dirty="0">
                <a:solidFill>
                  <a:schemeClr val="tx1"/>
                </a:solidFill>
                <a:latin typeface="Arial" panose="020B0604020202020204" pitchFamily="34" charset="0"/>
                <a:ea typeface="Meiryo UI" panose="020B0604030504040204" pitchFamily="50" charset="-128"/>
              </a:rPr>
              <a:t>どんな価値をどのように提供する事を目指すか？</a:t>
            </a:r>
            <a:br>
              <a:rPr lang="en-US" altLang="ja-JP" sz="1200" dirty="0">
                <a:solidFill>
                  <a:schemeClr val="tx1"/>
                </a:solidFill>
                <a:latin typeface="Arial" panose="020B0604020202020204" pitchFamily="34" charset="0"/>
                <a:ea typeface="Meiryo UI" panose="020B0604030504040204" pitchFamily="50" charset="-128"/>
              </a:rPr>
            </a:br>
            <a:r>
              <a:rPr kumimoji="1" lang="ja-JP" altLang="en-US" sz="1200" dirty="0">
                <a:solidFill>
                  <a:schemeClr val="tx1"/>
                </a:solidFill>
                <a:latin typeface="Arial" panose="020B0604020202020204" pitchFamily="34" charset="0"/>
                <a:ea typeface="Meiryo UI" panose="020B0604030504040204" pitchFamily="50" charset="-128"/>
              </a:rPr>
              <a:t>また、それが</a:t>
            </a:r>
            <a:r>
              <a:rPr kumimoji="1" lang="en-US" altLang="ja-JP" sz="1200" dirty="0" err="1">
                <a:solidFill>
                  <a:schemeClr val="tx1"/>
                </a:solidFill>
                <a:latin typeface="Arial" panose="020B0604020202020204" pitchFamily="34" charset="0"/>
                <a:ea typeface="Meiryo UI" panose="020B0604030504040204" pitchFamily="50" charset="-128"/>
              </a:rPr>
              <a:t>Suica</a:t>
            </a:r>
            <a:r>
              <a:rPr kumimoji="1" lang="ja-JP" altLang="en-US" sz="1200" dirty="0">
                <a:solidFill>
                  <a:schemeClr val="tx1"/>
                </a:solidFill>
                <a:latin typeface="Arial" panose="020B0604020202020204" pitchFamily="34" charset="0"/>
                <a:ea typeface="Meiryo UI" panose="020B0604030504040204" pitchFamily="50" charset="-128"/>
              </a:rPr>
              <a:t>でなければならない理由は何か？</a:t>
            </a:r>
            <a:endParaRPr kumimoji="1" lang="en-US" altLang="ja-JP" sz="1200" dirty="0">
              <a:solidFill>
                <a:schemeClr val="tx1"/>
              </a:solidFill>
              <a:latin typeface="Arial" panose="020B0604020202020204" pitchFamily="34" charset="0"/>
              <a:ea typeface="Meiryo UI" panose="020B0604030504040204" pitchFamily="50" charset="-128"/>
            </a:endParaRPr>
          </a:p>
        </p:txBody>
      </p:sp>
      <p:sp>
        <p:nvSpPr>
          <p:cNvPr id="26" name="正方形/長方形 25">
            <a:extLst>
              <a:ext uri="{FF2B5EF4-FFF2-40B4-BE49-F238E27FC236}">
                <a16:creationId xmlns:a16="http://schemas.microsoft.com/office/drawing/2014/main" id="{48178D17-C7D5-73D3-29AD-31976F5143C1}"/>
              </a:ext>
            </a:extLst>
          </p:cNvPr>
          <p:cNvSpPr/>
          <p:nvPr/>
        </p:nvSpPr>
        <p:spPr>
          <a:xfrm>
            <a:off x="912812" y="3773665"/>
            <a:ext cx="5400000" cy="646331"/>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buClr>
                <a:schemeClr val="tx1"/>
              </a:buClr>
            </a:pPr>
            <a:r>
              <a:rPr kumimoji="1" lang="en-US" altLang="ja-JP" sz="1200" dirty="0" err="1">
                <a:solidFill>
                  <a:schemeClr val="tx1"/>
                </a:solidFill>
                <a:latin typeface="Arial" panose="020B0604020202020204" pitchFamily="34" charset="0"/>
                <a:ea typeface="Meiryo UI" panose="020B0604030504040204" pitchFamily="50" charset="-128"/>
              </a:rPr>
              <a:t>Suica</a:t>
            </a:r>
            <a:r>
              <a:rPr kumimoji="1" lang="ja-JP" altLang="en-US" sz="1200" dirty="0">
                <a:solidFill>
                  <a:schemeClr val="tx1"/>
                </a:solidFill>
                <a:latin typeface="Arial" panose="020B0604020202020204" pitchFamily="34" charset="0"/>
                <a:ea typeface="Meiryo UI" panose="020B0604030504040204" pitchFamily="50" charset="-128"/>
              </a:rPr>
              <a:t>デジタル</a:t>
            </a:r>
            <a:r>
              <a:rPr kumimoji="1" lang="en-US" altLang="ja-JP" sz="1200" dirty="0">
                <a:solidFill>
                  <a:schemeClr val="tx1"/>
                </a:solidFill>
                <a:latin typeface="Arial" panose="020B0604020202020204" pitchFamily="34" charset="0"/>
                <a:ea typeface="Meiryo UI" panose="020B0604030504040204" pitchFamily="50" charset="-128"/>
              </a:rPr>
              <a:t>PF</a:t>
            </a:r>
            <a:r>
              <a:rPr kumimoji="1" lang="ja-JP" altLang="en-US" sz="1200" dirty="0">
                <a:solidFill>
                  <a:schemeClr val="tx1"/>
                </a:solidFill>
                <a:latin typeface="Arial" panose="020B0604020202020204" pitchFamily="34" charset="0"/>
                <a:ea typeface="Meiryo UI" panose="020B0604030504040204" pitchFamily="50" charset="-128"/>
              </a:rPr>
              <a:t>は、沿線周辺で事業を営む法人へ、どのような事業者の</a:t>
            </a:r>
            <a:br>
              <a:rPr kumimoji="1" lang="en-US" altLang="ja-JP" sz="1200" dirty="0">
                <a:solidFill>
                  <a:schemeClr val="tx1"/>
                </a:solidFill>
                <a:latin typeface="Arial" panose="020B0604020202020204" pitchFamily="34" charset="0"/>
                <a:ea typeface="Meiryo UI" panose="020B0604030504040204" pitchFamily="50" charset="-128"/>
              </a:rPr>
            </a:br>
            <a:r>
              <a:rPr kumimoji="1" lang="ja-JP" altLang="en-US" sz="1200" dirty="0">
                <a:solidFill>
                  <a:schemeClr val="tx1"/>
                </a:solidFill>
                <a:latin typeface="Arial" panose="020B0604020202020204" pitchFamily="34" charset="0"/>
                <a:ea typeface="Meiryo UI" panose="020B0604030504040204" pitchFamily="50" charset="-128"/>
              </a:rPr>
              <a:t>誰にどのような価値をどのような手段で提供する事を目指すか？</a:t>
            </a:r>
            <a:br>
              <a:rPr kumimoji="1" lang="en-US" altLang="ja-JP" sz="1200" dirty="0">
                <a:solidFill>
                  <a:schemeClr val="tx1"/>
                </a:solidFill>
                <a:latin typeface="Arial" panose="020B0604020202020204" pitchFamily="34" charset="0"/>
                <a:ea typeface="Meiryo UI" panose="020B0604030504040204" pitchFamily="50" charset="-128"/>
              </a:rPr>
            </a:br>
            <a:r>
              <a:rPr kumimoji="1" lang="ja-JP" altLang="en-US" sz="1200" dirty="0">
                <a:solidFill>
                  <a:schemeClr val="tx1"/>
                </a:solidFill>
                <a:latin typeface="Arial" panose="020B0604020202020204" pitchFamily="34" charset="0"/>
                <a:ea typeface="Meiryo UI" panose="020B0604030504040204" pitchFamily="50" charset="-128"/>
              </a:rPr>
              <a:t>また、それは</a:t>
            </a:r>
            <a:r>
              <a:rPr kumimoji="1" lang="en-US" altLang="ja-JP" sz="1200" dirty="0" err="1">
                <a:solidFill>
                  <a:schemeClr val="tx1"/>
                </a:solidFill>
                <a:latin typeface="Arial" panose="020B0604020202020204" pitchFamily="34" charset="0"/>
                <a:ea typeface="Meiryo UI" panose="020B0604030504040204" pitchFamily="50" charset="-128"/>
              </a:rPr>
              <a:t>Suica</a:t>
            </a:r>
            <a:r>
              <a:rPr kumimoji="1" lang="ja-JP" altLang="en-US" sz="1200" dirty="0">
                <a:solidFill>
                  <a:schemeClr val="tx1"/>
                </a:solidFill>
                <a:latin typeface="Arial" panose="020B0604020202020204" pitchFamily="34" charset="0"/>
                <a:ea typeface="Meiryo UI" panose="020B0604030504040204" pitchFamily="50" charset="-128"/>
              </a:rPr>
              <a:t>デジタル</a:t>
            </a:r>
            <a:r>
              <a:rPr kumimoji="1" lang="en-US" altLang="ja-JP" sz="1200" dirty="0">
                <a:solidFill>
                  <a:schemeClr val="tx1"/>
                </a:solidFill>
                <a:latin typeface="Arial" panose="020B0604020202020204" pitchFamily="34" charset="0"/>
                <a:ea typeface="Meiryo UI" panose="020B0604030504040204" pitchFamily="50" charset="-128"/>
              </a:rPr>
              <a:t>PF</a:t>
            </a:r>
            <a:r>
              <a:rPr kumimoji="1" lang="ja-JP" altLang="en-US" sz="1200" dirty="0">
                <a:solidFill>
                  <a:schemeClr val="tx1"/>
                </a:solidFill>
                <a:latin typeface="Arial" panose="020B0604020202020204" pitchFamily="34" charset="0"/>
                <a:ea typeface="Meiryo UI" panose="020B0604030504040204" pitchFamily="50" charset="-128"/>
              </a:rPr>
              <a:t>でなければならない理由は何か？</a:t>
            </a:r>
          </a:p>
        </p:txBody>
      </p:sp>
      <p:sp>
        <p:nvSpPr>
          <p:cNvPr id="27" name="正方形/長方形 26">
            <a:extLst>
              <a:ext uri="{FF2B5EF4-FFF2-40B4-BE49-F238E27FC236}">
                <a16:creationId xmlns:a16="http://schemas.microsoft.com/office/drawing/2014/main" id="{41EDD260-BA2F-DBBF-3321-329709E271EA}"/>
              </a:ext>
            </a:extLst>
          </p:cNvPr>
          <p:cNvSpPr/>
          <p:nvPr/>
        </p:nvSpPr>
        <p:spPr>
          <a:xfrm>
            <a:off x="912812" y="4544599"/>
            <a:ext cx="5400000" cy="46166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buClr>
                <a:schemeClr val="tx1"/>
              </a:buClr>
            </a:pPr>
            <a:r>
              <a:rPr kumimoji="1" lang="ja-JP" altLang="en-US" sz="1200" dirty="0">
                <a:solidFill>
                  <a:schemeClr val="tx1"/>
                </a:solidFill>
                <a:latin typeface="Arial" panose="020B0604020202020204" pitchFamily="34" charset="0"/>
                <a:ea typeface="Meiryo UI" panose="020B0604030504040204" pitchFamily="50" charset="-128"/>
              </a:rPr>
              <a:t>生活者、法人、あるいは他のステークホルダーからの収益化において、</a:t>
            </a:r>
            <a:br>
              <a:rPr kumimoji="1" lang="en-US" altLang="ja-JP" sz="1200" dirty="0">
                <a:solidFill>
                  <a:schemeClr val="tx1"/>
                </a:solidFill>
                <a:latin typeface="Arial" panose="020B0604020202020204" pitchFamily="34" charset="0"/>
                <a:ea typeface="Meiryo UI" panose="020B0604030504040204" pitchFamily="50" charset="-128"/>
              </a:rPr>
            </a:br>
            <a:r>
              <a:rPr kumimoji="1" lang="ja-JP" altLang="en-US" sz="1200" dirty="0">
                <a:solidFill>
                  <a:schemeClr val="tx1"/>
                </a:solidFill>
                <a:latin typeface="Arial" panose="020B0604020202020204" pitchFamily="34" charset="0"/>
                <a:ea typeface="Meiryo UI" panose="020B0604030504040204" pitchFamily="50" charset="-128"/>
              </a:rPr>
              <a:t>如何にユニットエコノミクスを成立させて力強いキャッシュフローを作るか？</a:t>
            </a:r>
          </a:p>
        </p:txBody>
      </p:sp>
      <p:sp>
        <p:nvSpPr>
          <p:cNvPr id="28" name="正方形/長方形 27">
            <a:extLst>
              <a:ext uri="{FF2B5EF4-FFF2-40B4-BE49-F238E27FC236}">
                <a16:creationId xmlns:a16="http://schemas.microsoft.com/office/drawing/2014/main" id="{0302CDAD-B08E-F996-DED5-26EA4910BD0A}"/>
              </a:ext>
            </a:extLst>
          </p:cNvPr>
          <p:cNvSpPr/>
          <p:nvPr/>
        </p:nvSpPr>
        <p:spPr>
          <a:xfrm>
            <a:off x="912812" y="5223200"/>
            <a:ext cx="5400000" cy="46166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buClr>
                <a:schemeClr val="tx1"/>
              </a:buClr>
            </a:pPr>
            <a:r>
              <a:rPr kumimoji="1" lang="ja-JP" altLang="en-US" sz="1200" dirty="0">
                <a:solidFill>
                  <a:schemeClr val="tx1"/>
                </a:solidFill>
                <a:latin typeface="Arial" panose="020B0604020202020204" pitchFamily="34" charset="0"/>
                <a:ea typeface="Meiryo UI" panose="020B0604030504040204" pitchFamily="50" charset="-128"/>
              </a:rPr>
              <a:t>新</a:t>
            </a:r>
            <a:r>
              <a:rPr kumimoji="1" lang="en-US" altLang="ja-JP" sz="1200" dirty="0" err="1">
                <a:solidFill>
                  <a:schemeClr val="tx1"/>
                </a:solidFill>
                <a:latin typeface="Arial" panose="020B0604020202020204" pitchFamily="34" charset="0"/>
                <a:ea typeface="Meiryo UI" panose="020B0604030504040204" pitchFamily="50" charset="-128"/>
              </a:rPr>
              <a:t>Suica</a:t>
            </a:r>
            <a:r>
              <a:rPr kumimoji="1" lang="ja-JP" altLang="en-US" sz="1200" dirty="0">
                <a:solidFill>
                  <a:schemeClr val="tx1"/>
                </a:solidFill>
                <a:latin typeface="Arial" panose="020B0604020202020204" pitchFamily="34" charset="0"/>
                <a:ea typeface="Meiryo UI" panose="020B0604030504040204" pitchFamily="50" charset="-128"/>
              </a:rPr>
              <a:t>アプリ・デジタル</a:t>
            </a:r>
            <a:r>
              <a:rPr kumimoji="1" lang="en-US" altLang="ja-JP" sz="1200" dirty="0">
                <a:solidFill>
                  <a:schemeClr val="tx1"/>
                </a:solidFill>
                <a:latin typeface="Arial" panose="020B0604020202020204" pitchFamily="34" charset="0"/>
                <a:ea typeface="Meiryo UI" panose="020B0604030504040204" pitchFamily="50" charset="-128"/>
              </a:rPr>
              <a:t>PF</a:t>
            </a:r>
            <a:r>
              <a:rPr kumimoji="1" lang="ja-JP" altLang="en-US" sz="1200" dirty="0">
                <a:solidFill>
                  <a:schemeClr val="tx1"/>
                </a:solidFill>
                <a:latin typeface="Arial" panose="020B0604020202020204" pitchFamily="34" charset="0"/>
                <a:ea typeface="Meiryo UI" panose="020B0604030504040204" pitchFamily="50" charset="-128"/>
              </a:rPr>
              <a:t>それぞれのスケーリングにおいて、海外も市場として</a:t>
            </a:r>
            <a:br>
              <a:rPr kumimoji="1" lang="en-US" altLang="ja-JP" sz="1200" dirty="0">
                <a:solidFill>
                  <a:schemeClr val="tx1"/>
                </a:solidFill>
                <a:latin typeface="Arial" panose="020B0604020202020204" pitchFamily="34" charset="0"/>
                <a:ea typeface="Meiryo UI" panose="020B0604030504040204" pitchFamily="50" charset="-128"/>
              </a:rPr>
            </a:br>
            <a:r>
              <a:rPr kumimoji="1" lang="ja-JP" altLang="en-US" sz="1200" dirty="0">
                <a:solidFill>
                  <a:schemeClr val="tx1"/>
                </a:solidFill>
                <a:latin typeface="Arial" panose="020B0604020202020204" pitchFamily="34" charset="0"/>
                <a:ea typeface="Meiryo UI" panose="020B0604030504040204" pitchFamily="50" charset="-128"/>
              </a:rPr>
              <a:t>展開可能なビジネスモデルやアーキテクチャはどのようなものか？</a:t>
            </a:r>
          </a:p>
        </p:txBody>
      </p:sp>
      <p:sp>
        <p:nvSpPr>
          <p:cNvPr id="34" name="正方形/長方形 33">
            <a:extLst>
              <a:ext uri="{FF2B5EF4-FFF2-40B4-BE49-F238E27FC236}">
                <a16:creationId xmlns:a16="http://schemas.microsoft.com/office/drawing/2014/main" id="{B7F5AD17-AA6D-A597-D6A1-10B48AAA055D}"/>
              </a:ext>
            </a:extLst>
          </p:cNvPr>
          <p:cNvSpPr/>
          <p:nvPr/>
        </p:nvSpPr>
        <p:spPr>
          <a:xfrm>
            <a:off x="912812" y="5901803"/>
            <a:ext cx="5400000" cy="46166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buClr>
                <a:schemeClr val="tx1"/>
              </a:buClr>
            </a:pPr>
            <a:r>
              <a:rPr kumimoji="1" lang="ja-JP" altLang="en-US" sz="1200" dirty="0">
                <a:solidFill>
                  <a:schemeClr val="tx1"/>
                </a:solidFill>
                <a:latin typeface="Arial" panose="020B0604020202020204" pitchFamily="34" charset="0"/>
                <a:ea typeface="Meiryo UI" panose="020B0604030504040204" pitchFamily="50" charset="-128"/>
              </a:rPr>
              <a:t>生活者と事業者、そして地域社会から「信頼」をされ続ける為に必要なガバナンスは</a:t>
            </a:r>
            <a:br>
              <a:rPr kumimoji="1" lang="en-US" altLang="ja-JP" sz="1200" dirty="0">
                <a:solidFill>
                  <a:schemeClr val="tx1"/>
                </a:solidFill>
                <a:latin typeface="Arial" panose="020B0604020202020204" pitchFamily="34" charset="0"/>
                <a:ea typeface="Meiryo UI" panose="020B0604030504040204" pitchFamily="50" charset="-128"/>
              </a:rPr>
            </a:br>
            <a:r>
              <a:rPr kumimoji="1" lang="ja-JP" altLang="en-US" sz="1200" dirty="0">
                <a:solidFill>
                  <a:schemeClr val="tx1"/>
                </a:solidFill>
                <a:latin typeface="Arial" panose="020B0604020202020204" pitchFamily="34" charset="0"/>
                <a:ea typeface="Meiryo UI" panose="020B0604030504040204" pitchFamily="50" charset="-128"/>
              </a:rPr>
              <a:t>どのレベルで構築・運用すべきか？</a:t>
            </a:r>
          </a:p>
        </p:txBody>
      </p:sp>
      <p:sp>
        <p:nvSpPr>
          <p:cNvPr id="35" name="楕円 34">
            <a:extLst>
              <a:ext uri="{FF2B5EF4-FFF2-40B4-BE49-F238E27FC236}">
                <a16:creationId xmlns:a16="http://schemas.microsoft.com/office/drawing/2014/main" id="{34263DFF-42D1-0F5D-A45F-F15E3853B586}"/>
              </a:ext>
            </a:extLst>
          </p:cNvPr>
          <p:cNvSpPr/>
          <p:nvPr/>
        </p:nvSpPr>
        <p:spPr>
          <a:xfrm>
            <a:off x="623452" y="5988635"/>
            <a:ext cx="288000" cy="288000"/>
          </a:xfrm>
          <a:prstGeom prst="ellipse">
            <a:avLst/>
          </a:prstGeom>
          <a:solidFill>
            <a:srgbClr val="FFFFFF"/>
          </a:solidFill>
          <a:ln w="127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a:solidFill>
                  <a:srgbClr val="000000"/>
                </a:solidFill>
                <a:latin typeface="Arial" panose="020B0604020202020204" pitchFamily="34" charset="0"/>
                <a:ea typeface="Meiryo UI" panose="020B0604030504040204" pitchFamily="50" charset="-128"/>
              </a:rPr>
              <a:t>7</a:t>
            </a:r>
            <a:endParaRPr kumimoji="1" lang="ja-JP" altLang="en-US" sz="1200">
              <a:solidFill>
                <a:srgbClr val="000000"/>
              </a:solidFill>
              <a:latin typeface="Arial" panose="020B0604020202020204" pitchFamily="34" charset="0"/>
              <a:ea typeface="Meiryo UI" panose="020B0604030504040204" pitchFamily="50" charset="-128"/>
            </a:endParaRPr>
          </a:p>
        </p:txBody>
      </p:sp>
      <p:sp>
        <p:nvSpPr>
          <p:cNvPr id="36" name="テキスト プレースホルダー 3">
            <a:extLst>
              <a:ext uri="{FF2B5EF4-FFF2-40B4-BE49-F238E27FC236}">
                <a16:creationId xmlns:a16="http://schemas.microsoft.com/office/drawing/2014/main" id="{EBB60CA1-A429-C21C-AA97-81F3172EFA58}"/>
              </a:ext>
            </a:extLst>
          </p:cNvPr>
          <p:cNvSpPr txBox="1">
            <a:spLocks/>
          </p:cNvSpPr>
          <p:nvPr/>
        </p:nvSpPr>
        <p:spPr>
          <a:xfrm>
            <a:off x="8618010" y="1772859"/>
            <a:ext cx="2880000" cy="4680000"/>
          </a:xfrm>
          <a:prstGeom prst="rect">
            <a:avLst/>
          </a:prstGeom>
        </p:spPr>
        <p:txBody>
          <a:bodyPr vert="horz" lIns="108000" tIns="36000" rIns="108000" bIns="36000" rtlCol="0" anchor="ctr">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228600" indent="-228600">
              <a:lnSpc>
                <a:spcPct val="110000"/>
              </a:lnSpc>
              <a:buFont typeface="+mj-lt"/>
              <a:buAutoNum type="arabicPeriod"/>
            </a:pPr>
            <a:r>
              <a:rPr lang="ja-JP" altLang="en-US" sz="1200" dirty="0">
                <a:latin typeface="Arial" panose="020B0604020202020204" pitchFamily="34" charset="0"/>
                <a:ea typeface="Meiryo UI" panose="020B0604030504040204" pitchFamily="50" charset="-128"/>
              </a:rPr>
              <a:t>エグゼクティブサマリ</a:t>
            </a:r>
            <a:endParaRPr lang="en-US" altLang="ja-JP" sz="1200" dirty="0">
              <a:latin typeface="Arial" panose="020B0604020202020204" pitchFamily="34" charset="0"/>
              <a:ea typeface="Meiryo UI" panose="020B0604030504040204" pitchFamily="50" charset="-128"/>
            </a:endParaRPr>
          </a:p>
          <a:p>
            <a:pPr marL="228600" indent="-228600">
              <a:lnSpc>
                <a:spcPct val="110000"/>
              </a:lnSpc>
              <a:buFont typeface="+mj-lt"/>
              <a:buAutoNum type="arabicPeriod"/>
            </a:pPr>
            <a:r>
              <a:rPr lang="ja-JP" altLang="en-US" sz="1200" dirty="0">
                <a:latin typeface="Arial" panose="020B0604020202020204" pitchFamily="34" charset="0"/>
                <a:ea typeface="Meiryo UI" panose="020B0604030504040204" pitchFamily="50" charset="-128"/>
              </a:rPr>
              <a:t>事業環境認識</a:t>
            </a:r>
            <a:endParaRPr lang="en-US" altLang="ja-JP" sz="1200" dirty="0">
              <a:latin typeface="Arial" panose="020B0604020202020204" pitchFamily="34" charset="0"/>
              <a:ea typeface="Meiryo UI" panose="020B0604030504040204" pitchFamily="50" charset="-128"/>
            </a:endParaRPr>
          </a:p>
          <a:p>
            <a:pPr marL="228600" indent="-228600">
              <a:lnSpc>
                <a:spcPct val="110000"/>
              </a:lnSpc>
              <a:buFont typeface="+mj-lt"/>
              <a:buAutoNum type="arabicPeriod"/>
            </a:pPr>
            <a:r>
              <a:rPr lang="en-US" altLang="ja-JP" sz="1200" dirty="0">
                <a:latin typeface="Arial" panose="020B0604020202020204" pitchFamily="34" charset="0"/>
                <a:ea typeface="Meiryo UI" panose="020B0604030504040204" pitchFamily="50" charset="-128"/>
              </a:rPr>
              <a:t>WHY</a:t>
            </a:r>
            <a:r>
              <a:rPr lang="ja-JP" altLang="en-US" sz="1200" dirty="0">
                <a:latin typeface="Arial" panose="020B0604020202020204" pitchFamily="34" charset="0"/>
                <a:ea typeface="Meiryo UI" panose="020B0604030504040204" pitchFamily="50" charset="-128"/>
              </a:rPr>
              <a:t> </a:t>
            </a:r>
            <a:r>
              <a:rPr lang="en-US" altLang="ja-JP" sz="1200" dirty="0" err="1">
                <a:latin typeface="Arial" panose="020B0604020202020204" pitchFamily="34" charset="0"/>
                <a:ea typeface="Meiryo UI" panose="020B0604030504040204" pitchFamily="50" charset="-128"/>
              </a:rPr>
              <a:t>Suica</a:t>
            </a:r>
            <a:r>
              <a:rPr lang="ja-JP" altLang="en-US" sz="1200" dirty="0">
                <a:latin typeface="Arial" panose="020B0604020202020204" pitchFamily="34" charset="0"/>
                <a:ea typeface="Meiryo UI" panose="020B0604030504040204" pitchFamily="50" charset="-128"/>
              </a:rPr>
              <a:t> </a:t>
            </a:r>
            <a:br>
              <a:rPr lang="en-US" altLang="ja-JP" sz="1200" dirty="0">
                <a:latin typeface="Arial" panose="020B0604020202020204" pitchFamily="34" charset="0"/>
                <a:ea typeface="Meiryo UI" panose="020B0604030504040204" pitchFamily="50" charset="-128"/>
              </a:rPr>
            </a:br>
            <a:r>
              <a:rPr lang="ja-JP" altLang="en-US" sz="1200" dirty="0">
                <a:latin typeface="Arial" panose="020B0604020202020204" pitchFamily="34" charset="0"/>
                <a:ea typeface="Meiryo UI" panose="020B0604030504040204" pitchFamily="50" charset="-128"/>
              </a:rPr>
              <a:t>（</a:t>
            </a:r>
            <a:r>
              <a:rPr lang="en-US" altLang="ja-JP" sz="1200" dirty="0" err="1">
                <a:latin typeface="Arial" panose="020B0604020202020204" pitchFamily="34" charset="0"/>
                <a:ea typeface="Meiryo UI" panose="020B0604030504040204" pitchFamily="50" charset="-128"/>
              </a:rPr>
              <a:t>Suica</a:t>
            </a:r>
            <a:r>
              <a:rPr lang="ja-JP" altLang="en-US" sz="1200" dirty="0">
                <a:latin typeface="Arial" panose="020B0604020202020204" pitchFamily="34" charset="0"/>
                <a:ea typeface="Meiryo UI" panose="020B0604030504040204" pitchFamily="50" charset="-128"/>
              </a:rPr>
              <a:t>にしかできない事）</a:t>
            </a:r>
            <a:endParaRPr lang="en-US" altLang="ja-JP" sz="1200" dirty="0">
              <a:latin typeface="Arial" panose="020B0604020202020204" pitchFamily="34" charset="0"/>
              <a:ea typeface="Meiryo UI" panose="020B0604030504040204" pitchFamily="50" charset="-128"/>
            </a:endParaRPr>
          </a:p>
          <a:p>
            <a:pPr marL="228600" indent="-228600">
              <a:lnSpc>
                <a:spcPct val="110000"/>
              </a:lnSpc>
              <a:buFont typeface="+mj-lt"/>
              <a:buAutoNum type="arabicPeriod"/>
            </a:pPr>
            <a:r>
              <a:rPr lang="ja-JP" altLang="en-US" sz="1200" dirty="0">
                <a:latin typeface="Arial" panose="020B0604020202020204" pitchFamily="34" charset="0"/>
                <a:ea typeface="Meiryo UI" panose="020B0604030504040204" pitchFamily="50" charset="-128"/>
              </a:rPr>
              <a:t>新</a:t>
            </a:r>
            <a:r>
              <a:rPr lang="en-US" altLang="ja-JP" sz="1200" dirty="0" err="1">
                <a:latin typeface="Arial" panose="020B0604020202020204" pitchFamily="34" charset="0"/>
                <a:ea typeface="Meiryo UI" panose="020B0604030504040204" pitchFamily="50" charset="-128"/>
              </a:rPr>
              <a:t>Suica</a:t>
            </a:r>
            <a:r>
              <a:rPr lang="ja-JP" altLang="en-US" sz="1200" dirty="0">
                <a:latin typeface="Arial" panose="020B0604020202020204" pitchFamily="34" charset="0"/>
                <a:ea typeface="Meiryo UI" panose="020B0604030504040204" pitchFamily="50" charset="-128"/>
              </a:rPr>
              <a:t>アプリ・サービスの構想</a:t>
            </a:r>
            <a:endParaRPr lang="en-US" altLang="ja-JP" sz="1200" dirty="0">
              <a:latin typeface="Arial" panose="020B0604020202020204" pitchFamily="34" charset="0"/>
              <a:ea typeface="Meiryo UI" panose="020B0604030504040204" pitchFamily="50" charset="-128"/>
            </a:endParaRPr>
          </a:p>
          <a:p>
            <a:pPr marL="498600" lvl="1" indent="-228600">
              <a:lnSpc>
                <a:spcPct val="110000"/>
              </a:lnSpc>
              <a:buFont typeface="+mj-lt"/>
              <a:buAutoNum type="arabicPeriod"/>
            </a:pPr>
            <a:r>
              <a:rPr lang="ja-JP" altLang="en-US" dirty="0">
                <a:latin typeface="Arial" panose="020B0604020202020204" pitchFamily="34" charset="0"/>
                <a:ea typeface="Meiryo UI" panose="020B0604030504040204" pitchFamily="50" charset="-128"/>
              </a:rPr>
              <a:t>“生活のデバイス化”重要原則</a:t>
            </a:r>
            <a:endParaRPr lang="en-US" altLang="ja-JP" dirty="0">
              <a:latin typeface="Arial" panose="020B0604020202020204" pitchFamily="34" charset="0"/>
              <a:ea typeface="Meiryo UI" panose="020B0604030504040204" pitchFamily="50" charset="-128"/>
            </a:endParaRPr>
          </a:p>
          <a:p>
            <a:pPr marL="498600" lvl="1" indent="-228600">
              <a:lnSpc>
                <a:spcPct val="110000"/>
              </a:lnSpc>
              <a:buFont typeface="+mj-lt"/>
              <a:buAutoNum type="arabicPeriod"/>
            </a:pPr>
            <a:r>
              <a:rPr lang="ja-JP" altLang="en-US" dirty="0">
                <a:latin typeface="Arial" panose="020B0604020202020204" pitchFamily="34" charset="0"/>
                <a:ea typeface="Meiryo UI" panose="020B0604030504040204" pitchFamily="50" charset="-128"/>
              </a:rPr>
              <a:t>顧客像と提供価値</a:t>
            </a:r>
          </a:p>
          <a:p>
            <a:pPr marL="498600" lvl="1" indent="-228600">
              <a:lnSpc>
                <a:spcPct val="110000"/>
              </a:lnSpc>
              <a:buFont typeface="+mj-lt"/>
              <a:buAutoNum type="arabicPeriod"/>
            </a:pPr>
            <a:r>
              <a:rPr lang="ja-JP" altLang="en-US" dirty="0">
                <a:latin typeface="Arial" panose="020B0604020202020204" pitchFamily="34" charset="0"/>
                <a:ea typeface="Meiryo UI" panose="020B0604030504040204" pitchFamily="50" charset="-128"/>
              </a:rPr>
              <a:t>提供サービス案</a:t>
            </a:r>
            <a:endParaRPr lang="en-US" altLang="ja-JP" dirty="0">
              <a:latin typeface="Arial" panose="020B0604020202020204" pitchFamily="34" charset="0"/>
              <a:ea typeface="Meiryo UI" panose="020B0604030504040204" pitchFamily="50" charset="-128"/>
            </a:endParaRPr>
          </a:p>
          <a:p>
            <a:pPr marL="498600" lvl="1" indent="-228600">
              <a:lnSpc>
                <a:spcPct val="110000"/>
              </a:lnSpc>
              <a:buFont typeface="+mj-lt"/>
              <a:buAutoNum type="arabicPeriod"/>
            </a:pPr>
            <a:r>
              <a:rPr lang="ja-JP" altLang="en-US" dirty="0">
                <a:latin typeface="Arial" panose="020B0604020202020204" pitchFamily="34" charset="0"/>
                <a:ea typeface="Meiryo UI" panose="020B0604030504040204" pitchFamily="50" charset="-128"/>
              </a:rPr>
              <a:t>受容性検証結果</a:t>
            </a:r>
            <a:endParaRPr lang="en-US" altLang="ja-JP" dirty="0">
              <a:latin typeface="Arial" panose="020B0604020202020204" pitchFamily="34" charset="0"/>
              <a:ea typeface="Meiryo UI" panose="020B0604030504040204" pitchFamily="50" charset="-128"/>
            </a:endParaRPr>
          </a:p>
          <a:p>
            <a:pPr marL="498600" lvl="1" indent="-228600">
              <a:lnSpc>
                <a:spcPct val="110000"/>
              </a:lnSpc>
              <a:buFont typeface="+mj-lt"/>
              <a:buAutoNum type="arabicPeriod"/>
            </a:pPr>
            <a:r>
              <a:rPr lang="ja-JP" altLang="en-US" dirty="0">
                <a:latin typeface="Arial" panose="020B0604020202020204" pitchFamily="34" charset="0"/>
                <a:ea typeface="Meiryo UI" panose="020B0604030504040204" pitchFamily="50" charset="-128"/>
              </a:rPr>
              <a:t>ユーザー獲得方策</a:t>
            </a:r>
            <a:endParaRPr lang="en-US" altLang="ja-JP" dirty="0">
              <a:latin typeface="Arial" panose="020B0604020202020204" pitchFamily="34" charset="0"/>
              <a:ea typeface="Meiryo UI" panose="020B0604030504040204" pitchFamily="50" charset="-128"/>
            </a:endParaRPr>
          </a:p>
          <a:p>
            <a:pPr marL="498600" lvl="1" indent="-228600">
              <a:lnSpc>
                <a:spcPct val="110000"/>
              </a:lnSpc>
              <a:buFont typeface="+mj-lt"/>
              <a:buAutoNum type="arabicPeriod"/>
            </a:pPr>
            <a:r>
              <a:rPr lang="ja-JP" altLang="en-US" dirty="0">
                <a:latin typeface="Arial" panose="020B0604020202020204" pitchFamily="34" charset="0"/>
                <a:ea typeface="Meiryo UI" panose="020B0604030504040204" pitchFamily="50" charset="-128"/>
              </a:rPr>
              <a:t>重要なアライアンス</a:t>
            </a:r>
          </a:p>
          <a:p>
            <a:pPr marL="228600" indent="-228600">
              <a:lnSpc>
                <a:spcPct val="110000"/>
              </a:lnSpc>
              <a:buFont typeface="+mj-lt"/>
              <a:buAutoNum type="arabicPeriod"/>
            </a:pPr>
            <a:r>
              <a:rPr lang="en-US" altLang="ja-JP" sz="1200" dirty="0" err="1">
                <a:latin typeface="Arial" panose="020B0604020202020204" pitchFamily="34" charset="0"/>
                <a:ea typeface="Meiryo UI" panose="020B0604030504040204" pitchFamily="50" charset="-128"/>
              </a:rPr>
              <a:t>Suica</a:t>
            </a:r>
            <a:r>
              <a:rPr lang="ja-JP" altLang="en-US" sz="1200" dirty="0">
                <a:latin typeface="Arial" panose="020B0604020202020204" pitchFamily="34" charset="0"/>
                <a:ea typeface="Meiryo UI" panose="020B0604030504040204" pitchFamily="50" charset="-128"/>
              </a:rPr>
              <a:t> デジタル</a:t>
            </a:r>
            <a:r>
              <a:rPr lang="en-US" altLang="ja-JP" sz="1200" dirty="0">
                <a:latin typeface="Arial" panose="020B0604020202020204" pitchFamily="34" charset="0"/>
                <a:ea typeface="Meiryo UI" panose="020B0604030504040204" pitchFamily="50" charset="-128"/>
              </a:rPr>
              <a:t>PF</a:t>
            </a:r>
            <a:r>
              <a:rPr lang="ja-JP" altLang="en-US" sz="1200" dirty="0">
                <a:latin typeface="Arial" panose="020B0604020202020204" pitchFamily="34" charset="0"/>
                <a:ea typeface="Meiryo UI" panose="020B0604030504040204" pitchFamily="50" charset="-128"/>
              </a:rPr>
              <a:t>・サービスの構想</a:t>
            </a:r>
            <a:endParaRPr lang="en-US" altLang="ja-JP" sz="1200" dirty="0">
              <a:latin typeface="Arial" panose="020B0604020202020204" pitchFamily="34" charset="0"/>
              <a:ea typeface="Meiryo UI" panose="020B0604030504040204" pitchFamily="50" charset="-128"/>
            </a:endParaRPr>
          </a:p>
          <a:p>
            <a:pPr marL="498600" lvl="1" indent="-228600">
              <a:lnSpc>
                <a:spcPct val="110000"/>
              </a:lnSpc>
              <a:buFont typeface="+mj-lt"/>
              <a:buAutoNum type="arabicPeriod"/>
            </a:pPr>
            <a:r>
              <a:rPr lang="ja-JP" altLang="en-US" dirty="0">
                <a:latin typeface="Arial" panose="020B0604020202020204" pitchFamily="34" charset="0"/>
                <a:ea typeface="Meiryo UI" panose="020B0604030504040204" pitchFamily="50" charset="-128"/>
              </a:rPr>
              <a:t>顧客像と提供価値</a:t>
            </a:r>
          </a:p>
          <a:p>
            <a:pPr marL="498600" lvl="1" indent="-228600">
              <a:lnSpc>
                <a:spcPct val="110000"/>
              </a:lnSpc>
              <a:buFont typeface="+mj-lt"/>
              <a:buAutoNum type="arabicPeriod"/>
            </a:pPr>
            <a:r>
              <a:rPr lang="ja-JP" altLang="en-US" dirty="0">
                <a:latin typeface="Arial" panose="020B0604020202020204" pitchFamily="34" charset="0"/>
                <a:ea typeface="Meiryo UI" panose="020B0604030504040204" pitchFamily="50" charset="-128"/>
              </a:rPr>
              <a:t>提供サービス案</a:t>
            </a:r>
            <a:endParaRPr lang="en-US" altLang="ja-JP" dirty="0">
              <a:latin typeface="Arial" panose="020B0604020202020204" pitchFamily="34" charset="0"/>
              <a:ea typeface="Meiryo UI" panose="020B0604030504040204" pitchFamily="50" charset="-128"/>
            </a:endParaRPr>
          </a:p>
          <a:p>
            <a:pPr marL="498600" lvl="1" indent="-228600">
              <a:lnSpc>
                <a:spcPct val="110000"/>
              </a:lnSpc>
              <a:buFont typeface="+mj-lt"/>
              <a:buAutoNum type="arabicPeriod"/>
            </a:pPr>
            <a:r>
              <a:rPr lang="ja-JP" altLang="en-US" dirty="0">
                <a:latin typeface="Arial" panose="020B0604020202020204" pitchFamily="34" charset="0"/>
                <a:ea typeface="Meiryo UI" panose="020B0604030504040204" pitchFamily="50" charset="-128"/>
              </a:rPr>
              <a:t>受容性検証結果</a:t>
            </a:r>
            <a:endParaRPr lang="en-US" altLang="ja-JP" dirty="0">
              <a:latin typeface="Arial" panose="020B0604020202020204" pitchFamily="34" charset="0"/>
              <a:ea typeface="Meiryo UI" panose="020B0604030504040204" pitchFamily="50" charset="-128"/>
            </a:endParaRPr>
          </a:p>
          <a:p>
            <a:pPr marL="498600" lvl="1" indent="-228600">
              <a:lnSpc>
                <a:spcPct val="110000"/>
              </a:lnSpc>
              <a:buFont typeface="+mj-lt"/>
              <a:buAutoNum type="arabicPeriod"/>
            </a:pPr>
            <a:r>
              <a:rPr lang="ja-JP" altLang="en-US" dirty="0">
                <a:latin typeface="Arial" panose="020B0604020202020204" pitchFamily="34" charset="0"/>
                <a:ea typeface="Meiryo UI" panose="020B0604030504040204" pitchFamily="50" charset="-128"/>
              </a:rPr>
              <a:t>ユーザー獲得方策</a:t>
            </a:r>
            <a:endParaRPr lang="en-US" altLang="ja-JP" dirty="0">
              <a:latin typeface="Arial" panose="020B0604020202020204" pitchFamily="34" charset="0"/>
              <a:ea typeface="Meiryo UI" panose="020B0604030504040204" pitchFamily="50" charset="-128"/>
            </a:endParaRPr>
          </a:p>
          <a:p>
            <a:pPr marL="498600" lvl="1" indent="-228600">
              <a:lnSpc>
                <a:spcPct val="110000"/>
              </a:lnSpc>
              <a:buFont typeface="+mj-lt"/>
              <a:buAutoNum type="arabicPeriod"/>
            </a:pPr>
            <a:r>
              <a:rPr lang="ja-JP" altLang="en-US" dirty="0">
                <a:latin typeface="Arial" panose="020B0604020202020204" pitchFamily="34" charset="0"/>
                <a:ea typeface="Meiryo UI" panose="020B0604030504040204" pitchFamily="50" charset="-128"/>
              </a:rPr>
              <a:t>重要なアライアンス</a:t>
            </a:r>
            <a:endParaRPr lang="en-US" altLang="ja-JP" dirty="0">
              <a:latin typeface="Arial" panose="020B0604020202020204" pitchFamily="34" charset="0"/>
              <a:ea typeface="Meiryo UI" panose="020B0604030504040204" pitchFamily="50" charset="-128"/>
            </a:endParaRPr>
          </a:p>
          <a:p>
            <a:pPr marL="228600" indent="-228600">
              <a:lnSpc>
                <a:spcPct val="110000"/>
              </a:lnSpc>
              <a:buFont typeface="+mj-lt"/>
              <a:buAutoNum type="arabicPeriod"/>
            </a:pPr>
            <a:r>
              <a:rPr lang="ja-JP" altLang="en-US" sz="1200" dirty="0">
                <a:latin typeface="Arial" panose="020B0604020202020204" pitchFamily="34" charset="0"/>
                <a:ea typeface="Meiryo UI" panose="020B0604030504040204" pitchFamily="50" charset="-128"/>
              </a:rPr>
              <a:t>全体ビジネスモデル</a:t>
            </a:r>
          </a:p>
          <a:p>
            <a:pPr marL="228600" indent="-228600">
              <a:lnSpc>
                <a:spcPct val="110000"/>
              </a:lnSpc>
              <a:buFont typeface="+mj-lt"/>
              <a:buAutoNum type="arabicPeriod"/>
            </a:pPr>
            <a:r>
              <a:rPr lang="ja-JP" altLang="en-US" sz="1200" dirty="0">
                <a:latin typeface="Arial" panose="020B0604020202020204" pitchFamily="34" charset="0"/>
                <a:ea typeface="Meiryo UI" panose="020B0604030504040204" pitchFamily="50" charset="-128"/>
              </a:rPr>
              <a:t>事業性シミュレーション</a:t>
            </a:r>
            <a:endParaRPr lang="en-US" altLang="ja-JP" sz="1200" dirty="0">
              <a:latin typeface="Arial" panose="020B0604020202020204" pitchFamily="34" charset="0"/>
              <a:ea typeface="Meiryo UI" panose="020B0604030504040204" pitchFamily="50" charset="-128"/>
            </a:endParaRPr>
          </a:p>
          <a:p>
            <a:pPr marL="228600" indent="-228600">
              <a:lnSpc>
                <a:spcPct val="110000"/>
              </a:lnSpc>
              <a:buFont typeface="+mj-lt"/>
              <a:buAutoNum type="arabicPeriod"/>
            </a:pPr>
            <a:r>
              <a:rPr lang="ja-JP" altLang="en-US" sz="1200" dirty="0">
                <a:latin typeface="Arial" panose="020B0604020202020204" pitchFamily="34" charset="0"/>
                <a:ea typeface="Meiryo UI" panose="020B0604030504040204" pitchFamily="50" charset="-128"/>
              </a:rPr>
              <a:t>開発要求事項</a:t>
            </a:r>
            <a:endParaRPr lang="en-US" altLang="ja-JP" sz="1200" dirty="0">
              <a:latin typeface="Arial" panose="020B0604020202020204" pitchFamily="34" charset="0"/>
              <a:ea typeface="Meiryo UI" panose="020B0604030504040204" pitchFamily="50" charset="-128"/>
            </a:endParaRPr>
          </a:p>
          <a:p>
            <a:pPr marL="228600" indent="-228600">
              <a:lnSpc>
                <a:spcPct val="110000"/>
              </a:lnSpc>
              <a:buFont typeface="+mj-lt"/>
              <a:buAutoNum type="arabicPeriod"/>
            </a:pPr>
            <a:r>
              <a:rPr lang="ja-JP" altLang="en-US" sz="1200" dirty="0">
                <a:latin typeface="Arial" panose="020B0604020202020204" pitchFamily="34" charset="0"/>
                <a:ea typeface="Meiryo UI" panose="020B0604030504040204" pitchFamily="50" charset="-128"/>
              </a:rPr>
              <a:t>ガバナンス要求事項</a:t>
            </a:r>
            <a:endParaRPr lang="en-US" altLang="ja-JP" sz="1200" dirty="0">
              <a:latin typeface="Arial" panose="020B0604020202020204" pitchFamily="34" charset="0"/>
              <a:ea typeface="Meiryo UI" panose="020B0604030504040204" pitchFamily="50" charset="-128"/>
            </a:endParaRPr>
          </a:p>
          <a:p>
            <a:pPr marL="228600" indent="-228600">
              <a:lnSpc>
                <a:spcPct val="110000"/>
              </a:lnSpc>
              <a:buFont typeface="+mj-lt"/>
              <a:buAutoNum type="arabicPeriod"/>
            </a:pPr>
            <a:r>
              <a:rPr lang="ja-JP" altLang="en-US" sz="1200" dirty="0">
                <a:latin typeface="Arial" panose="020B0604020202020204" pitchFamily="34" charset="0"/>
                <a:ea typeface="Meiryo UI" panose="020B0604030504040204" pitchFamily="50" charset="-128"/>
              </a:rPr>
              <a:t>投資要求事項</a:t>
            </a:r>
            <a:endParaRPr lang="en-US" altLang="ja-JP" sz="1200" dirty="0">
              <a:latin typeface="Arial" panose="020B0604020202020204" pitchFamily="34" charset="0"/>
              <a:ea typeface="Meiryo UI" panose="020B0604030504040204" pitchFamily="50" charset="-128"/>
            </a:endParaRPr>
          </a:p>
          <a:p>
            <a:pPr marL="228600" indent="-228600">
              <a:lnSpc>
                <a:spcPct val="110000"/>
              </a:lnSpc>
              <a:buFont typeface="+mj-lt"/>
              <a:buAutoNum type="arabicPeriod"/>
            </a:pPr>
            <a:r>
              <a:rPr lang="en-US" altLang="ja-JP" sz="1200" dirty="0">
                <a:latin typeface="Arial" panose="020B0604020202020204" pitchFamily="34" charset="0"/>
                <a:ea typeface="Meiryo UI" panose="020B0604030504040204" pitchFamily="50" charset="-128"/>
              </a:rPr>
              <a:t>FY26</a:t>
            </a:r>
            <a:r>
              <a:rPr lang="ja-JP" altLang="en-US" sz="1200" dirty="0">
                <a:latin typeface="Arial" panose="020B0604020202020204" pitchFamily="34" charset="0"/>
                <a:ea typeface="Meiryo UI" panose="020B0604030504040204" pitchFamily="50" charset="-128"/>
              </a:rPr>
              <a:t>以降の活動計画</a:t>
            </a:r>
          </a:p>
        </p:txBody>
      </p:sp>
    </p:spTree>
    <p:extLst>
      <p:ext uri="{BB962C8B-B14F-4D97-AF65-F5344CB8AC3E}">
        <p14:creationId xmlns:p14="http://schemas.microsoft.com/office/powerpoint/2010/main" val="3083666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E2E01756-8C8A-DDD5-7CE8-266BC93FBC2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15" imgH="416" progId="TCLayout.ActiveDocument.1">
                  <p:embed/>
                </p:oleObj>
              </mc:Choice>
              <mc:Fallback>
                <p:oleObj name="think-cellスライド" r:id="rId3" imgW="415" imgH="416" progId="TCLayout.ActiveDocument.1">
                  <p:embed/>
                  <p:pic>
                    <p:nvPicPr>
                      <p:cNvPr id="3" name="オブジェクト 2" hidden="1">
                        <a:extLst>
                          <a:ext uri="{FF2B5EF4-FFF2-40B4-BE49-F238E27FC236}">
                            <a16:creationId xmlns:a16="http://schemas.microsoft.com/office/drawing/2014/main" id="{E2E01756-8C8A-DDD5-7CE8-266BC93FBC2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p:cNvSpPr>
            <a:spLocks noGrp="1"/>
          </p:cNvSpPr>
          <p:nvPr>
            <p:ph type="title"/>
          </p:nvPr>
        </p:nvSpPr>
        <p:spPr/>
        <p:txBody>
          <a:bodyPr vert="horz"/>
          <a:lstStyle/>
          <a:p>
            <a:r>
              <a:rPr kumimoji="1" lang="en-US" altLang="ja-JP" dirty="0"/>
              <a:t>End of File</a:t>
            </a:r>
            <a:endParaRPr kumimoji="1" lang="ja-JP" altLang="en-US" dirty="0"/>
          </a:p>
        </p:txBody>
      </p:sp>
      <p:pic>
        <p:nvPicPr>
          <p:cNvPr id="5" name="図 4">
            <a:extLst>
              <a:ext uri="{FF2B5EF4-FFF2-40B4-BE49-F238E27FC236}">
                <a16:creationId xmlns:a16="http://schemas.microsoft.com/office/drawing/2014/main" id="{00345A22-6C49-7247-9703-666B29B871C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25455" y="765174"/>
            <a:ext cx="10355320" cy="4237349"/>
          </a:xfrm>
          <a:prstGeom prst="rect">
            <a:avLst/>
          </a:prstGeom>
        </p:spPr>
      </p:pic>
    </p:spTree>
    <p:extLst>
      <p:ext uri="{BB962C8B-B14F-4D97-AF65-F5344CB8AC3E}">
        <p14:creationId xmlns:p14="http://schemas.microsoft.com/office/powerpoint/2010/main" val="41063089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7037&quot;&gt;&lt;version val=&quot;33012&quot;/&gt;&lt;CPresentation id=&quot;1&quot;&gt;&lt;m_precDefaultNumber&gt;&lt;m_yearfmt&gt;&lt;begin val=&quot;0&quot;/&gt;&lt;end val=&quot;4&quot;/&gt;&lt;/m_yearfmt&gt;&lt;/m_precDefaultNumber&gt;&lt;m_precDefaultPercent&gt;&lt;m_yearfmt&gt;&lt;begin val=&quot;0&quot;/&gt;&lt;end val=&quot;4&quot;/&gt;&lt;/m_yearfmt&gt;&lt;/m_precDefaultPercent&gt;&lt;m_precDefaultDate&gt;&lt;m_bNumberIsYear val=&quot;0&quot;/&gt;&lt;m_strFormatTime&gt;%m/%d&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d -&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J46WhlR1DaOOmYFNHXd1A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yBAT85C6SfxG.Agj4ThPH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_ModYTDCU1HVwgHKpTKd_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t5nYiNc2v8..7eU3lj.UU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DNs_gzlyzZTpxL2nXeaQd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7icGPN10nxlZb2oG7volE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ZQim6s2biGLdvqBQAa3nW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FKUf2ODbVORPhMp8XBM3u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llRB8v7nJqDRgPlF0jnlT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9Y2P55VRnF4cRxFT45ro2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uA10HnJSfxmC9C44MWfTi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CKjajQ7sZ8XrFhMteAWas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AjoW.smN_k18a_0fi0ZzQ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UF_1VSihHo8661dBxrcD0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Q8IlgVgjQKZs9D9ErwGy4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q5lnGOX3h0QC2d4mFC6Of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W8SZ4XvLwIB_WX21l1j3Y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NJfGmBe5VPvov.BVvdku2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FYNB3i8YlnKfqux7UViPG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VlHYvjzXuUORoW6fkOoDj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rrZURI4hBNEGPD21iU_VK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AYmTzEG5rbcU6MnkBcEEV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Dlu30Z_AddI8DJdEbAlaV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NJJ6lMGyBdeqONDoZiztZ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y8FUS475.c3QuNTr74cBX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R6ARFoGDSepvsGuRVBXpp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SiHeFvr5huvYIaPCa3Gv4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uN1P4zz9wB1PXKbZek5yd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LWhFi1E0189WhflfFvVpBg"/>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mGziKuu2F4q.qWwFRao_HQ"/>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ZB30FAt_8GN3MM61fCpL8Q"/>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MGpRt_FUdMB27c9rmXYK1g"/>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W7NXXnjuthXkw5mxZS85O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1r66QjCHmMbxvSJMJmHhFA"/>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AuUfxdaar6UJ4NIUBCPgjQ"/>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nrOYwoVz8z.swVWzuN2XMg"/>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Y5uvLKpq3ROxda2QgJG7o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k2VT3S_TZ22OPjEQaOGSmA"/>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cU4mUTb.b.sK3WJ0lwWoJg"/>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qA6Qg2T67PB47teqGQ8RDg"/>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wBeDKPWUHlVrQPG.EAoEJA"/>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lhCyhGEBzzAhVE61LqDQkA"/>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scjm4pM6dhtd32LXVI7ANA"/>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gYc1s2lJXceC7zYNYANG5w"/>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F67QN6f7eJcykZvcV1_Ohg"/>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1OruBhCcQTFV.7yx4HjErQ"/>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_KPaASoG50eJFSrsbwSqNg"/>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bJoqx_LaK8WdxcPCA6bQXQ"/>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llbs8v8N6eXZrECQ_M2e3Q"/>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iTT0jLcSn.ewyzhQAr2Idg"/>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6mHXCBoPvZmbYfuKwjfldQ"/>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oR_hYvI19elhC.oOTdsIB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rZU0vZO0VejHPGZv5PR5MQ"/>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IrA8fxjP3RjxQYgf0agr.Q"/>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y1XxYXFi3LjAIavjnk5eg"/>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evV9DnVRH8ayKRoL4jnRCQ"/>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YPCK9O_TNFIoPPEPLGPKOA"/>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saYCzyu0eDvbHH1RdhKeNw"/>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DQoD6gbR4GsK7SP_VqjGaA"/>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IuGOnvU9jifghzOhFGqsFg"/>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0HDG2upE.U8h.GBTUC8Rug"/>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PKT7D6QIDqgr3ygsNd8Zjw"/>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gslkLjZ1yK95sA3FQY5yMw"/>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zrKBu0GsV64TRjWgyLSGAw"/>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pXZoaCbu425DCcJmBY5PXA"/>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RoTar9c0lPlUNH8lLH5adQ"/>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BT5GVxrjp4ux8sZPVIFElQ"/>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AkSN.uXrjbUzlmkUJMaKNQ"/>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6B_SXWhrxqdQS0rlINgqbA"/>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OeWOYYj0DUiJ0B644pX9pA"/>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v7NzDTq3450MtlRMwuF5gw"/>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P_Vaz80Ha6sTIUGzC6nlsA"/>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8UtepFVcyyVLOYJmQgZniw"/>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z3WGwOF4LyAM1nw6jXxYpQ"/>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V_wUhWu2LRGr8qxujYnOkQ"/>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kYKxsM1_dG5JkPR6WW1x6Q"/>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P3bDfrE5bD_NtE9xVnCfGg"/>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kin99zgB8blmaCfv6g6Zag"/>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nQPXjy2F7obvpZoomJ8k5w"/>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ws44Zdu3fQUpn9FyLKS14g"/>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wUPvt_uSKh7ydDRxwxtbpw"/>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31JRTAdEB3g4LRvr9I4VnA"/>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TPVDhgGjWJSgPVagR9MUxw"/>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llvXIPOg5Uedg0j3lIKH4g"/>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OfczI48AVHCyOduXoZiIJg"/>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w7PXcfqWCGRCQ585A3AXVw"/>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EPD7hxDUuOd7EPfZp4YA"/>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i2lI27rLqQ.0MplJBdDMCg"/>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bVav2zmqb5eSNWC8yS8kQA"/>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u8nRqeWH3ZgCJLIe47ouww"/>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MN8EMNeK1x_t..54ZOMLKw"/>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jtDOdAQKN9A7tu9BSzAk9Q"/>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8.c40h1MQ4g68dnSdw134Q"/>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T8c_Hm_.xxkxnyWPzst7MQ"/>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j1xxrrPpauyqk7WoVux1_Q"/>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7sJIcTb4AdxhB4PiHVqnNw"/>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mLF0EziZVh0S2nZnXRqEYw"/>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yt0TBCUu9s7HD7vO2zerTw"/>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yE3rpDTQDSLWigxAkCp96g"/>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SHtW92VqG3YekRU74KHKlw"/>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WALUL1FTNk6KQWsR3dDgZw"/>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SQ1TgKinK9851AEJb6eaeA"/>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ri_hXfhDDiFqPbnhF77Pqg"/>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mDGyp07rHmSMVE7QrJ8a_A"/>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cXBKa39DzAx3g_MbWQ4xw"/>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t1MHnMlxeJY_x5fsVwYOtw"/>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gztI.RHFTVkIqjBfk8xQ9A"/>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ys58tBlpyZIlCc1jHfQuBA"/>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VuVXjFwkYLgQpILopioAYQ"/>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aEVJ61WDtBd26ymtZ_i4Iw"/>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77Z7got5gnjuCc6xdDzumA"/>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YAAh3ZxTBlSaGiRWPIZhSA"/>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pkzSPgCdMknjNo7oMMemVw"/>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6qyRSvjmy2_zDPtRtDex3w"/>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BhV7wy1a.oYjXaMD4Jp3fg"/>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b9PhYySRkkBf1b_tb.bWrg"/>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2g2V6gfGavY4obw_Sae6wA"/>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iMVGz2Z6HXcJv3yM0qlZEA"/>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tPdCX0ab1wJ6z15C5udOOA"/>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MSN8ThKVLiV3QRo5zrzwGg"/>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L0YHeL7_ukLXEtY22bb.MQ"/>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LyFcXiHWmr_U7INKu0H0Ew"/>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j0rHA5Eh_qxK3BHdbBAMcw"/>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o90kiSBvzmuFnu4qsUxWg"/>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buS.TooVumV4volk8KcqjQ"/>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p_4uiJfqGG8lR0iiHY_eUQ"/>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VywjlVwAmzHsoUdV0GQ8fw"/>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W_5prYGnHUJej0oHk1B5eg"/>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3Pk808pouAapd1dVK73seA"/>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Al4e0zCVcfxZtEXcAdWX4A"/>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テーマ">
  <a:themeElements>
    <a:clrScheme name="ユーザー定義 1">
      <a:dk1>
        <a:srgbClr val="000000"/>
      </a:dk1>
      <a:lt1>
        <a:srgbClr val="FFFFFF"/>
      </a:lt1>
      <a:dk2>
        <a:srgbClr val="DF7403"/>
      </a:dk2>
      <a:lt2>
        <a:srgbClr val="EA5504"/>
      </a:lt2>
      <a:accent1>
        <a:srgbClr val="87922A"/>
      </a:accent1>
      <a:accent2>
        <a:srgbClr val="438296"/>
      </a:accent2>
      <a:accent3>
        <a:srgbClr val="407597"/>
      </a:accent3>
      <a:accent4>
        <a:srgbClr val="61688C"/>
      </a:accent4>
      <a:accent5>
        <a:srgbClr val="7D5B83"/>
      </a:accent5>
      <a:accent6>
        <a:srgbClr val="9FA0A0"/>
      </a:accent6>
      <a:hlink>
        <a:srgbClr val="438296"/>
      </a:hlink>
      <a:folHlink>
        <a:srgbClr val="7D5B83"/>
      </a:folHlink>
    </a:clrScheme>
    <a:fontScheme name="ＭＳ Ｐゴシック">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9050">
          <a:solidFill>
            <a:schemeClr val="tx1"/>
          </a:solidFill>
        </a:ln>
      </a:spPr>
      <a:bodyPr rtlCol="0" anchor="t" anchorCtr="0"/>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0" tIns="0" rIns="0" bIns="0" rtlCol="0">
        <a:noAutofit/>
      </a:bodyPr>
      <a:lstStyle>
        <a:defPPr>
          <a:defRPr kumimoji="1" sz="1400" dirty="0" smtClean="0"/>
        </a:defPPr>
      </a:lstStyle>
    </a:tx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375</TotalTime>
  <Words>3327</Words>
  <Application>Microsoft Office PowerPoint</Application>
  <PresentationFormat>ワイド画面</PresentationFormat>
  <Paragraphs>415</Paragraphs>
  <Slides>19</Slides>
  <Notes>0</Notes>
  <HiddenSlides>0</HiddenSlides>
  <MMClips>0</MMClips>
  <ScaleCrop>false</ScaleCrop>
  <HeadingPairs>
    <vt:vector size="8" baseType="variant">
      <vt:variant>
        <vt:lpstr>使用されているフォント</vt:lpstr>
      </vt:variant>
      <vt:variant>
        <vt:i4>6</vt:i4>
      </vt:variant>
      <vt:variant>
        <vt:lpstr>テーマ</vt:lpstr>
      </vt:variant>
      <vt:variant>
        <vt:i4>1</vt:i4>
      </vt:variant>
      <vt:variant>
        <vt:lpstr>埋め込まれた OLE サーバー</vt:lpstr>
      </vt:variant>
      <vt:variant>
        <vt:i4>1</vt:i4>
      </vt:variant>
      <vt:variant>
        <vt:lpstr>スライド タイトル</vt:lpstr>
      </vt:variant>
      <vt:variant>
        <vt:i4>19</vt:i4>
      </vt:variant>
    </vt:vector>
  </HeadingPairs>
  <TitlesOfParts>
    <vt:vector size="27" baseType="lpstr">
      <vt:lpstr>Meiryo UI</vt:lpstr>
      <vt:lpstr>ＭＳ Ｐゴシック</vt:lpstr>
      <vt:lpstr>Arial</vt:lpstr>
      <vt:lpstr>Calibri</vt:lpstr>
      <vt:lpstr>Cambria</vt:lpstr>
      <vt:lpstr>Wingdings</vt:lpstr>
      <vt:lpstr>Office テーマ</vt:lpstr>
      <vt:lpstr>think-cellスライド</vt:lpstr>
      <vt:lpstr>JR東日本様Suicaアプリ等で実装するサービスの検討支援等に係るご支援のご提案書</vt:lpstr>
      <vt:lpstr>アジェンダ</vt:lpstr>
      <vt:lpstr>1_ご提案サマリ</vt:lpstr>
      <vt:lpstr>2_背景認識・目的</vt:lpstr>
      <vt:lpstr>3_重要論点、およびプロジェクトワーク</vt:lpstr>
      <vt:lpstr>4_ご支援スコープ</vt:lpstr>
      <vt:lpstr>5_スケジュール（案）</vt:lpstr>
      <vt:lpstr>6_プロジェクト体制および役割</vt:lpstr>
      <vt:lpstr>7_お見積り</vt:lpstr>
      <vt:lpstr>8_ご依頼事項①　-月次作業完了確認書-</vt:lpstr>
      <vt:lpstr>8_ご依頼事項②　-プロジェクト満足度調査-</vt:lpstr>
      <vt:lpstr>8_ご依頼事項③　-電子サインサービス(DocuSign)利用について-</vt:lpstr>
      <vt:lpstr>8_ご依頼事項④　-プロジェクトとSDGs-</vt:lpstr>
      <vt:lpstr>Appendix</vt:lpstr>
      <vt:lpstr>サービス企画・検証・拡大の基本プロセス（サービスデザインプロセス）</vt:lpstr>
      <vt:lpstr>事業としての成功確度を高める、独自事業開発フレームワーク</vt:lpstr>
      <vt:lpstr>アジャイル開発チームとのワンチーム化</vt:lpstr>
      <vt:lpstr>予定作成支援物（新Suicaの構想取り纏めについて）</vt:lpstr>
      <vt:lpstr>End of File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SIGMAXYZ</dc:creator>
  <cp:lastModifiedBy>Tamura Koji</cp:lastModifiedBy>
  <cp:revision>12</cp:revision>
  <cp:lastPrinted>2023-02-09T06:18:54Z</cp:lastPrinted>
  <dcterms:created xsi:type="dcterms:W3CDTF">2009-06-15T08:28:54Z</dcterms:created>
  <dcterms:modified xsi:type="dcterms:W3CDTF">2025-10-30T13:06:50Z</dcterms:modified>
</cp:coreProperties>
</file>