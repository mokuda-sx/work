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1"/>
  </p:sldMasterIdLst>
  <p:notesMasterIdLst>
    <p:notesMasterId r:id="rId16"/>
  </p:notesMasterIdLst>
  <p:handoutMasterIdLst>
    <p:handoutMasterId r:id="rId17"/>
  </p:handoutMasterIdLst>
  <p:sldIdLst>
    <p:sldId id="257" r:id="rId2"/>
    <p:sldId id="2141414137" r:id="rId3"/>
    <p:sldId id="418" r:id="rId4"/>
    <p:sldId id="302" r:id="rId5"/>
    <p:sldId id="306" r:id="rId6"/>
    <p:sldId id="2141414135" r:id="rId7"/>
    <p:sldId id="317" r:id="rId8"/>
    <p:sldId id="318" r:id="rId9"/>
    <p:sldId id="319" r:id="rId10"/>
    <p:sldId id="2141414140" r:id="rId11"/>
    <p:sldId id="419" r:id="rId12"/>
    <p:sldId id="420" r:id="rId13"/>
    <p:sldId id="421" r:id="rId14"/>
    <p:sldId id="422" r:id="rId15"/>
  </p:sldIdLst>
  <p:sldSz cx="12192000" cy="6858000"/>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タイトルなしのセクション" id="{B1D8018D-9D27-814B-A55C-9931F775F991}">
          <p14:sldIdLst/>
        </p14:section>
        <p14:section name="タイトルなしのセクション" id="{B332ECB8-8222-46A7-BAB6-27D15F632A53}">
          <p14:sldIdLst>
            <p14:sldId id="257"/>
            <p14:sldId id="2141414137"/>
            <p14:sldId id="418"/>
            <p14:sldId id="302"/>
            <p14:sldId id="306"/>
            <p14:sldId id="2141414135"/>
            <p14:sldId id="317"/>
            <p14:sldId id="318"/>
            <p14:sldId id="319"/>
            <p14:sldId id="2141414140"/>
            <p14:sldId id="419"/>
            <p14:sldId id="420"/>
            <p14:sldId id="421"/>
            <p14:sldId id="422"/>
          </p14:sldIdLst>
        </p14:section>
      </p14:sectionLst>
    </p:ext>
    <p:ext uri="{EFAFB233-063F-42B5-8137-9DF3F51BA10A}">
      <p15:sldGuideLst xmlns:p15="http://schemas.microsoft.com/office/powerpoint/2012/main">
        <p15:guide id="1" pos="3840" userDrawn="1">
          <p15:clr>
            <a:srgbClr val="A4A3A4"/>
          </p15:clr>
        </p15:guide>
        <p15:guide id="2" orient="horz" pos="2160">
          <p15:clr>
            <a:srgbClr val="A4A3A4"/>
          </p15:clr>
        </p15:guide>
      </p15:sldGuideLst>
    </p:ext>
    <p:ext uri="{2D200454-40CA-4A62-9FC3-DE9A4176ACB9}">
      <p15:notesGuideLst xmlns:p15="http://schemas.microsoft.com/office/powerpoint/2012/main">
        <p15:guide id="1" orient="horz" pos="3131" userDrawn="1">
          <p15:clr>
            <a:srgbClr val="A4A3A4"/>
          </p15:clr>
        </p15:guide>
        <p15:guide id="2" pos="214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5504"/>
    <a:srgbClr val="EA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413" autoAdjust="0"/>
    <p:restoredTop sz="93899" autoAdjust="0"/>
  </p:normalViewPr>
  <p:slideViewPr>
    <p:cSldViewPr showGuides="1">
      <p:cViewPr varScale="1">
        <p:scale>
          <a:sx n="44" d="100"/>
          <a:sy n="44" d="100"/>
        </p:scale>
        <p:origin x="36" y="200"/>
      </p:cViewPr>
      <p:guideLst>
        <p:guide pos="3840"/>
        <p:guide orient="horz" pos="21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notesViewPr>
    <p:cSldViewPr showGuides="1">
      <p:cViewPr varScale="1">
        <p:scale>
          <a:sx n="49" d="100"/>
          <a:sy n="49" d="100"/>
        </p:scale>
        <p:origin x="2668" y="52"/>
      </p:cViewPr>
      <p:guideLst>
        <p:guide orient="horz" pos="3131"/>
        <p:guide pos="2144"/>
      </p:guideLst>
    </p:cSldViewPr>
  </p:notesViewPr>
  <p:gridSpacing cx="72010" cy="7201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handoutMaster" Target="handoutMasters/handout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49787" cy="496967"/>
          </a:xfrm>
          <a:prstGeom prst="rect">
            <a:avLst/>
          </a:prstGeom>
        </p:spPr>
        <p:txBody>
          <a:bodyPr vert="horz" lIns="91440" tIns="45720" rIns="91440" bIns="45720" rtlCol="0"/>
          <a:lstStyle>
            <a:lvl1pPr algn="l">
              <a:defRPr sz="1200"/>
            </a:lvl1pPr>
          </a:lstStyle>
          <a:p>
            <a:endParaRPr kumimoji="1" lang="ja-JP" altLang="en-US" dirty="0"/>
          </a:p>
        </p:txBody>
      </p:sp>
      <p:sp>
        <p:nvSpPr>
          <p:cNvPr id="3" name="日付プレースホルダ 2"/>
          <p:cNvSpPr>
            <a:spLocks noGrp="1"/>
          </p:cNvSpPr>
          <p:nvPr>
            <p:ph type="dt" sz="quarter" idx="1"/>
          </p:nvPr>
        </p:nvSpPr>
        <p:spPr>
          <a:xfrm>
            <a:off x="3855838" y="0"/>
            <a:ext cx="2949787" cy="496967"/>
          </a:xfrm>
          <a:prstGeom prst="rect">
            <a:avLst/>
          </a:prstGeom>
        </p:spPr>
        <p:txBody>
          <a:bodyPr vert="horz" lIns="91440" tIns="45720" rIns="91440" bIns="45720" rtlCol="0"/>
          <a:lstStyle>
            <a:lvl1pPr algn="r">
              <a:defRPr sz="1200"/>
            </a:lvl1pPr>
          </a:lstStyle>
          <a:p>
            <a:fld id="{08F0727B-9DEC-4968-9848-E4F87D30B763}" type="datetimeFigureOut">
              <a:rPr kumimoji="1" lang="ja-JP" altLang="en-US" smtClean="0"/>
              <a:pPr/>
              <a:t>2024/7/22</a:t>
            </a:fld>
            <a:endParaRPr kumimoji="1" lang="ja-JP" altLang="en-US" dirty="0"/>
          </a:p>
        </p:txBody>
      </p:sp>
      <p:sp>
        <p:nvSpPr>
          <p:cNvPr id="4" name="フッター プレースホルダ 3"/>
          <p:cNvSpPr>
            <a:spLocks noGrp="1"/>
          </p:cNvSpPr>
          <p:nvPr>
            <p:ph type="ftr" sz="quarter" idx="2"/>
          </p:nvPr>
        </p:nvSpPr>
        <p:spPr>
          <a:xfrm>
            <a:off x="0" y="9440646"/>
            <a:ext cx="2949787" cy="496967"/>
          </a:xfrm>
          <a:prstGeom prst="rect">
            <a:avLst/>
          </a:prstGeom>
        </p:spPr>
        <p:txBody>
          <a:bodyPr vert="horz" lIns="91440" tIns="45720" rIns="91440" bIns="45720" rtlCol="0" anchor="b"/>
          <a:lstStyle>
            <a:lvl1pPr algn="l">
              <a:defRPr sz="1200"/>
            </a:lvl1pPr>
          </a:lstStyle>
          <a:p>
            <a:r>
              <a:rPr kumimoji="1" lang="en-US" altLang="ja-JP" dirty="0"/>
              <a:t>© SIGMAXYZ 2009.06.16</a:t>
            </a:r>
            <a:r>
              <a:rPr kumimoji="1" lang="ja-JP" altLang="en-US" dirty="0"/>
              <a:t>パワーポイントパーツ集</a:t>
            </a:r>
          </a:p>
        </p:txBody>
      </p:sp>
      <p:sp>
        <p:nvSpPr>
          <p:cNvPr id="5" name="スライド番号プレースホルダ 4"/>
          <p:cNvSpPr>
            <a:spLocks noGrp="1"/>
          </p:cNvSpPr>
          <p:nvPr>
            <p:ph type="sldNum" sz="quarter" idx="3"/>
          </p:nvPr>
        </p:nvSpPr>
        <p:spPr>
          <a:xfrm>
            <a:off x="3855838" y="9440646"/>
            <a:ext cx="2949787" cy="496967"/>
          </a:xfrm>
          <a:prstGeom prst="rect">
            <a:avLst/>
          </a:prstGeom>
        </p:spPr>
        <p:txBody>
          <a:bodyPr vert="horz" lIns="91440" tIns="45720" rIns="91440" bIns="45720" rtlCol="0" anchor="b"/>
          <a:lstStyle>
            <a:lvl1pPr algn="r">
              <a:defRPr sz="1200"/>
            </a:lvl1pPr>
          </a:lstStyle>
          <a:p>
            <a:fld id="{63370FCD-28E0-4969-A121-AC709167E47F}" type="slidenum">
              <a:rPr kumimoji="1" lang="ja-JP" altLang="en-US" smtClean="0"/>
              <a:pPr/>
              <a:t>‹#›</a:t>
            </a:fld>
            <a:endParaRPr kumimoji="1" lang="ja-JP" altLang="en-US" dirty="0"/>
          </a:p>
        </p:txBody>
      </p:sp>
    </p:spTree>
    <p:extLst>
      <p:ext uri="{BB962C8B-B14F-4D97-AF65-F5344CB8AC3E}">
        <p14:creationId xmlns:p14="http://schemas.microsoft.com/office/powerpoint/2010/main" val="859697843"/>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49787" cy="496967"/>
          </a:xfrm>
          <a:prstGeom prst="rect">
            <a:avLst/>
          </a:prstGeom>
        </p:spPr>
        <p:txBody>
          <a:bodyPr vert="horz" lIns="91440" tIns="45720" rIns="91440" bIns="45720" rtlCol="0"/>
          <a:lstStyle>
            <a:lvl1pPr algn="l">
              <a:defRPr sz="1200"/>
            </a:lvl1pPr>
          </a:lstStyle>
          <a:p>
            <a:endParaRPr kumimoji="1" lang="ja-JP" altLang="en-US" dirty="0"/>
          </a:p>
        </p:txBody>
      </p:sp>
      <p:sp>
        <p:nvSpPr>
          <p:cNvPr id="3" name="日付プレースホルダ 2"/>
          <p:cNvSpPr>
            <a:spLocks noGrp="1"/>
          </p:cNvSpPr>
          <p:nvPr>
            <p:ph type="dt" idx="1"/>
          </p:nvPr>
        </p:nvSpPr>
        <p:spPr>
          <a:xfrm>
            <a:off x="3855838" y="0"/>
            <a:ext cx="2949787" cy="496967"/>
          </a:xfrm>
          <a:prstGeom prst="rect">
            <a:avLst/>
          </a:prstGeom>
        </p:spPr>
        <p:txBody>
          <a:bodyPr vert="horz" lIns="91440" tIns="45720" rIns="91440" bIns="45720" rtlCol="0"/>
          <a:lstStyle>
            <a:lvl1pPr algn="r">
              <a:defRPr sz="1200"/>
            </a:lvl1pPr>
          </a:lstStyle>
          <a:p>
            <a:fld id="{92225483-6E6E-42C5-BF11-7E02F1B93D8D}" type="datetimeFigureOut">
              <a:rPr kumimoji="1" lang="ja-JP" altLang="en-US" smtClean="0"/>
              <a:pPr/>
              <a:t>2024/7/22</a:t>
            </a:fld>
            <a:endParaRPr kumimoji="1" lang="ja-JP" altLang="en-US" dirty="0"/>
          </a:p>
        </p:txBody>
      </p:sp>
      <p:sp>
        <p:nvSpPr>
          <p:cNvPr id="4" name="スライド イメージ プレースホルダ 3"/>
          <p:cNvSpPr>
            <a:spLocks noGrp="1" noRot="1" noChangeAspect="1"/>
          </p:cNvSpPr>
          <p:nvPr>
            <p:ph type="sldImg" idx="2"/>
          </p:nvPr>
        </p:nvSpPr>
        <p:spPr>
          <a:xfrm>
            <a:off x="92075" y="746125"/>
            <a:ext cx="6623050" cy="3725863"/>
          </a:xfrm>
          <a:prstGeom prst="rect">
            <a:avLst/>
          </a:prstGeom>
          <a:noFill/>
          <a:ln w="12700">
            <a:solidFill>
              <a:prstClr val="black"/>
            </a:solidFill>
          </a:ln>
        </p:spPr>
        <p:txBody>
          <a:bodyPr vert="horz" lIns="91440" tIns="45720" rIns="91440" bIns="45720" rtlCol="0" anchor="ctr"/>
          <a:lstStyle/>
          <a:p>
            <a:endParaRPr lang="ja-JP" altLang="en-US" dirty="0"/>
          </a:p>
        </p:txBody>
      </p:sp>
      <p:sp>
        <p:nvSpPr>
          <p:cNvPr id="5" name="ノート プレースホルダ 4"/>
          <p:cNvSpPr>
            <a:spLocks noGrp="1"/>
          </p:cNvSpPr>
          <p:nvPr>
            <p:ph type="body" sz="quarter" idx="3"/>
          </p:nvPr>
        </p:nvSpPr>
        <p:spPr>
          <a:xfrm>
            <a:off x="680720" y="4721186"/>
            <a:ext cx="5445760" cy="4472702"/>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5"/>
          <p:cNvSpPr>
            <a:spLocks noGrp="1"/>
          </p:cNvSpPr>
          <p:nvPr>
            <p:ph type="ftr" sz="quarter" idx="4"/>
          </p:nvPr>
        </p:nvSpPr>
        <p:spPr>
          <a:xfrm>
            <a:off x="0" y="9440646"/>
            <a:ext cx="2949787" cy="496967"/>
          </a:xfrm>
          <a:prstGeom prst="rect">
            <a:avLst/>
          </a:prstGeom>
        </p:spPr>
        <p:txBody>
          <a:bodyPr vert="horz" lIns="91440" tIns="45720" rIns="91440" bIns="45720" rtlCol="0" anchor="b"/>
          <a:lstStyle>
            <a:lvl1pPr algn="l">
              <a:defRPr sz="1200"/>
            </a:lvl1pPr>
          </a:lstStyle>
          <a:p>
            <a:r>
              <a:rPr kumimoji="1" lang="en-US" altLang="ja-JP" dirty="0"/>
              <a:t>© SIGMAXYZ 2009.06.16</a:t>
            </a:r>
            <a:r>
              <a:rPr kumimoji="1" lang="ja-JP" altLang="en-US" dirty="0"/>
              <a:t>パワーポイントパーツ集</a:t>
            </a:r>
          </a:p>
        </p:txBody>
      </p:sp>
      <p:sp>
        <p:nvSpPr>
          <p:cNvPr id="7" name="スライド番号プレースホルダ 6"/>
          <p:cNvSpPr>
            <a:spLocks noGrp="1"/>
          </p:cNvSpPr>
          <p:nvPr>
            <p:ph type="sldNum" sz="quarter" idx="5"/>
          </p:nvPr>
        </p:nvSpPr>
        <p:spPr>
          <a:xfrm>
            <a:off x="3855838" y="9440646"/>
            <a:ext cx="2949787" cy="496967"/>
          </a:xfrm>
          <a:prstGeom prst="rect">
            <a:avLst/>
          </a:prstGeom>
        </p:spPr>
        <p:txBody>
          <a:bodyPr vert="horz" lIns="91440" tIns="45720" rIns="91440" bIns="45720" rtlCol="0" anchor="b"/>
          <a:lstStyle>
            <a:lvl1pPr algn="r">
              <a:defRPr sz="1200"/>
            </a:lvl1pPr>
          </a:lstStyle>
          <a:p>
            <a:fld id="{E3FC54D4-3460-457E-B9D7-117BAF18C078}" type="slidenum">
              <a:rPr kumimoji="1" lang="ja-JP" altLang="en-US" smtClean="0"/>
              <a:pPr/>
              <a:t>‹#›</a:t>
            </a:fld>
            <a:endParaRPr kumimoji="1" lang="ja-JP" altLang="en-US" dirty="0"/>
          </a:p>
        </p:txBody>
      </p:sp>
    </p:spTree>
    <p:extLst>
      <p:ext uri="{BB962C8B-B14F-4D97-AF65-F5344CB8AC3E}">
        <p14:creationId xmlns:p14="http://schemas.microsoft.com/office/powerpoint/2010/main" val="1353994205"/>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gif"/><Relationship Id="rId3" Type="http://schemas.openxmlformats.org/officeDocument/2006/relationships/image" Target="../media/image3.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gif"/><Relationship Id="rId3" Type="http://schemas.openxmlformats.org/officeDocument/2006/relationships/image" Target="../media/image3.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ドキュメンテーションタイトルあり（写真あり）">
    <p:spTree>
      <p:nvGrpSpPr>
        <p:cNvPr id="1" name=""/>
        <p:cNvGrpSpPr/>
        <p:nvPr/>
      </p:nvGrpSpPr>
      <p:grpSpPr>
        <a:xfrm>
          <a:off x="0" y="0"/>
          <a:ext cx="0" cy="0"/>
          <a:chOff x="0" y="0"/>
          <a:chExt cx="0" cy="0"/>
        </a:xfrm>
      </p:grpSpPr>
      <p:sp>
        <p:nvSpPr>
          <p:cNvPr id="17" name="サブタイトル 2">
            <a:extLst>
              <a:ext uri="{FF2B5EF4-FFF2-40B4-BE49-F238E27FC236}">
                <a16:creationId xmlns:a16="http://schemas.microsoft.com/office/drawing/2014/main" id="{7ECF76FC-8D57-41CC-93B4-35BB45821621}"/>
              </a:ext>
            </a:extLst>
          </p:cNvPr>
          <p:cNvSpPr>
            <a:spLocks noGrp="1"/>
          </p:cNvSpPr>
          <p:nvPr>
            <p:ph type="subTitle" idx="1" hasCustomPrompt="1"/>
          </p:nvPr>
        </p:nvSpPr>
        <p:spPr>
          <a:xfrm>
            <a:off x="911225" y="1432449"/>
            <a:ext cx="10369550" cy="503237"/>
          </a:xfrm>
        </p:spPr>
        <p:txBody>
          <a:bodyPr>
            <a:noAutofit/>
          </a:bodyPr>
          <a:lstStyle>
            <a:lvl1pPr marL="0" marR="0" indent="0" algn="l" defTabSz="685800" rtl="0" eaLnBrk="1" fontAlgn="auto" latinLnBrk="0" hangingPunct="1">
              <a:lnSpc>
                <a:spcPct val="100000"/>
              </a:lnSpc>
              <a:spcBef>
                <a:spcPts val="0"/>
              </a:spcBef>
              <a:spcAft>
                <a:spcPts val="0"/>
              </a:spcAft>
              <a:buClrTx/>
              <a:buSzTx/>
              <a:buFontTx/>
              <a:buNone/>
              <a:tabLst/>
              <a:defRPr sz="12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マスタ サブタイトルの書式設定</a:t>
            </a:r>
            <a:endParaRPr kumimoji="1" lang="en-US" altLang="ja-JP" dirty="0"/>
          </a:p>
          <a:p>
            <a:endParaRPr kumimoji="1" lang="ja-JP" altLang="en-US" dirty="0"/>
          </a:p>
        </p:txBody>
      </p:sp>
      <p:sp>
        <p:nvSpPr>
          <p:cNvPr id="3" name="タイトル 2">
            <a:extLst>
              <a:ext uri="{FF2B5EF4-FFF2-40B4-BE49-F238E27FC236}">
                <a16:creationId xmlns:a16="http://schemas.microsoft.com/office/drawing/2014/main" id="{0E433F14-110A-46CE-AADB-74F6A8CCD37A}"/>
              </a:ext>
            </a:extLst>
          </p:cNvPr>
          <p:cNvSpPr>
            <a:spLocks noGrp="1"/>
          </p:cNvSpPr>
          <p:nvPr>
            <p:ph type="title" hasCustomPrompt="1"/>
          </p:nvPr>
        </p:nvSpPr>
        <p:spPr>
          <a:xfrm>
            <a:off x="911225" y="408478"/>
            <a:ext cx="10369550" cy="788497"/>
          </a:xfrm>
        </p:spPr>
        <p:txBody>
          <a:bodyPr/>
          <a:lstStyle/>
          <a:p>
            <a:r>
              <a:rPr kumimoji="1" lang="ja-JP" altLang="en-US" dirty="0"/>
              <a:t>ドキュメンテーションタイトル（写真あり）</a:t>
            </a:r>
          </a:p>
        </p:txBody>
      </p:sp>
      <p:pic>
        <p:nvPicPr>
          <p:cNvPr id="6" name="図 5">
            <a:extLst>
              <a:ext uri="{FF2B5EF4-FFF2-40B4-BE49-F238E27FC236}">
                <a16:creationId xmlns:a16="http://schemas.microsoft.com/office/drawing/2014/main" id="{E72AEA40-9A1C-DA43-9FFB-05730EBF990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
        <p:nvSpPr>
          <p:cNvPr id="8" name="正方形/長方形 7">
            <a:extLst>
              <a:ext uri="{FF2B5EF4-FFF2-40B4-BE49-F238E27FC236}">
                <a16:creationId xmlns:a16="http://schemas.microsoft.com/office/drawing/2014/main" id="{EAC767EF-948A-AE4C-B1C7-AD19CA98E272}"/>
              </a:ext>
            </a:extLst>
          </p:cNvPr>
          <p:cNvSpPr/>
          <p:nvPr userDrawn="1"/>
        </p:nvSpPr>
        <p:spPr>
          <a:xfrm>
            <a:off x="925830" y="2060575"/>
            <a:ext cx="10376794" cy="4248149"/>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dirty="0">
                <a:solidFill>
                  <a:schemeClr val="tx1"/>
                </a:solidFill>
              </a:rPr>
              <a:t>画像挿入位置</a:t>
            </a:r>
          </a:p>
        </p:txBody>
      </p:sp>
    </p:spTree>
  </p:cSld>
  <p:clrMapOvr>
    <a:masterClrMapping/>
  </p:clrMapOvr>
  <p:extLst>
    <p:ext uri="{DCECCB84-F9BA-43D5-87BE-67443E8EF086}">
      <p15:sldGuideLst xmlns:p15="http://schemas.microsoft.com/office/powerpoint/2012/main">
        <p15:guide id="1" pos="3659" userDrawn="1">
          <p15:clr>
            <a:srgbClr val="FBAE40"/>
          </p15:clr>
        </p15:guide>
        <p15:guide id="2" pos="4021" userDrawn="1">
          <p15:clr>
            <a:srgbClr val="FBAE40"/>
          </p15:clr>
        </p15:guide>
        <p15:guide id="3" orient="horz" pos="890" userDrawn="1">
          <p15:clr>
            <a:srgbClr val="FBAE40"/>
          </p15:clr>
        </p15:guide>
        <p15:guide id="4" orient="horz" pos="1298" userDrawn="1">
          <p15:clr>
            <a:srgbClr val="FBAE40"/>
          </p15:clr>
        </p15:guide>
        <p15:guide id="5" orient="horz" pos="397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ドキュメンテーションタイトルあり（写真なし）">
    <p:spTree>
      <p:nvGrpSpPr>
        <p:cNvPr id="1" name=""/>
        <p:cNvGrpSpPr/>
        <p:nvPr/>
      </p:nvGrpSpPr>
      <p:grpSpPr>
        <a:xfrm>
          <a:off x="0" y="0"/>
          <a:ext cx="0" cy="0"/>
          <a:chOff x="0" y="0"/>
          <a:chExt cx="0" cy="0"/>
        </a:xfrm>
      </p:grpSpPr>
      <p:sp>
        <p:nvSpPr>
          <p:cNvPr id="17" name="サブタイトル 2">
            <a:extLst>
              <a:ext uri="{FF2B5EF4-FFF2-40B4-BE49-F238E27FC236}">
                <a16:creationId xmlns:a16="http://schemas.microsoft.com/office/drawing/2014/main" id="{7ECF76FC-8D57-41CC-93B4-35BB45821621}"/>
              </a:ext>
            </a:extLst>
          </p:cNvPr>
          <p:cNvSpPr>
            <a:spLocks noGrp="1"/>
          </p:cNvSpPr>
          <p:nvPr>
            <p:ph type="subTitle" idx="1" hasCustomPrompt="1"/>
          </p:nvPr>
        </p:nvSpPr>
        <p:spPr>
          <a:xfrm>
            <a:off x="932561" y="3140960"/>
            <a:ext cx="10348214" cy="288040"/>
          </a:xfrm>
        </p:spPr>
        <p:txBody>
          <a:bodyPr>
            <a:noAutofit/>
          </a:bodyPr>
          <a:lstStyle>
            <a:lvl1pPr marL="0" marR="0" indent="0" algn="l" defTabSz="685800" rtl="0" eaLnBrk="1" fontAlgn="auto" latinLnBrk="0" hangingPunct="1">
              <a:lnSpc>
                <a:spcPct val="100000"/>
              </a:lnSpc>
              <a:spcBef>
                <a:spcPts val="0"/>
              </a:spcBef>
              <a:spcAft>
                <a:spcPts val="0"/>
              </a:spcAft>
              <a:buClrTx/>
              <a:buSzTx/>
              <a:buFontTx/>
              <a:buNone/>
              <a:tabLst/>
              <a:defRPr sz="12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マスタ サブタイトルの書式設定</a:t>
            </a:r>
            <a:endParaRPr kumimoji="1" lang="en-US" altLang="ja-JP" dirty="0"/>
          </a:p>
          <a:p>
            <a:endParaRPr kumimoji="1" lang="ja-JP" altLang="en-US" dirty="0"/>
          </a:p>
        </p:txBody>
      </p:sp>
      <p:sp>
        <p:nvSpPr>
          <p:cNvPr id="3" name="タイトル 2">
            <a:extLst>
              <a:ext uri="{FF2B5EF4-FFF2-40B4-BE49-F238E27FC236}">
                <a16:creationId xmlns:a16="http://schemas.microsoft.com/office/drawing/2014/main" id="{0E433F14-110A-46CE-AADB-74F6A8CCD37A}"/>
              </a:ext>
            </a:extLst>
          </p:cNvPr>
          <p:cNvSpPr>
            <a:spLocks noGrp="1"/>
          </p:cNvSpPr>
          <p:nvPr>
            <p:ph type="title" hasCustomPrompt="1"/>
          </p:nvPr>
        </p:nvSpPr>
        <p:spPr>
          <a:xfrm>
            <a:off x="911245" y="2060575"/>
            <a:ext cx="10369530" cy="647700"/>
          </a:xfrm>
        </p:spPr>
        <p:txBody>
          <a:bodyPr/>
          <a:lstStyle/>
          <a:p>
            <a:r>
              <a:rPr kumimoji="1" lang="ja-JP" altLang="en-US" dirty="0"/>
              <a:t>ドキュメンテーションタイトル（写真なし）</a:t>
            </a:r>
          </a:p>
        </p:txBody>
      </p:sp>
      <p:sp>
        <p:nvSpPr>
          <p:cNvPr id="6" name="正方形/長方形 5">
            <a:extLst>
              <a:ext uri="{FF2B5EF4-FFF2-40B4-BE49-F238E27FC236}">
                <a16:creationId xmlns:a16="http://schemas.microsoft.com/office/drawing/2014/main" id="{DBB30CF7-F45F-4ADC-86D3-29B44DB96A57}"/>
              </a:ext>
            </a:extLst>
          </p:cNvPr>
          <p:cNvSpPr/>
          <p:nvPr userDrawn="1"/>
        </p:nvSpPr>
        <p:spPr>
          <a:xfrm>
            <a:off x="8784167" y="0"/>
            <a:ext cx="3264660" cy="1124680"/>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sz="1800" dirty="0">
              <a:solidFill>
                <a:schemeClr val="tx1"/>
              </a:solidFill>
            </a:endParaRPr>
          </a:p>
        </p:txBody>
      </p:sp>
      <p:pic>
        <p:nvPicPr>
          <p:cNvPr id="8" name="図 7">
            <a:extLst>
              <a:ext uri="{FF2B5EF4-FFF2-40B4-BE49-F238E27FC236}">
                <a16:creationId xmlns:a16="http://schemas.microsoft.com/office/drawing/2014/main" id="{3AA4975F-0334-5F46-9B38-4B0C12DEE86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Tree>
  </p:cSld>
  <p:clrMapOvr>
    <a:masterClrMapping/>
  </p:clrMapOvr>
  <p:extLst>
    <p:ext uri="{DCECCB84-F9BA-43D5-87BE-67443E8EF086}">
      <p15:sldGuideLst xmlns:p15="http://schemas.microsoft.com/office/powerpoint/2012/main">
        <p15:guide id="1" pos="3659" userDrawn="1">
          <p15:clr>
            <a:srgbClr val="FBAE40"/>
          </p15:clr>
        </p15:guide>
        <p15:guide id="2" pos="4021" userDrawn="1">
          <p15:clr>
            <a:srgbClr val="FBAE40"/>
          </p15:clr>
        </p15:guide>
        <p15:guide id="3" orient="horz" pos="981" userDrawn="1">
          <p15:clr>
            <a:srgbClr val="FBAE40"/>
          </p15:clr>
        </p15:guide>
        <p15:guide id="4" orient="horz" pos="129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アジェンダページ（写真あり）">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911226" y="404813"/>
            <a:ext cx="4897438" cy="792163"/>
          </a:xfrm>
        </p:spPr>
        <p:txBody>
          <a:bodyPr>
            <a:noAutofit/>
          </a:bodyPr>
          <a:lstStyle>
            <a:lvl1pPr>
              <a:defRPr sz="2400"/>
            </a:lvl1pPr>
          </a:lstStyle>
          <a:p>
            <a:r>
              <a:rPr kumimoji="1" lang="ja-JP" altLang="en-US" dirty="0"/>
              <a:t>目次・アジェンダページ（写真あり）</a:t>
            </a:r>
          </a:p>
        </p:txBody>
      </p:sp>
      <p:sp>
        <p:nvSpPr>
          <p:cNvPr id="7" name="正方形/長方形 6"/>
          <p:cNvSpPr/>
          <p:nvPr userDrawn="1"/>
        </p:nvSpPr>
        <p:spPr>
          <a:xfrm>
            <a:off x="6383338" y="404814"/>
            <a:ext cx="4897438" cy="6048374"/>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dirty="0">
                <a:solidFill>
                  <a:schemeClr val="tx1"/>
                </a:solidFill>
              </a:rPr>
              <a:t>画像挿入位置</a:t>
            </a:r>
          </a:p>
        </p:txBody>
      </p:sp>
      <p:sp>
        <p:nvSpPr>
          <p:cNvPr id="8" name="フッター プレースホルダ 4"/>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9" name="テキスト プレースホルダー 3">
            <a:extLst>
              <a:ext uri="{FF2B5EF4-FFF2-40B4-BE49-F238E27FC236}">
                <a16:creationId xmlns:a16="http://schemas.microsoft.com/office/drawing/2014/main" id="{EE14E344-44DC-B548-AE98-2394DEE1D8A8}"/>
              </a:ext>
            </a:extLst>
          </p:cNvPr>
          <p:cNvSpPr>
            <a:spLocks noGrp="1"/>
          </p:cNvSpPr>
          <p:nvPr>
            <p:ph type="body" sz="quarter" idx="10"/>
          </p:nvPr>
        </p:nvSpPr>
        <p:spPr>
          <a:xfrm>
            <a:off x="911225" y="1414442"/>
            <a:ext cx="4897439" cy="5038746"/>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2878682449"/>
      </p:ext>
    </p:extLst>
  </p:cSld>
  <p:clrMapOvr>
    <a:masterClrMapping/>
  </p:clrMapOvr>
  <p:extLst>
    <p:ext uri="{DCECCB84-F9BA-43D5-87BE-67443E8EF086}">
      <p15:sldGuideLst xmlns:p15="http://schemas.microsoft.com/office/powerpoint/2012/main">
        <p15:guide id="1" pos="3659" userDrawn="1">
          <p15:clr>
            <a:srgbClr val="FBAE40"/>
          </p15:clr>
        </p15:guide>
        <p15:guide id="2" pos="4021" userDrawn="1">
          <p15:clr>
            <a:srgbClr val="FBAE40"/>
          </p15:clr>
        </p15:guide>
        <p15:guide id="3" orient="horz" pos="89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次・アジェンダページ（写真なし）">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911226" y="404813"/>
            <a:ext cx="10369550" cy="792162"/>
          </a:xfrm>
        </p:spPr>
        <p:txBody>
          <a:bodyPr>
            <a:noAutofit/>
          </a:bodyPr>
          <a:lstStyle>
            <a:lvl1pPr>
              <a:defRPr sz="2400"/>
            </a:lvl1pPr>
          </a:lstStyle>
          <a:p>
            <a:r>
              <a:rPr kumimoji="1" lang="ja-JP" altLang="en-US" dirty="0"/>
              <a:t>目次・アジェンダページ（写真なし）</a:t>
            </a:r>
          </a:p>
        </p:txBody>
      </p:sp>
      <p:sp>
        <p:nvSpPr>
          <p:cNvPr id="4" name="テキスト プレースホルダー 3"/>
          <p:cNvSpPr>
            <a:spLocks noGrp="1"/>
          </p:cNvSpPr>
          <p:nvPr>
            <p:ph type="body" sz="quarter" idx="10"/>
          </p:nvPr>
        </p:nvSpPr>
        <p:spPr>
          <a:xfrm>
            <a:off x="911225" y="1414442"/>
            <a:ext cx="10354373" cy="5038746"/>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7" name="フッター プレースホルダ 4">
            <a:extLst>
              <a:ext uri="{FF2B5EF4-FFF2-40B4-BE49-F238E27FC236}">
                <a16:creationId xmlns:a16="http://schemas.microsoft.com/office/drawing/2014/main" id="{0C1577CA-9584-6B4B-B240-E6B742AA37AB}"/>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チャプタータイトル（写真あり）">
    <p:spTree>
      <p:nvGrpSpPr>
        <p:cNvPr id="1" name=""/>
        <p:cNvGrpSpPr/>
        <p:nvPr/>
      </p:nvGrpSpPr>
      <p:grpSpPr>
        <a:xfrm>
          <a:off x="0" y="0"/>
          <a:ext cx="0" cy="0"/>
          <a:chOff x="0" y="0"/>
          <a:chExt cx="0" cy="0"/>
        </a:xfrm>
      </p:grpSpPr>
      <p:sp>
        <p:nvSpPr>
          <p:cNvPr id="9" name="タイトル 1"/>
          <p:cNvSpPr>
            <a:spLocks noGrp="1"/>
          </p:cNvSpPr>
          <p:nvPr>
            <p:ph type="ctrTitle" hasCustomPrompt="1"/>
          </p:nvPr>
        </p:nvSpPr>
        <p:spPr>
          <a:xfrm>
            <a:off x="925831" y="417607"/>
            <a:ext cx="10354944" cy="783033"/>
          </a:xfrm>
        </p:spPr>
        <p:txBody>
          <a:bodyPr>
            <a:noAutofit/>
          </a:bodyPr>
          <a:lstStyle>
            <a:lvl1pPr>
              <a:defRPr sz="2400"/>
            </a:lvl1pPr>
          </a:lstStyle>
          <a:p>
            <a:r>
              <a:rPr kumimoji="1" lang="ja-JP" altLang="en-US" dirty="0"/>
              <a:t>チャプタータイトル（写真あり）</a:t>
            </a:r>
          </a:p>
        </p:txBody>
      </p:sp>
      <p:sp>
        <p:nvSpPr>
          <p:cNvPr id="11" name="サブタイトル 2"/>
          <p:cNvSpPr>
            <a:spLocks noGrp="1"/>
          </p:cNvSpPr>
          <p:nvPr>
            <p:ph type="subTitle" idx="1"/>
          </p:nvPr>
        </p:nvSpPr>
        <p:spPr>
          <a:xfrm>
            <a:off x="925830" y="1420464"/>
            <a:ext cx="10369550" cy="286886"/>
          </a:xfrm>
        </p:spPr>
        <p:txBody>
          <a:bodyPr>
            <a:noAutofit/>
          </a:bodyPr>
          <a:lstStyle>
            <a:lvl1pPr marL="0" indent="0" algn="l">
              <a:buNone/>
              <a:defRPr sz="12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マスタ サブタイトルの書式設定</a:t>
            </a:r>
          </a:p>
        </p:txBody>
      </p:sp>
      <p:sp>
        <p:nvSpPr>
          <p:cNvPr id="6" name="フッター プレースホルダ 4">
            <a:extLst>
              <a:ext uri="{FF2B5EF4-FFF2-40B4-BE49-F238E27FC236}">
                <a16:creationId xmlns:a16="http://schemas.microsoft.com/office/drawing/2014/main" id="{E7140C63-4A09-5549-ACFB-B44558443A04}"/>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12" name="正方形/長方形 11">
            <a:extLst>
              <a:ext uri="{FF2B5EF4-FFF2-40B4-BE49-F238E27FC236}">
                <a16:creationId xmlns:a16="http://schemas.microsoft.com/office/drawing/2014/main" id="{FF754EAD-35E1-BD41-873E-365AD440B2D1}"/>
              </a:ext>
            </a:extLst>
          </p:cNvPr>
          <p:cNvSpPr/>
          <p:nvPr userDrawn="1"/>
        </p:nvSpPr>
        <p:spPr>
          <a:xfrm>
            <a:off x="925830" y="2205038"/>
            <a:ext cx="10376794" cy="4248000"/>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dirty="0">
                <a:solidFill>
                  <a:schemeClr val="tx1"/>
                </a:solidFill>
              </a:rPr>
              <a:t>画像挿入位置</a:t>
            </a:r>
          </a:p>
        </p:txBody>
      </p:sp>
    </p:spTree>
  </p:cSld>
  <p:clrMapOvr>
    <a:masterClrMapping/>
  </p:clrMapOvr>
  <p:extLst>
    <p:ext uri="{DCECCB84-F9BA-43D5-87BE-67443E8EF086}">
      <p15:sldGuideLst xmlns:p15="http://schemas.microsoft.com/office/powerpoint/2012/main">
        <p15:guide id="1" pos="3840" userDrawn="1">
          <p15:clr>
            <a:srgbClr val="FBAE40"/>
          </p15:clr>
        </p15:guide>
        <p15:guide id="2" orient="horz" pos="890" userDrawn="1">
          <p15:clr>
            <a:srgbClr val="FBAE40"/>
          </p15:clr>
        </p15:guide>
        <p15:guide id="3" orient="horz" pos="1253"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チャプタータイトル（写真なし）">
    <p:spTree>
      <p:nvGrpSpPr>
        <p:cNvPr id="1" name=""/>
        <p:cNvGrpSpPr/>
        <p:nvPr/>
      </p:nvGrpSpPr>
      <p:grpSpPr>
        <a:xfrm>
          <a:off x="0" y="0"/>
          <a:ext cx="0" cy="0"/>
          <a:chOff x="0" y="0"/>
          <a:chExt cx="0" cy="0"/>
        </a:xfrm>
      </p:grpSpPr>
      <p:sp>
        <p:nvSpPr>
          <p:cNvPr id="8" name="タイトル 1"/>
          <p:cNvSpPr>
            <a:spLocks noGrp="1"/>
          </p:cNvSpPr>
          <p:nvPr>
            <p:ph type="ctrTitle" hasCustomPrompt="1"/>
          </p:nvPr>
        </p:nvSpPr>
        <p:spPr>
          <a:xfrm>
            <a:off x="911225" y="1916114"/>
            <a:ext cx="7872413" cy="720725"/>
          </a:xfrm>
        </p:spPr>
        <p:txBody>
          <a:bodyPr>
            <a:noAutofit/>
          </a:bodyPr>
          <a:lstStyle>
            <a:lvl1pPr>
              <a:defRPr sz="2400"/>
            </a:lvl1pPr>
          </a:lstStyle>
          <a:p>
            <a:r>
              <a:rPr kumimoji="1" lang="ja-JP" altLang="en-US" dirty="0"/>
              <a:t>チャプタータイトル（写真なし）</a:t>
            </a:r>
          </a:p>
        </p:txBody>
      </p:sp>
      <p:sp>
        <p:nvSpPr>
          <p:cNvPr id="9" name="サブタイトル 2"/>
          <p:cNvSpPr>
            <a:spLocks noGrp="1"/>
          </p:cNvSpPr>
          <p:nvPr>
            <p:ph type="subTitle" idx="1"/>
          </p:nvPr>
        </p:nvSpPr>
        <p:spPr>
          <a:xfrm>
            <a:off x="911225" y="2854326"/>
            <a:ext cx="7872413" cy="574675"/>
          </a:xfrm>
        </p:spPr>
        <p:txBody>
          <a:bodyPr>
            <a:noAutofit/>
          </a:bodyPr>
          <a:lstStyle>
            <a:lvl1pPr marL="0" indent="0" algn="l">
              <a:buNone/>
              <a:defRPr sz="12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マスタ サブタイトルの書式設定</a:t>
            </a:r>
          </a:p>
        </p:txBody>
      </p:sp>
      <p:sp>
        <p:nvSpPr>
          <p:cNvPr id="5" name="フッター プレースホルダ 4">
            <a:extLst>
              <a:ext uri="{FF2B5EF4-FFF2-40B4-BE49-F238E27FC236}">
                <a16:creationId xmlns:a16="http://schemas.microsoft.com/office/drawing/2014/main" id="{DF142A43-0471-B247-94DB-812EE97196F3}"/>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Tree>
  </p:cSld>
  <p:clrMapOvr>
    <a:masterClrMapping/>
  </p:clrMapOvr>
  <p:extLst>
    <p:ext uri="{DCECCB84-F9BA-43D5-87BE-67443E8EF086}">
      <p15:sldGuideLst xmlns:p15="http://schemas.microsoft.com/office/powerpoint/2012/main">
        <p15:guide id="1" orient="horz" pos="890" userDrawn="1">
          <p15:clr>
            <a:srgbClr val="FBAE40"/>
          </p15:clr>
        </p15:guide>
        <p15:guide id="2" orient="horz" pos="1797"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あり（コピーライト通常）">
    <p:spTree>
      <p:nvGrpSpPr>
        <p:cNvPr id="1" name=""/>
        <p:cNvGrpSpPr/>
        <p:nvPr/>
      </p:nvGrpSpPr>
      <p:grpSpPr>
        <a:xfrm>
          <a:off x="0" y="0"/>
          <a:ext cx="0" cy="0"/>
          <a:chOff x="0" y="0"/>
          <a:chExt cx="0" cy="0"/>
        </a:xfrm>
      </p:grpSpPr>
      <p:sp>
        <p:nvSpPr>
          <p:cNvPr id="8" name="タイトル 7"/>
          <p:cNvSpPr>
            <a:spLocks noGrp="1"/>
          </p:cNvSpPr>
          <p:nvPr>
            <p:ph type="title" hasCustomPrompt="1"/>
          </p:nvPr>
        </p:nvSpPr>
        <p:spPr>
          <a:xfrm>
            <a:off x="911225" y="419599"/>
            <a:ext cx="10369550" cy="274226"/>
          </a:xfrm>
        </p:spPr>
        <p:txBody>
          <a:bodyPr>
            <a:noAutofit/>
          </a:bodyPr>
          <a:lstStyle>
            <a:lvl1pPr>
              <a:defRPr sz="1200"/>
            </a:lvl1pPr>
          </a:lstStyle>
          <a:p>
            <a:r>
              <a:rPr kumimoji="1" lang="ja-JP" altLang="en-US" dirty="0"/>
              <a:t>ヘッドライン</a:t>
            </a:r>
          </a:p>
        </p:txBody>
      </p:sp>
      <p:sp>
        <p:nvSpPr>
          <p:cNvPr id="3" name="テキスト プレースホルダー 2"/>
          <p:cNvSpPr>
            <a:spLocks noGrp="1"/>
          </p:cNvSpPr>
          <p:nvPr>
            <p:ph type="body" sz="quarter" idx="14"/>
          </p:nvPr>
        </p:nvSpPr>
        <p:spPr>
          <a:xfrm>
            <a:off x="911226" y="1412875"/>
            <a:ext cx="10369550"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4">
            <a:extLst>
              <a:ext uri="{FF2B5EF4-FFF2-40B4-BE49-F238E27FC236}">
                <a16:creationId xmlns:a16="http://schemas.microsoft.com/office/drawing/2014/main" id="{CCBAB27C-441A-ED4E-ACF4-12046EF3111D}"/>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7" name="サブタイトル 2"/>
          <p:cNvSpPr>
            <a:spLocks noGrp="1"/>
          </p:cNvSpPr>
          <p:nvPr>
            <p:ph type="subTitle" idx="13" hasCustomPrompt="1"/>
          </p:nvPr>
        </p:nvSpPr>
        <p:spPr>
          <a:xfrm>
            <a:off x="911280" y="714742"/>
            <a:ext cx="10369186" cy="492353"/>
          </a:xfrm>
        </p:spPr>
        <p:txBody>
          <a:bodyPr>
            <a:noAutofit/>
          </a:bodyPr>
          <a:lstStyle>
            <a:lvl1pPr marL="0" indent="0" algn="l">
              <a:buNone/>
              <a:defRPr sz="16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コンテンツページ（ヘッドラインあり）</a:t>
            </a:r>
            <a:endParaRPr kumimoji="1" lang="en-US" altLang="ja-JP" dirty="0"/>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あり（cofidential）">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CDE4632B-0354-7C40-B64B-284D452FFC1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1"/>
            <a:ext cx="3187148" cy="237600"/>
          </a:xfrm>
          <a:prstGeom prst="rect">
            <a:avLst/>
          </a:prstGeom>
        </p:spPr>
      </p:pic>
      <p:sp>
        <p:nvSpPr>
          <p:cNvPr id="8" name="サブタイトル 2">
            <a:extLst>
              <a:ext uri="{FF2B5EF4-FFF2-40B4-BE49-F238E27FC236}">
                <a16:creationId xmlns:a16="http://schemas.microsoft.com/office/drawing/2014/main" id="{3C1E7AA7-D995-084D-9C49-7FE5AB487F3C}"/>
              </a:ext>
            </a:extLst>
          </p:cNvPr>
          <p:cNvSpPr>
            <a:spLocks noGrp="1"/>
          </p:cNvSpPr>
          <p:nvPr>
            <p:ph type="subTitle" idx="13" hasCustomPrompt="1"/>
          </p:nvPr>
        </p:nvSpPr>
        <p:spPr>
          <a:xfrm>
            <a:off x="911280" y="716684"/>
            <a:ext cx="10356545" cy="492353"/>
          </a:xfrm>
        </p:spPr>
        <p:txBody>
          <a:bodyPr>
            <a:noAutofit/>
          </a:bodyPr>
          <a:lstStyle>
            <a:lvl1pPr marL="0" indent="0" algn="l">
              <a:buNone/>
              <a:defRPr sz="16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コンテンツページ（ヘッドラインあり／</a:t>
            </a:r>
            <a:r>
              <a:rPr kumimoji="1" lang="en-US" altLang="ja-JP" dirty="0"/>
              <a:t>Confidential </a:t>
            </a:r>
            <a:r>
              <a:rPr kumimoji="1" lang="ja-JP" altLang="en-US" dirty="0"/>
              <a:t>）</a:t>
            </a:r>
            <a:endParaRPr kumimoji="1" lang="en-US" altLang="ja-JP" dirty="0"/>
          </a:p>
        </p:txBody>
      </p:sp>
      <p:sp>
        <p:nvSpPr>
          <p:cNvPr id="9" name="タイトル 7">
            <a:extLst>
              <a:ext uri="{FF2B5EF4-FFF2-40B4-BE49-F238E27FC236}">
                <a16:creationId xmlns:a16="http://schemas.microsoft.com/office/drawing/2014/main" id="{6F240FCF-4530-2D40-B45C-241A627F2C9D}"/>
              </a:ext>
            </a:extLst>
          </p:cNvPr>
          <p:cNvSpPr>
            <a:spLocks noGrp="1"/>
          </p:cNvSpPr>
          <p:nvPr>
            <p:ph type="title" hasCustomPrompt="1"/>
          </p:nvPr>
        </p:nvSpPr>
        <p:spPr>
          <a:xfrm>
            <a:off x="911225" y="419599"/>
            <a:ext cx="10369550" cy="274226"/>
          </a:xfrm>
        </p:spPr>
        <p:txBody>
          <a:bodyPr>
            <a:noAutofit/>
          </a:bodyPr>
          <a:lstStyle>
            <a:lvl1pPr>
              <a:defRPr sz="1200"/>
            </a:lvl1pPr>
          </a:lstStyle>
          <a:p>
            <a:r>
              <a:rPr kumimoji="1" lang="ja-JP" altLang="en-US" dirty="0"/>
              <a:t>ヘッドライン</a:t>
            </a:r>
          </a:p>
        </p:txBody>
      </p:sp>
      <p:sp>
        <p:nvSpPr>
          <p:cNvPr id="11" name="テキスト プレースホルダー 2">
            <a:extLst>
              <a:ext uri="{FF2B5EF4-FFF2-40B4-BE49-F238E27FC236}">
                <a16:creationId xmlns:a16="http://schemas.microsoft.com/office/drawing/2014/main" id="{44C6614A-4096-1D44-967A-33AF626900A7}"/>
              </a:ext>
            </a:extLst>
          </p:cNvPr>
          <p:cNvSpPr>
            <a:spLocks noGrp="1"/>
          </p:cNvSpPr>
          <p:nvPr>
            <p:ph type="body" sz="quarter" idx="14"/>
          </p:nvPr>
        </p:nvSpPr>
        <p:spPr>
          <a:xfrm>
            <a:off x="911226" y="1412875"/>
            <a:ext cx="10369550"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2" name="フッター プレースホルダ 4">
            <a:extLst>
              <a:ext uri="{FF2B5EF4-FFF2-40B4-BE49-F238E27FC236}">
                <a16:creationId xmlns:a16="http://schemas.microsoft.com/office/drawing/2014/main" id="{A2837A7C-0036-1944-AC8C-B28EF1A575CE}"/>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あり（internal use only）">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8E6E3876-0A73-0C47-9E1B-F7A02400BC5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1"/>
            <a:ext cx="3187153" cy="237600"/>
          </a:xfrm>
          <a:prstGeom prst="rect">
            <a:avLst/>
          </a:prstGeom>
        </p:spPr>
      </p:pic>
      <p:sp>
        <p:nvSpPr>
          <p:cNvPr id="12" name="サブタイトル 2">
            <a:extLst>
              <a:ext uri="{FF2B5EF4-FFF2-40B4-BE49-F238E27FC236}">
                <a16:creationId xmlns:a16="http://schemas.microsoft.com/office/drawing/2014/main" id="{9C66FA9F-B5FE-FD4B-831B-170FD1792039}"/>
              </a:ext>
            </a:extLst>
          </p:cNvPr>
          <p:cNvSpPr>
            <a:spLocks noGrp="1"/>
          </p:cNvSpPr>
          <p:nvPr>
            <p:ph type="subTitle" idx="13" hasCustomPrompt="1"/>
          </p:nvPr>
        </p:nvSpPr>
        <p:spPr>
          <a:xfrm>
            <a:off x="911280" y="716684"/>
            <a:ext cx="10356545" cy="492353"/>
          </a:xfrm>
        </p:spPr>
        <p:txBody>
          <a:bodyPr>
            <a:noAutofit/>
          </a:bodyPr>
          <a:lstStyle>
            <a:lvl1pPr marL="0" indent="0" algn="l">
              <a:buNone/>
              <a:defRPr sz="16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コンテンツページ（ヘッドラインあり／</a:t>
            </a:r>
            <a:r>
              <a:rPr kumimoji="1" lang="en-US" altLang="ja-JP" dirty="0"/>
              <a:t>Internal Use Only </a:t>
            </a:r>
            <a:r>
              <a:rPr kumimoji="1" lang="ja-JP" altLang="en-US" dirty="0"/>
              <a:t>）</a:t>
            </a:r>
            <a:endParaRPr kumimoji="1" lang="en-US" altLang="ja-JP" dirty="0"/>
          </a:p>
        </p:txBody>
      </p:sp>
      <p:sp>
        <p:nvSpPr>
          <p:cNvPr id="13" name="タイトル 7">
            <a:extLst>
              <a:ext uri="{FF2B5EF4-FFF2-40B4-BE49-F238E27FC236}">
                <a16:creationId xmlns:a16="http://schemas.microsoft.com/office/drawing/2014/main" id="{FFEAE58A-38FE-A243-8027-4212FEE5F93E}"/>
              </a:ext>
            </a:extLst>
          </p:cNvPr>
          <p:cNvSpPr>
            <a:spLocks noGrp="1"/>
          </p:cNvSpPr>
          <p:nvPr>
            <p:ph type="title" hasCustomPrompt="1"/>
          </p:nvPr>
        </p:nvSpPr>
        <p:spPr>
          <a:xfrm>
            <a:off x="911225" y="419599"/>
            <a:ext cx="10369550" cy="274226"/>
          </a:xfrm>
        </p:spPr>
        <p:txBody>
          <a:bodyPr>
            <a:noAutofit/>
          </a:bodyPr>
          <a:lstStyle>
            <a:lvl1pPr>
              <a:defRPr sz="1200"/>
            </a:lvl1pPr>
          </a:lstStyle>
          <a:p>
            <a:r>
              <a:rPr kumimoji="1" lang="ja-JP" altLang="en-US" dirty="0"/>
              <a:t>ヘッドライン</a:t>
            </a:r>
          </a:p>
        </p:txBody>
      </p:sp>
      <p:sp>
        <p:nvSpPr>
          <p:cNvPr id="14" name="テキスト プレースホルダー 2">
            <a:extLst>
              <a:ext uri="{FF2B5EF4-FFF2-40B4-BE49-F238E27FC236}">
                <a16:creationId xmlns:a16="http://schemas.microsoft.com/office/drawing/2014/main" id="{987C7BEB-FFCC-4E44-84FC-51CA7D028B66}"/>
              </a:ext>
            </a:extLst>
          </p:cNvPr>
          <p:cNvSpPr>
            <a:spLocks noGrp="1"/>
          </p:cNvSpPr>
          <p:nvPr>
            <p:ph type="body" sz="quarter" idx="14"/>
          </p:nvPr>
        </p:nvSpPr>
        <p:spPr>
          <a:xfrm>
            <a:off x="911225" y="1412875"/>
            <a:ext cx="10369550"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15" name="フッター プレースホルダ 4">
            <a:extLst>
              <a:ext uri="{FF2B5EF4-FFF2-40B4-BE49-F238E27FC236}">
                <a16:creationId xmlns:a16="http://schemas.microsoft.com/office/drawing/2014/main" id="{746034EA-6B41-9345-8733-CB283619D705}"/>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あり（strictly confidential）">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47F0CFFE-1854-AF4B-86B6-7DBD937EECB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0"/>
            <a:ext cx="3187147" cy="237600"/>
          </a:xfrm>
          <a:prstGeom prst="rect">
            <a:avLst/>
          </a:prstGeom>
        </p:spPr>
      </p:pic>
      <p:sp>
        <p:nvSpPr>
          <p:cNvPr id="12" name="サブタイトル 2">
            <a:extLst>
              <a:ext uri="{FF2B5EF4-FFF2-40B4-BE49-F238E27FC236}">
                <a16:creationId xmlns:a16="http://schemas.microsoft.com/office/drawing/2014/main" id="{C184A073-8182-A948-92F1-F788846A8CA4}"/>
              </a:ext>
            </a:extLst>
          </p:cNvPr>
          <p:cNvSpPr>
            <a:spLocks noGrp="1"/>
          </p:cNvSpPr>
          <p:nvPr>
            <p:ph type="subTitle" idx="13" hasCustomPrompt="1"/>
          </p:nvPr>
        </p:nvSpPr>
        <p:spPr>
          <a:xfrm>
            <a:off x="911280" y="716684"/>
            <a:ext cx="10356545" cy="492353"/>
          </a:xfrm>
        </p:spPr>
        <p:txBody>
          <a:bodyPr>
            <a:noAutofit/>
          </a:bodyPr>
          <a:lstStyle>
            <a:lvl1pPr marL="0" indent="0" algn="l">
              <a:buNone/>
              <a:defRPr sz="16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コンテンツページ（</a:t>
            </a:r>
            <a:r>
              <a:rPr kumimoji="1" lang="ja-JP" altLang="en-US"/>
              <a:t>ヘッドラインあり／</a:t>
            </a:r>
            <a:r>
              <a:rPr kumimoji="1" lang="en-US" altLang="ja-JP" dirty="0"/>
              <a:t>Strictly Confidential </a:t>
            </a:r>
            <a:r>
              <a:rPr kumimoji="1" lang="ja-JP" altLang="en-US"/>
              <a:t>）</a:t>
            </a:r>
            <a:endParaRPr kumimoji="1" lang="en-US" altLang="ja-JP" dirty="0"/>
          </a:p>
        </p:txBody>
      </p:sp>
      <p:sp>
        <p:nvSpPr>
          <p:cNvPr id="13" name="タイトル 7">
            <a:extLst>
              <a:ext uri="{FF2B5EF4-FFF2-40B4-BE49-F238E27FC236}">
                <a16:creationId xmlns:a16="http://schemas.microsoft.com/office/drawing/2014/main" id="{9E8508C7-0D0D-F644-AF8C-A0CAFBCE73A9}"/>
              </a:ext>
            </a:extLst>
          </p:cNvPr>
          <p:cNvSpPr>
            <a:spLocks noGrp="1"/>
          </p:cNvSpPr>
          <p:nvPr>
            <p:ph type="title" hasCustomPrompt="1"/>
          </p:nvPr>
        </p:nvSpPr>
        <p:spPr>
          <a:xfrm>
            <a:off x="911225" y="419599"/>
            <a:ext cx="10369550" cy="274226"/>
          </a:xfrm>
        </p:spPr>
        <p:txBody>
          <a:bodyPr>
            <a:noAutofit/>
          </a:bodyPr>
          <a:lstStyle>
            <a:lvl1pPr>
              <a:defRPr sz="1200"/>
            </a:lvl1pPr>
          </a:lstStyle>
          <a:p>
            <a:r>
              <a:rPr kumimoji="1" lang="ja-JP" altLang="en-US" dirty="0"/>
              <a:t>ヘッドライン</a:t>
            </a:r>
          </a:p>
        </p:txBody>
      </p:sp>
      <p:sp>
        <p:nvSpPr>
          <p:cNvPr id="14" name="テキスト プレースホルダー 2">
            <a:extLst>
              <a:ext uri="{FF2B5EF4-FFF2-40B4-BE49-F238E27FC236}">
                <a16:creationId xmlns:a16="http://schemas.microsoft.com/office/drawing/2014/main" id="{C6EF332D-D594-5B42-ACF6-5645449247E0}"/>
              </a:ext>
            </a:extLst>
          </p:cNvPr>
          <p:cNvSpPr>
            <a:spLocks noGrp="1"/>
          </p:cNvSpPr>
          <p:nvPr>
            <p:ph type="body" sz="quarter" idx="14"/>
          </p:nvPr>
        </p:nvSpPr>
        <p:spPr>
          <a:xfrm>
            <a:off x="911226" y="1412875"/>
            <a:ext cx="10369550"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5" name="フッター プレースホルダ 4">
            <a:extLst>
              <a:ext uri="{FF2B5EF4-FFF2-40B4-BE49-F238E27FC236}">
                <a16:creationId xmlns:a16="http://schemas.microsoft.com/office/drawing/2014/main" id="{594245E4-BAAF-CE49-AB77-66ADFBCF1C77}"/>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なし（コピーライト通常）">
    <p:spTree>
      <p:nvGrpSpPr>
        <p:cNvPr id="1" name=""/>
        <p:cNvGrpSpPr/>
        <p:nvPr/>
      </p:nvGrpSpPr>
      <p:grpSpPr>
        <a:xfrm>
          <a:off x="0" y="0"/>
          <a:ext cx="0" cy="0"/>
          <a:chOff x="0" y="0"/>
          <a:chExt cx="0" cy="0"/>
        </a:xfrm>
      </p:grpSpPr>
      <p:sp>
        <p:nvSpPr>
          <p:cNvPr id="3" name="テキスト プレースホルダー 2"/>
          <p:cNvSpPr>
            <a:spLocks noGrp="1"/>
          </p:cNvSpPr>
          <p:nvPr>
            <p:ph type="body" sz="quarter" idx="10"/>
          </p:nvPr>
        </p:nvSpPr>
        <p:spPr>
          <a:xfrm>
            <a:off x="924646" y="1412875"/>
            <a:ext cx="10361348"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5" name="フッター プレースホルダ 4">
            <a:extLst>
              <a:ext uri="{FF2B5EF4-FFF2-40B4-BE49-F238E27FC236}">
                <a16:creationId xmlns:a16="http://schemas.microsoft.com/office/drawing/2014/main" id="{FC909D65-65E6-9E42-A580-2DB4B53841E3}"/>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2" name="タイトル 1">
            <a:extLst>
              <a:ext uri="{FF2B5EF4-FFF2-40B4-BE49-F238E27FC236}">
                <a16:creationId xmlns:a16="http://schemas.microsoft.com/office/drawing/2014/main" id="{D7447D00-890F-6C4D-88EB-B3312DF25404}"/>
              </a:ext>
            </a:extLst>
          </p:cNvPr>
          <p:cNvSpPr>
            <a:spLocks noGrp="1"/>
          </p:cNvSpPr>
          <p:nvPr>
            <p:ph type="title" hasCustomPrompt="1"/>
          </p:nvPr>
        </p:nvSpPr>
        <p:spPr>
          <a:xfrm>
            <a:off x="911225" y="404813"/>
            <a:ext cx="10369550" cy="792163"/>
          </a:xfrm>
        </p:spPr>
        <p:txBody>
          <a:bodyPr>
            <a:normAutofit/>
          </a:bodyPr>
          <a:lstStyle>
            <a:lvl1pPr>
              <a:defRPr sz="2400"/>
            </a:lvl1pPr>
          </a:lstStyle>
          <a:p>
            <a:r>
              <a:rPr lang="ja-JP" altLang="en-US" dirty="0"/>
              <a:t>コンテンツページ（ヘッドラインなし）</a:t>
            </a:r>
            <a:endParaRPr kumimoji="1" lang="ja-JP" altLang="en-US" dirty="0"/>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なし（cofidential）">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67431B9-5695-704A-9E52-979E6924EE7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1"/>
            <a:ext cx="3187148" cy="237600"/>
          </a:xfrm>
          <a:prstGeom prst="rect">
            <a:avLst/>
          </a:prstGeom>
        </p:spPr>
      </p:pic>
      <p:sp>
        <p:nvSpPr>
          <p:cNvPr id="8" name="フッター プレースホルダ 4">
            <a:extLst>
              <a:ext uri="{FF2B5EF4-FFF2-40B4-BE49-F238E27FC236}">
                <a16:creationId xmlns:a16="http://schemas.microsoft.com/office/drawing/2014/main" id="{67B71327-E628-A84B-A5CB-D5E81F7AB913}"/>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2" name="タイトル 1">
            <a:extLst>
              <a:ext uri="{FF2B5EF4-FFF2-40B4-BE49-F238E27FC236}">
                <a16:creationId xmlns:a16="http://schemas.microsoft.com/office/drawing/2014/main" id="{ABE65F76-0B32-C047-9F9E-249B8C1180C7}"/>
              </a:ext>
            </a:extLst>
          </p:cNvPr>
          <p:cNvSpPr>
            <a:spLocks noGrp="1"/>
          </p:cNvSpPr>
          <p:nvPr>
            <p:ph type="title" hasCustomPrompt="1"/>
          </p:nvPr>
        </p:nvSpPr>
        <p:spPr>
          <a:xfrm>
            <a:off x="911225" y="404814"/>
            <a:ext cx="10369550" cy="792161"/>
          </a:xfrm>
        </p:spPr>
        <p:txBody>
          <a:bodyPr>
            <a:normAutofit/>
          </a:bodyPr>
          <a:lstStyle>
            <a:lvl1pPr>
              <a:defRPr sz="2400"/>
            </a:lvl1pPr>
          </a:lstStyle>
          <a:p>
            <a:r>
              <a:rPr lang="ja-JP" altLang="en-US" dirty="0"/>
              <a:t>コンテンツページ（ヘッドラインなし</a:t>
            </a:r>
            <a:r>
              <a:rPr kumimoji="1" lang="ja-JP" altLang="en-US" dirty="0"/>
              <a:t>／</a:t>
            </a:r>
            <a:r>
              <a:rPr kumimoji="1" lang="en-US" altLang="ja-JP" dirty="0"/>
              <a:t>Confidential </a:t>
            </a:r>
            <a:r>
              <a:rPr lang="ja-JP" altLang="en-US" dirty="0"/>
              <a:t>）</a:t>
            </a:r>
          </a:p>
        </p:txBody>
      </p:sp>
      <p:sp>
        <p:nvSpPr>
          <p:cNvPr id="13" name="テキスト プレースホルダー 2">
            <a:extLst>
              <a:ext uri="{FF2B5EF4-FFF2-40B4-BE49-F238E27FC236}">
                <a16:creationId xmlns:a16="http://schemas.microsoft.com/office/drawing/2014/main" id="{81F82D70-0499-4349-B363-021DF2923387}"/>
              </a:ext>
            </a:extLst>
          </p:cNvPr>
          <p:cNvSpPr>
            <a:spLocks noGrp="1"/>
          </p:cNvSpPr>
          <p:nvPr>
            <p:ph type="body" sz="quarter" idx="10"/>
          </p:nvPr>
        </p:nvSpPr>
        <p:spPr>
          <a:xfrm>
            <a:off x="924646" y="1412875"/>
            <a:ext cx="10361348"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なし（internal use only）">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216C937F-81D7-734D-BDD6-53D9664F6D7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1"/>
            <a:ext cx="3187153" cy="237600"/>
          </a:xfrm>
          <a:prstGeom prst="rect">
            <a:avLst/>
          </a:prstGeom>
        </p:spPr>
      </p:pic>
      <p:sp>
        <p:nvSpPr>
          <p:cNvPr id="10" name="フッター プレースホルダ 4">
            <a:extLst>
              <a:ext uri="{FF2B5EF4-FFF2-40B4-BE49-F238E27FC236}">
                <a16:creationId xmlns:a16="http://schemas.microsoft.com/office/drawing/2014/main" id="{1AAE1D54-AD8E-1443-9DAD-99BAC2F6FEE4}"/>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2" name="タイトル 1">
            <a:extLst>
              <a:ext uri="{FF2B5EF4-FFF2-40B4-BE49-F238E27FC236}">
                <a16:creationId xmlns:a16="http://schemas.microsoft.com/office/drawing/2014/main" id="{4CAD7DE3-D24B-724E-8B5F-43058FB383B9}"/>
              </a:ext>
            </a:extLst>
          </p:cNvPr>
          <p:cNvSpPr>
            <a:spLocks noGrp="1"/>
          </p:cNvSpPr>
          <p:nvPr>
            <p:ph type="title" hasCustomPrompt="1"/>
          </p:nvPr>
        </p:nvSpPr>
        <p:spPr>
          <a:xfrm>
            <a:off x="911225" y="404813"/>
            <a:ext cx="10369550" cy="792163"/>
          </a:xfrm>
        </p:spPr>
        <p:txBody>
          <a:bodyPr>
            <a:normAutofit/>
          </a:bodyPr>
          <a:lstStyle>
            <a:lvl1pPr>
              <a:defRPr sz="2400"/>
            </a:lvl1pPr>
          </a:lstStyle>
          <a:p>
            <a:r>
              <a:rPr lang="ja-JP" altLang="en-US" dirty="0"/>
              <a:t>コンテンツページ（ヘッドラインなし</a:t>
            </a:r>
            <a:r>
              <a:rPr kumimoji="1" lang="ja-JP" altLang="en-US" dirty="0"/>
              <a:t>／</a:t>
            </a:r>
            <a:r>
              <a:rPr kumimoji="1" lang="en-US" altLang="ja-JP" dirty="0"/>
              <a:t>Internal Use Only </a:t>
            </a:r>
            <a:r>
              <a:rPr lang="ja-JP" altLang="en-US" dirty="0"/>
              <a:t>）</a:t>
            </a:r>
          </a:p>
        </p:txBody>
      </p:sp>
      <p:sp>
        <p:nvSpPr>
          <p:cNvPr id="13" name="テキスト プレースホルダー 2">
            <a:extLst>
              <a:ext uri="{FF2B5EF4-FFF2-40B4-BE49-F238E27FC236}">
                <a16:creationId xmlns:a16="http://schemas.microsoft.com/office/drawing/2014/main" id="{6DD7D887-015E-BF4F-8F3C-B332A30D975D}"/>
              </a:ext>
            </a:extLst>
          </p:cNvPr>
          <p:cNvSpPr>
            <a:spLocks noGrp="1"/>
          </p:cNvSpPr>
          <p:nvPr>
            <p:ph type="body" sz="quarter" idx="10"/>
          </p:nvPr>
        </p:nvSpPr>
        <p:spPr>
          <a:xfrm>
            <a:off x="924646" y="1412875"/>
            <a:ext cx="10361348"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なし（strictly confidential）">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79D50B04-C638-704B-981E-2AB27200479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0"/>
            <a:ext cx="3187147" cy="237600"/>
          </a:xfrm>
          <a:prstGeom prst="rect">
            <a:avLst/>
          </a:prstGeom>
        </p:spPr>
      </p:pic>
      <p:sp>
        <p:nvSpPr>
          <p:cNvPr id="8" name="フッター プレースホルダ 4">
            <a:extLst>
              <a:ext uri="{FF2B5EF4-FFF2-40B4-BE49-F238E27FC236}">
                <a16:creationId xmlns:a16="http://schemas.microsoft.com/office/drawing/2014/main" id="{31E72946-0FD6-324D-BEB4-0585B294B2E7}"/>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2" name="タイトル 1">
            <a:extLst>
              <a:ext uri="{FF2B5EF4-FFF2-40B4-BE49-F238E27FC236}">
                <a16:creationId xmlns:a16="http://schemas.microsoft.com/office/drawing/2014/main" id="{B10C7FEF-368B-BF43-A6E3-4342EACADE4D}"/>
              </a:ext>
            </a:extLst>
          </p:cNvPr>
          <p:cNvSpPr>
            <a:spLocks noGrp="1"/>
          </p:cNvSpPr>
          <p:nvPr>
            <p:ph type="title" hasCustomPrompt="1"/>
          </p:nvPr>
        </p:nvSpPr>
        <p:spPr>
          <a:xfrm>
            <a:off x="911225" y="404813"/>
            <a:ext cx="10369550" cy="792163"/>
          </a:xfrm>
        </p:spPr>
        <p:txBody>
          <a:bodyPr>
            <a:normAutofit/>
          </a:bodyPr>
          <a:lstStyle>
            <a:lvl1pPr>
              <a:defRPr sz="2400"/>
            </a:lvl1pPr>
          </a:lstStyle>
          <a:p>
            <a:r>
              <a:rPr lang="ja-JP" altLang="en-US" dirty="0"/>
              <a:t>コンテンツページ（ヘッドラインなし</a:t>
            </a:r>
            <a:r>
              <a:rPr kumimoji="1" lang="ja-JP" altLang="en-US" dirty="0"/>
              <a:t>／</a:t>
            </a:r>
            <a:r>
              <a:rPr kumimoji="1" lang="en-US" altLang="ja-JP" dirty="0"/>
              <a:t>Strictly Confidential </a:t>
            </a:r>
            <a:r>
              <a:rPr lang="ja-JP" altLang="en-US" dirty="0"/>
              <a:t>）</a:t>
            </a:r>
          </a:p>
        </p:txBody>
      </p:sp>
      <p:sp>
        <p:nvSpPr>
          <p:cNvPr id="13" name="テキスト プレースホルダー 2">
            <a:extLst>
              <a:ext uri="{FF2B5EF4-FFF2-40B4-BE49-F238E27FC236}">
                <a16:creationId xmlns:a16="http://schemas.microsoft.com/office/drawing/2014/main" id="{C32ADB6B-C7F6-BF4A-B0C1-87E4AC1ADBD0}"/>
              </a:ext>
            </a:extLst>
          </p:cNvPr>
          <p:cNvSpPr>
            <a:spLocks noGrp="1"/>
          </p:cNvSpPr>
          <p:nvPr>
            <p:ph type="body" sz="quarter" idx="10"/>
          </p:nvPr>
        </p:nvSpPr>
        <p:spPr>
          <a:xfrm>
            <a:off x="924646" y="1412875"/>
            <a:ext cx="10361348"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エンドスライド（写真あり）">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911225" y="5157788"/>
            <a:ext cx="7872413" cy="792162"/>
          </a:xfrm>
        </p:spPr>
        <p:txBody>
          <a:bodyPr>
            <a:noAutofit/>
          </a:bodyPr>
          <a:lstStyle>
            <a:lvl1pPr>
              <a:defRPr sz="1400" baseline="0"/>
            </a:lvl1pPr>
          </a:lstStyle>
          <a:p>
            <a:r>
              <a:rPr kumimoji="1" lang="ja-JP" altLang="en-US" dirty="0"/>
              <a:t>エンドスライド（写真あり）</a:t>
            </a:r>
          </a:p>
        </p:txBody>
      </p:sp>
      <p:pic>
        <p:nvPicPr>
          <p:cNvPr id="6" name="図 5">
            <a:extLst>
              <a:ext uri="{FF2B5EF4-FFF2-40B4-BE49-F238E27FC236}">
                <a16:creationId xmlns:a16="http://schemas.microsoft.com/office/drawing/2014/main" id="{1B97A5A2-353B-9143-B145-BD5F80C18AE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
        <p:nvSpPr>
          <p:cNvPr id="5" name="正方形/長方形 4">
            <a:extLst>
              <a:ext uri="{FF2B5EF4-FFF2-40B4-BE49-F238E27FC236}">
                <a16:creationId xmlns:a16="http://schemas.microsoft.com/office/drawing/2014/main" id="{D8A5A985-D6AF-524C-80B1-FAA8F08CAC04}"/>
              </a:ext>
            </a:extLst>
          </p:cNvPr>
          <p:cNvSpPr/>
          <p:nvPr userDrawn="1"/>
        </p:nvSpPr>
        <p:spPr>
          <a:xfrm>
            <a:off x="911225" y="759932"/>
            <a:ext cx="10376794" cy="4248149"/>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dirty="0">
                <a:solidFill>
                  <a:schemeClr val="tx1"/>
                </a:solidFill>
              </a:rPr>
              <a:t>画像挿入位置</a:t>
            </a:r>
          </a:p>
        </p:txBody>
      </p:sp>
    </p:spTree>
  </p:cSld>
  <p:clrMapOvr>
    <a:masterClrMapping/>
  </p:clrMapOvr>
  <p:extLst>
    <p:ext uri="{DCECCB84-F9BA-43D5-87BE-67443E8EF086}">
      <p15:sldGuideLst xmlns:p15="http://schemas.microsoft.com/office/powerpoint/2012/main">
        <p15:guide id="1" orient="horz" pos="3249" userDrawn="1">
          <p15:clr>
            <a:srgbClr val="FBAE40"/>
          </p15:clr>
        </p15:guide>
        <p15:guide id="2" orient="horz" pos="482" userDrawn="1">
          <p15:clr>
            <a:srgbClr val="FBAE40"/>
          </p15:clr>
        </p15:guide>
        <p15:guide id="3" orient="horz" pos="3158"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エンドスライド（写真なし）">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911225" y="3068950"/>
            <a:ext cx="7872413" cy="720100"/>
          </a:xfrm>
        </p:spPr>
        <p:txBody>
          <a:bodyPr>
            <a:noAutofit/>
          </a:bodyPr>
          <a:lstStyle>
            <a:lvl1pPr>
              <a:defRPr sz="1400" baseline="0"/>
            </a:lvl1pPr>
          </a:lstStyle>
          <a:p>
            <a:r>
              <a:rPr kumimoji="1" lang="ja-JP" altLang="en-US" dirty="0"/>
              <a:t>エンドスライド（写真なし）</a:t>
            </a:r>
          </a:p>
        </p:txBody>
      </p:sp>
      <p:pic>
        <p:nvPicPr>
          <p:cNvPr id="5" name="図 4">
            <a:extLst>
              <a:ext uri="{FF2B5EF4-FFF2-40B4-BE49-F238E27FC236}">
                <a16:creationId xmlns:a16="http://schemas.microsoft.com/office/drawing/2014/main" id="{BB768CEB-FE31-E842-9DE3-DB96C3588AD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Tree>
    <p:extLst>
      <p:ext uri="{BB962C8B-B14F-4D97-AF65-F5344CB8AC3E}">
        <p14:creationId xmlns:p14="http://schemas.microsoft.com/office/powerpoint/2010/main" val="21422970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エンドスライド（写真あり_Pマークあり）">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912402" y="5157788"/>
            <a:ext cx="7872413" cy="792162"/>
          </a:xfrm>
        </p:spPr>
        <p:txBody>
          <a:bodyPr>
            <a:noAutofit/>
          </a:bodyPr>
          <a:lstStyle>
            <a:lvl1pPr>
              <a:defRPr sz="1400" baseline="0"/>
            </a:lvl1pPr>
          </a:lstStyle>
          <a:p>
            <a:r>
              <a:rPr kumimoji="1" lang="ja-JP" altLang="en-US" dirty="0"/>
              <a:t>エンドスライド（写真あり＿</a:t>
            </a:r>
            <a:r>
              <a:rPr kumimoji="1" lang="en-US" altLang="ja-JP" dirty="0"/>
              <a:t>P</a:t>
            </a:r>
            <a:r>
              <a:rPr kumimoji="1" lang="ja-JP" altLang="en-US" dirty="0"/>
              <a:t>マークあり）</a:t>
            </a:r>
          </a:p>
        </p:txBody>
      </p:sp>
      <p:pic>
        <p:nvPicPr>
          <p:cNvPr id="8" name="図 7">
            <a:extLst>
              <a:ext uri="{FF2B5EF4-FFF2-40B4-BE49-F238E27FC236}">
                <a16:creationId xmlns:a16="http://schemas.microsoft.com/office/drawing/2014/main" id="{707A6EE8-4632-8247-AFF2-A3D53A9F22D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92911" y="5157788"/>
            <a:ext cx="366587" cy="366587"/>
          </a:xfrm>
          <a:prstGeom prst="rect">
            <a:avLst/>
          </a:prstGeom>
        </p:spPr>
      </p:pic>
      <p:pic>
        <p:nvPicPr>
          <p:cNvPr id="6" name="図 5">
            <a:extLst>
              <a:ext uri="{FF2B5EF4-FFF2-40B4-BE49-F238E27FC236}">
                <a16:creationId xmlns:a16="http://schemas.microsoft.com/office/drawing/2014/main" id="{6F34BF41-3401-1041-8389-D2F59C3441E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
        <p:nvSpPr>
          <p:cNvPr id="7" name="正方形/長方形 6">
            <a:extLst>
              <a:ext uri="{FF2B5EF4-FFF2-40B4-BE49-F238E27FC236}">
                <a16:creationId xmlns:a16="http://schemas.microsoft.com/office/drawing/2014/main" id="{05560E4E-436A-A04B-9EE9-9F684ED122C9}"/>
              </a:ext>
            </a:extLst>
          </p:cNvPr>
          <p:cNvSpPr/>
          <p:nvPr userDrawn="1"/>
        </p:nvSpPr>
        <p:spPr>
          <a:xfrm>
            <a:off x="912402" y="765175"/>
            <a:ext cx="10376794" cy="4248149"/>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dirty="0">
                <a:solidFill>
                  <a:schemeClr val="tx1"/>
                </a:solidFill>
              </a:rPr>
              <a:t>画像挿入位置</a:t>
            </a:r>
          </a:p>
        </p:txBody>
      </p:sp>
    </p:spTree>
    <p:extLst>
      <p:ext uri="{BB962C8B-B14F-4D97-AF65-F5344CB8AC3E}">
        <p14:creationId xmlns:p14="http://schemas.microsoft.com/office/powerpoint/2010/main" val="1443319270"/>
      </p:ext>
    </p:extLst>
  </p:cSld>
  <p:clrMapOvr>
    <a:masterClrMapping/>
  </p:clrMapOvr>
  <p:extLst>
    <p:ext uri="{DCECCB84-F9BA-43D5-87BE-67443E8EF086}">
      <p15:sldGuideLst xmlns:p15="http://schemas.microsoft.com/office/powerpoint/2012/main">
        <p15:guide id="1" orient="horz" pos="482" userDrawn="1">
          <p15:clr>
            <a:srgbClr val="FBAE40"/>
          </p15:clr>
        </p15:guide>
        <p15:guide id="2" pos="3840" userDrawn="1">
          <p15:clr>
            <a:srgbClr val="FBAE40"/>
          </p15:clr>
        </p15:guide>
        <p15:guide id="3" orient="horz" pos="3249" userDrawn="1">
          <p15:clr>
            <a:srgbClr val="FBAE40"/>
          </p15:clr>
        </p15:guide>
        <p15:guide id="4" orient="horz" pos="3158"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エンドスライド（写真あり_Pマークあり）">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911225" y="3141103"/>
            <a:ext cx="7872413" cy="575795"/>
          </a:xfrm>
        </p:spPr>
        <p:txBody>
          <a:bodyPr>
            <a:noAutofit/>
          </a:bodyPr>
          <a:lstStyle>
            <a:lvl1pPr>
              <a:defRPr sz="1400" baseline="0"/>
            </a:lvl1pPr>
          </a:lstStyle>
          <a:p>
            <a:r>
              <a:rPr kumimoji="1" lang="ja-JP" altLang="en-US" dirty="0"/>
              <a:t>エンドスライド（写真なし＿</a:t>
            </a:r>
            <a:r>
              <a:rPr kumimoji="1" lang="en-US" altLang="ja-JP" dirty="0"/>
              <a:t>P</a:t>
            </a:r>
            <a:r>
              <a:rPr kumimoji="1" lang="ja-JP" altLang="en-US" dirty="0"/>
              <a:t>マークあり） ）</a:t>
            </a:r>
          </a:p>
        </p:txBody>
      </p:sp>
      <p:pic>
        <p:nvPicPr>
          <p:cNvPr id="7" name="図 6">
            <a:extLst>
              <a:ext uri="{FF2B5EF4-FFF2-40B4-BE49-F238E27FC236}">
                <a16:creationId xmlns:a16="http://schemas.microsoft.com/office/drawing/2014/main" id="{3FD1F3ED-4F2E-8C48-B469-E0F0F6267A2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4188" y="3206433"/>
            <a:ext cx="366587" cy="366587"/>
          </a:xfrm>
          <a:prstGeom prst="rect">
            <a:avLst/>
          </a:prstGeom>
        </p:spPr>
      </p:pic>
      <p:pic>
        <p:nvPicPr>
          <p:cNvPr id="5" name="図 4">
            <a:extLst>
              <a:ext uri="{FF2B5EF4-FFF2-40B4-BE49-F238E27FC236}">
                <a16:creationId xmlns:a16="http://schemas.microsoft.com/office/drawing/2014/main" id="{208CAD62-BE17-C242-BC6C-3F745BA34DB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Tree>
    <p:extLst>
      <p:ext uri="{BB962C8B-B14F-4D97-AF65-F5344CB8AC3E}">
        <p14:creationId xmlns:p14="http://schemas.microsoft.com/office/powerpoint/2010/main" val="3145471554"/>
      </p:ext>
    </p:extLst>
  </p:cSld>
  <p:clrMapOvr>
    <a:masterClrMapping/>
  </p:clrMapOvr>
  <p:extLst>
    <p:ext uri="{DCECCB84-F9BA-43D5-87BE-67443E8EF086}">
      <p15:sldGuideLst xmlns:p15="http://schemas.microsoft.com/office/powerpoint/2012/main">
        <p15:guide id="1" orient="horz" pos="482"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 Id="rId20" Type="http://schemas.openxmlformats.org/officeDocument/2006/relationships/image" Target="../media/image1.jpeg"/><Relationship Id="rId21"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911225" y="419495"/>
            <a:ext cx="10369550" cy="792161"/>
          </a:xfrm>
          <a:prstGeom prst="rect">
            <a:avLst/>
          </a:prstGeom>
        </p:spPr>
        <p:txBody>
          <a:bodyPr vert="horz" lIns="0" tIns="0" rIns="0" bIns="0" rtlCol="0" anchor="t" anchorCtr="0">
            <a:noAutofit/>
          </a:bodyPr>
          <a:lstStyle/>
          <a:p>
            <a:r>
              <a:rPr kumimoji="1" lang="ja-JP" altLang="en-US" dirty="0"/>
              <a:t>マスタ タイトルの書式設定</a:t>
            </a:r>
          </a:p>
        </p:txBody>
      </p:sp>
      <p:sp>
        <p:nvSpPr>
          <p:cNvPr id="3" name="テキスト プレースホルダ 2"/>
          <p:cNvSpPr>
            <a:spLocks noGrp="1"/>
          </p:cNvSpPr>
          <p:nvPr>
            <p:ph type="body" idx="1"/>
          </p:nvPr>
        </p:nvSpPr>
        <p:spPr>
          <a:xfrm>
            <a:off x="911225" y="1916114"/>
            <a:ext cx="10369551" cy="4537074"/>
          </a:xfrm>
          <a:prstGeom prst="rect">
            <a:avLst/>
          </a:prstGeom>
        </p:spPr>
        <p:txBody>
          <a:bodyPr vert="horz" lIns="0" tIns="0" rIns="0" bIns="0" rtlCol="0">
            <a:noAutofit/>
          </a:bodyPr>
          <a:lstStyle/>
          <a:p>
            <a:pPr lvl="0"/>
            <a:r>
              <a:rPr kumimoji="1" lang="ja-JP" altLang="en-US" dirty="0"/>
              <a:t>マスタ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スライド番号プレースホルダ 5"/>
          <p:cNvSpPr>
            <a:spLocks noGrp="1"/>
          </p:cNvSpPr>
          <p:nvPr>
            <p:ph type="sldNum" sz="quarter" idx="4"/>
          </p:nvPr>
        </p:nvSpPr>
        <p:spPr>
          <a:xfrm>
            <a:off x="8616068" y="6513947"/>
            <a:ext cx="2880607" cy="260374"/>
          </a:xfrm>
          <a:prstGeom prst="rect">
            <a:avLst/>
          </a:prstGeom>
        </p:spPr>
        <p:txBody>
          <a:bodyPr vert="horz" lIns="0" tIns="0" rIns="0" bIns="0" rtlCol="0" anchor="ctr"/>
          <a:lstStyle>
            <a:lvl1pPr algn="r">
              <a:defRPr sz="800">
                <a:solidFill>
                  <a:schemeClr val="tx1"/>
                </a:solidFill>
                <a:latin typeface="+mj-ea"/>
                <a:ea typeface="+mj-ea"/>
              </a:defRPr>
            </a:lvl1pPr>
          </a:lstStyle>
          <a:p>
            <a:fld id="{2C090036-EBBF-4B93-956E-A4D69D49721E}" type="slidenum">
              <a:rPr lang="ja-JP" altLang="en-US" smtClean="0"/>
              <a:pPr/>
              <a:t>‹#›</a:t>
            </a:fld>
            <a:endParaRPr lang="ja-JP" altLang="en-US" dirty="0"/>
          </a:p>
        </p:txBody>
      </p:sp>
      <p:pic>
        <p:nvPicPr>
          <p:cNvPr id="4" name="図 3">
            <a:extLst>
              <a:ext uri="{FF2B5EF4-FFF2-40B4-BE49-F238E27FC236}">
                <a16:creationId xmlns:a16="http://schemas.microsoft.com/office/drawing/2014/main" id="{BE9324FF-3952-414D-A58F-E655E0C923BB}"/>
              </a:ext>
            </a:extLst>
          </p:cNvPr>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911225" y="6525429"/>
            <a:ext cx="3184604" cy="237411"/>
          </a:xfrm>
          <a:prstGeom prst="rect">
            <a:avLst/>
          </a:prstGeom>
        </p:spPr>
      </p:pic>
      <p:pic>
        <p:nvPicPr>
          <p:cNvPr id="5" name="図 4">
            <a:extLst>
              <a:ext uri="{FF2B5EF4-FFF2-40B4-BE49-F238E27FC236}">
                <a16:creationId xmlns:a16="http://schemas.microsoft.com/office/drawing/2014/main" id="{2BA9F687-96C1-4E63-2BAB-F53CDDDFE2C0}"/>
              </a:ext>
            </a:extLst>
          </p:cNvPr>
          <p:cNvPicPr>
            <a:picLocks noChangeAspect="1"/>
          </p:cNvPicPr>
          <p:nvPr userDrawn="1"/>
        </p:nvPicPr>
        <p:blipFill>
          <a:blip r:embed="rId21" cstate="print">
            <a:extLst>
              <a:ext uri="{28A0092B-C50C-407E-A947-70E740481C1C}">
                <a14:useLocalDpi xmlns:a14="http://schemas.microsoft.com/office/drawing/2010/main" val="0"/>
              </a:ext>
            </a:extLst>
          </a:blip>
          <a:stretch>
            <a:fillRect/>
          </a:stretch>
        </p:blipFill>
        <p:spPr>
          <a:xfrm>
            <a:off x="911225" y="6525431"/>
            <a:ext cx="3187148" cy="237600"/>
          </a:xfrm>
          <a:prstGeom prst="rect">
            <a:avLst/>
          </a:prstGeom>
        </p:spPr>
      </p:pic>
    </p:spTree>
  </p:cSld>
  <p:clrMap bg1="lt1" tx1="dk1" bg2="lt2" tx2="dk2" accent1="accent1" accent2="accent2" accent3="accent3" accent4="accent4" accent5="accent5" accent6="accent6" hlink="hlink" folHlink="folHlink"/>
  <p:sldLayoutIdLst>
    <p:sldLayoutId id="2147483669" r:id="rId1"/>
    <p:sldLayoutId id="2147483681" r:id="rId2"/>
    <p:sldLayoutId id="2147483679" r:id="rId3"/>
    <p:sldLayoutId id="2147483673" r:id="rId4"/>
    <p:sldLayoutId id="2147483670" r:id="rId5"/>
    <p:sldLayoutId id="2147483671" r:id="rId6"/>
    <p:sldLayoutId id="2147483668" r:id="rId7"/>
    <p:sldLayoutId id="2147483682" r:id="rId8"/>
    <p:sldLayoutId id="2147483683" r:id="rId9"/>
    <p:sldLayoutId id="2147483684" r:id="rId10"/>
    <p:sldLayoutId id="2147483672" r:id="rId11"/>
    <p:sldLayoutId id="2147483685" r:id="rId12"/>
    <p:sldLayoutId id="2147483686" r:id="rId13"/>
    <p:sldLayoutId id="2147483687" r:id="rId14"/>
    <p:sldLayoutId id="2147483666" r:id="rId15"/>
    <p:sldLayoutId id="2147483676" r:id="rId16"/>
    <p:sldLayoutId id="2147483675" r:id="rId17"/>
    <p:sldLayoutId id="2147483678" r:id="rId18"/>
  </p:sldLayoutIdLst>
  <p:hf sldNum="0" hdr="0" ftr="0" dt="0"/>
  <p:txStyles>
    <p:titleStyle>
      <a:lvl1pPr algn="l" defTabSz="685800" rtl="0" eaLnBrk="1" latinLnBrk="0" hangingPunct="1">
        <a:spcBef>
          <a:spcPct val="0"/>
        </a:spcBef>
        <a:buNone/>
        <a:defRPr kumimoji="1" sz="2400" kern="1200">
          <a:solidFill>
            <a:schemeClr val="tx1"/>
          </a:solidFill>
          <a:latin typeface="+mj-lt"/>
          <a:ea typeface="+mj-ea"/>
          <a:cs typeface="+mj-cs"/>
        </a:defRPr>
      </a:lvl1pPr>
    </p:titleStyle>
    <p:bodyStyle>
      <a:lvl1pPr marL="0" indent="0" algn="l" defTabSz="685800" rtl="0" eaLnBrk="1" latinLnBrk="0" hangingPunct="1">
        <a:spcBef>
          <a:spcPts val="0"/>
        </a:spcBef>
        <a:buFontTx/>
        <a:buNone/>
        <a:defRPr kumimoji="1" sz="1400" kern="1200">
          <a:solidFill>
            <a:schemeClr val="tx1"/>
          </a:solidFill>
          <a:latin typeface="+mn-lt"/>
          <a:ea typeface="+mn-ea"/>
          <a:cs typeface="+mn-cs"/>
        </a:defRPr>
      </a:lvl1pPr>
      <a:lvl2pPr marL="270000" indent="0" algn="l" defTabSz="685800" rtl="0" eaLnBrk="1" latinLnBrk="0" hangingPunct="1">
        <a:spcBef>
          <a:spcPts val="0"/>
        </a:spcBef>
        <a:buFontTx/>
        <a:buNone/>
        <a:defRPr kumimoji="1" sz="1200" kern="1200">
          <a:solidFill>
            <a:schemeClr val="tx1"/>
          </a:solidFill>
          <a:latin typeface="+mn-lt"/>
          <a:ea typeface="+mn-ea"/>
          <a:cs typeface="+mn-cs"/>
        </a:defRPr>
      </a:lvl2pPr>
      <a:lvl3pPr marL="540000" indent="0" algn="l" defTabSz="685800" rtl="0" eaLnBrk="1" latinLnBrk="0" hangingPunct="1">
        <a:spcBef>
          <a:spcPts val="0"/>
        </a:spcBef>
        <a:buFontTx/>
        <a:buNone/>
        <a:defRPr kumimoji="1" sz="1000" kern="1200">
          <a:solidFill>
            <a:schemeClr val="tx1"/>
          </a:solidFill>
          <a:latin typeface="+mn-lt"/>
          <a:ea typeface="+mn-ea"/>
          <a:cs typeface="+mn-cs"/>
        </a:defRPr>
      </a:lvl3pPr>
      <a:lvl4pPr marL="756000" indent="0" algn="l" defTabSz="685800" rtl="0" eaLnBrk="1" latinLnBrk="0" hangingPunct="1">
        <a:spcBef>
          <a:spcPts val="0"/>
        </a:spcBef>
        <a:buFontTx/>
        <a:buNone/>
        <a:defRPr kumimoji="1" sz="900" kern="1200">
          <a:solidFill>
            <a:schemeClr val="tx1"/>
          </a:solidFill>
          <a:latin typeface="+mn-lt"/>
          <a:ea typeface="+mn-ea"/>
          <a:cs typeface="+mn-cs"/>
        </a:defRPr>
      </a:lvl4pPr>
      <a:lvl5pPr marL="936000" indent="0" algn="l" defTabSz="685800" rtl="0" eaLnBrk="1" latinLnBrk="0" hangingPunct="1">
        <a:spcBef>
          <a:spcPts val="0"/>
        </a:spcBef>
        <a:buFontTx/>
        <a:buNone/>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54" userDrawn="1">
          <p15:clr>
            <a:srgbClr val="F26B43"/>
          </p15:clr>
        </p15:guide>
        <p15:guide id="2" pos="2147" userDrawn="1">
          <p15:clr>
            <a:srgbClr val="F26B43"/>
          </p15:clr>
        </p15:guide>
        <p15:guide id="3" orient="horz" pos="255" userDrawn="1">
          <p15:clr>
            <a:srgbClr val="F26B43"/>
          </p15:clr>
        </p15:guide>
        <p15:guide id="4" pos="7106" userDrawn="1">
          <p15:clr>
            <a:srgbClr val="F26B43"/>
          </p15:clr>
        </p15:guide>
        <p15:guide id="5" orient="horz" pos="4065" userDrawn="1">
          <p15:clr>
            <a:srgbClr val="F26B43"/>
          </p15:clr>
        </p15:guide>
        <p15:guide id="6" pos="574" userDrawn="1">
          <p15:clr>
            <a:srgbClr val="F26B43"/>
          </p15:clr>
        </p15:guide>
        <p15:guide id="7" orient="horz" pos="2160" userDrawn="1">
          <p15:clr>
            <a:srgbClr val="F26B43"/>
          </p15:clr>
        </p15:guide>
        <p15:guide id="8" pos="5533" userDrawn="1">
          <p15:clr>
            <a:srgbClr val="F26B43"/>
          </p15:clr>
        </p15:guide>
        <p15:guide id="9" pos="7242" userDrawn="1">
          <p15:clr>
            <a:srgbClr val="F26B43"/>
          </p15:clr>
        </p15:guide>
        <p15:guide id="10" orient="horz" pos="1389" userDrawn="1">
          <p15:clr>
            <a:srgbClr val="F26B43"/>
          </p15:clr>
        </p15:guide>
        <p15:guide id="11" orient="horz" pos="3113" userDrawn="1">
          <p15:clr>
            <a:srgbClr val="F26B43"/>
          </p15:clr>
        </p15:guide>
        <p15:guide id="12" orient="horz" pos="3748" userDrawn="1">
          <p15:clr>
            <a:srgbClr val="F26B43"/>
          </p15:clr>
        </p15:guide>
        <p15:guide id="13" pos="4021" userDrawn="1">
          <p15:clr>
            <a:srgbClr val="F26B43"/>
          </p15:clr>
        </p15:guide>
        <p15:guide id="14" pos="365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hyperlink" Target="mailto:dse@eumail.docusign.ne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3.emf"/><Relationship Id="rId3" Type="http://schemas.openxmlformats.org/officeDocument/2006/relationships/hyperlink" Target="https://www.sigmaxyz.com/ja/company/sdgsesg/humanrights.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7.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7.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a:xfrm>
            <a:off x="919851" y="733740"/>
            <a:ext cx="10369550" cy="679136"/>
          </a:xfrm>
        </p:spPr>
        <p:txBody>
          <a:bodyPr/>
          <a:lstStyle/>
          <a:p>
            <a:r>
              <a:rPr lang="ja-JP" altLang="en-US" b="1" dirty="0">
                <a:latin typeface="游ゴシック" panose="020B0400000000000000" pitchFamily="50" charset="-128"/>
                <a:ea typeface="游ゴシック" panose="020B0400000000000000" pitchFamily="50" charset="-128"/>
              </a:rPr>
              <a:t>ＸＸＸＸＸプロジェクト ご提案書　</a:t>
            </a:r>
            <a:r>
              <a:rPr lang="en-US" altLang="ja-JP" b="1" dirty="0">
                <a:latin typeface="游ゴシック" panose="020B0400000000000000" pitchFamily="50" charset="-128"/>
                <a:ea typeface="游ゴシック" panose="020B0400000000000000" pitchFamily="50" charset="-128"/>
              </a:rPr>
              <a:t>※SX</a:t>
            </a:r>
            <a:r>
              <a:rPr lang="ja-JP" altLang="en-US" b="1" dirty="0">
                <a:latin typeface="游ゴシック" panose="020B0400000000000000" pitchFamily="50" charset="-128"/>
                <a:ea typeface="游ゴシック" panose="020B0400000000000000" pitchFamily="50" charset="-128"/>
              </a:rPr>
              <a:t>ロゴあり</a:t>
            </a:r>
            <a:br>
              <a:rPr lang="ja-JP" altLang="en-US" b="1" dirty="0">
                <a:latin typeface="游ゴシック" panose="020B0400000000000000" pitchFamily="50" charset="-128"/>
                <a:ea typeface="游ゴシック" panose="020B0400000000000000" pitchFamily="50" charset="-128"/>
              </a:rPr>
            </a:br>
            <a:endParaRPr kumimoji="1" lang="ja-JP" altLang="en-US" b="1" dirty="0">
              <a:latin typeface="游ゴシック" panose="020B0400000000000000" pitchFamily="50" charset="-128"/>
              <a:ea typeface="游ゴシック" panose="020B0400000000000000" pitchFamily="50" charset="-128"/>
            </a:endParaRPr>
          </a:p>
        </p:txBody>
      </p:sp>
      <p:sp>
        <p:nvSpPr>
          <p:cNvPr id="5" name="タイトル 2">
            <a:extLst>
              <a:ext uri="{FF2B5EF4-FFF2-40B4-BE49-F238E27FC236}">
                <a16:creationId xmlns:a16="http://schemas.microsoft.com/office/drawing/2014/main" id="{DB01D090-11A4-2B4D-A95F-07395AF0FAB2}"/>
              </a:ext>
            </a:extLst>
          </p:cNvPr>
          <p:cNvSpPr txBox="1">
            <a:spLocks/>
          </p:cNvSpPr>
          <p:nvPr/>
        </p:nvSpPr>
        <p:spPr>
          <a:xfrm>
            <a:off x="919851" y="412253"/>
            <a:ext cx="4590679" cy="319680"/>
          </a:xfrm>
          <a:prstGeom prst="rect">
            <a:avLst/>
          </a:prstGeom>
        </p:spPr>
        <p:txBody>
          <a:bodyPr vert="horz" lIns="0" tIns="0" rIns="0" bIns="0" rtlCol="0" anchor="t" anchorCtr="0">
            <a:normAutofit/>
          </a:bodyPr>
          <a:lstStyle>
            <a:lvl1pPr algn="l" defTabSz="685800" rtl="0" eaLnBrk="1" latinLnBrk="0" hangingPunct="1">
              <a:spcBef>
                <a:spcPct val="0"/>
              </a:spcBef>
              <a:buNone/>
              <a:defRPr kumimoji="1" sz="2400" kern="1200">
                <a:solidFill>
                  <a:schemeClr val="tx1"/>
                </a:solidFill>
                <a:latin typeface="+mj-lt"/>
                <a:ea typeface="+mj-ea"/>
                <a:cs typeface="+mj-cs"/>
              </a:defRPr>
            </a:lvl1pPr>
          </a:lstStyle>
          <a:p>
            <a:r>
              <a:rPr lang="en-US" altLang="zh-CN" sz="1800" dirty="0">
                <a:latin typeface="游ゴシック" panose="020B0400000000000000" pitchFamily="50" charset="-128"/>
                <a:ea typeface="游ゴシック" panose="020B0400000000000000" pitchFamily="50" charset="-128"/>
              </a:rPr>
              <a:t>XXXXX</a:t>
            </a:r>
            <a:r>
              <a:rPr lang="zh-CN" altLang="en-US" sz="1800" dirty="0">
                <a:latin typeface="游ゴシック" panose="020B0400000000000000" pitchFamily="50" charset="-128"/>
                <a:ea typeface="游ゴシック" panose="020B0400000000000000" pitchFamily="50" charset="-128"/>
              </a:rPr>
              <a:t>株式会社　御中</a:t>
            </a:r>
            <a:endParaRPr lang="ja-JP" altLang="en-US" sz="1800" dirty="0">
              <a:latin typeface="游ゴシック" panose="020B0400000000000000" pitchFamily="50" charset="-128"/>
              <a:ea typeface="游ゴシック" panose="020B0400000000000000" pitchFamily="50" charset="-128"/>
            </a:endParaRPr>
          </a:p>
        </p:txBody>
      </p:sp>
      <p:sp>
        <p:nvSpPr>
          <p:cNvPr id="6" name="サブタイトル 2">
            <a:extLst>
              <a:ext uri="{FF2B5EF4-FFF2-40B4-BE49-F238E27FC236}">
                <a16:creationId xmlns:a16="http://schemas.microsoft.com/office/drawing/2014/main" id="{01457252-D1E6-340E-3C3B-1B4B9CB45C53}"/>
              </a:ext>
            </a:extLst>
          </p:cNvPr>
          <p:cNvSpPr txBox="1">
            <a:spLocks/>
          </p:cNvSpPr>
          <p:nvPr/>
        </p:nvSpPr>
        <p:spPr>
          <a:xfrm>
            <a:off x="3143900" y="1421148"/>
            <a:ext cx="8136820" cy="286886"/>
          </a:xfrm>
          <a:prstGeom prst="rect">
            <a:avLst/>
          </a:prstGeom>
        </p:spPr>
        <p:txBody>
          <a:bodyPr vert="horz" lIns="0" tIns="0" rIns="0" bIns="0" rtlCol="0">
            <a:noAutofit/>
          </a:bodyPr>
          <a:lstStyle>
            <a:lvl1pPr marL="0" marR="0" indent="0" algn="l" defTabSz="685800" rtl="0" eaLnBrk="1" fontAlgn="auto" latinLnBrk="0" hangingPunct="1">
              <a:lnSpc>
                <a:spcPct val="100000"/>
              </a:lnSpc>
              <a:spcBef>
                <a:spcPts val="0"/>
              </a:spcBef>
              <a:spcAft>
                <a:spcPts val="0"/>
              </a:spcAft>
              <a:buClrTx/>
              <a:buSzTx/>
              <a:buFontTx/>
              <a:buNone/>
              <a:tabLst/>
              <a:defRPr kumimoji="1" sz="1200" kern="1200">
                <a:solidFill>
                  <a:schemeClr val="tx1"/>
                </a:solidFill>
                <a:latin typeface="+mn-lt"/>
                <a:ea typeface="+mn-ea"/>
                <a:cs typeface="+mn-cs"/>
              </a:defRPr>
            </a:lvl1pPr>
            <a:lvl2pPr marL="342900" indent="0" algn="ctr" defTabSz="685800" rtl="0" eaLnBrk="1" latinLnBrk="0" hangingPunct="1">
              <a:spcBef>
                <a:spcPts val="0"/>
              </a:spcBef>
              <a:buFontTx/>
              <a:buNone/>
              <a:defRPr kumimoji="1" sz="1200" kern="1200">
                <a:solidFill>
                  <a:schemeClr val="tx1">
                    <a:tint val="75000"/>
                  </a:schemeClr>
                </a:solidFill>
                <a:latin typeface="+mn-lt"/>
                <a:ea typeface="+mn-ea"/>
                <a:cs typeface="+mn-cs"/>
              </a:defRPr>
            </a:lvl2pPr>
            <a:lvl3pPr marL="685800" indent="0" algn="ctr" defTabSz="685800" rtl="0" eaLnBrk="1" latinLnBrk="0" hangingPunct="1">
              <a:spcBef>
                <a:spcPts val="0"/>
              </a:spcBef>
              <a:buFontTx/>
              <a:buNone/>
              <a:defRPr kumimoji="1" sz="1000" kern="1200">
                <a:solidFill>
                  <a:schemeClr val="tx1">
                    <a:tint val="75000"/>
                  </a:schemeClr>
                </a:solidFill>
                <a:latin typeface="+mn-lt"/>
                <a:ea typeface="+mn-ea"/>
                <a:cs typeface="+mn-cs"/>
              </a:defRPr>
            </a:lvl3pPr>
            <a:lvl4pPr marL="1028700" indent="0" algn="ctr" defTabSz="685800" rtl="0" eaLnBrk="1" latinLnBrk="0" hangingPunct="1">
              <a:spcBef>
                <a:spcPts val="0"/>
              </a:spcBef>
              <a:buFontTx/>
              <a:buNone/>
              <a:defRPr kumimoji="1" sz="900" kern="1200">
                <a:solidFill>
                  <a:schemeClr val="tx1">
                    <a:tint val="75000"/>
                  </a:schemeClr>
                </a:solidFill>
                <a:latin typeface="+mn-lt"/>
                <a:ea typeface="+mn-ea"/>
                <a:cs typeface="+mn-cs"/>
              </a:defRPr>
            </a:lvl4pPr>
            <a:lvl5pPr marL="1371600" indent="0" algn="ctr" defTabSz="685800" rtl="0" eaLnBrk="1" latinLnBrk="0" hangingPunct="1">
              <a:spcBef>
                <a:spcPts val="0"/>
              </a:spcBef>
              <a:buFontTx/>
              <a:buNone/>
              <a:defRPr kumimoji="1" sz="800" kern="1200">
                <a:solidFill>
                  <a:schemeClr val="tx1">
                    <a:tint val="75000"/>
                  </a:schemeClr>
                </a:solidFill>
                <a:latin typeface="ＭＳ Ｐゴシック" pitchFamily="50" charset="-128"/>
                <a:ea typeface="ＭＳ Ｐゴシック" pitchFamily="50" charset="-128"/>
                <a:cs typeface="+mn-cs"/>
              </a:defRPr>
            </a:lvl5pPr>
            <a:lvl6pPr marL="17145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9pPr>
          </a:lstStyle>
          <a:p>
            <a:pPr algn="r"/>
            <a:r>
              <a:rPr lang="en-US" altLang="ja-JP" sz="1800" dirty="0">
                <a:latin typeface="游ゴシック" panose="020B0400000000000000" pitchFamily="50" charset="-128"/>
                <a:ea typeface="游ゴシック" panose="020B0400000000000000" pitchFamily="50" charset="-128"/>
              </a:rPr>
              <a:t>20XX</a:t>
            </a:r>
            <a:r>
              <a:rPr lang="ja-JP" altLang="en-US" sz="1800" dirty="0">
                <a:latin typeface="游ゴシック" panose="020B0400000000000000" pitchFamily="50" charset="-128"/>
                <a:ea typeface="游ゴシック" panose="020B0400000000000000" pitchFamily="50" charset="-128"/>
              </a:rPr>
              <a:t>年</a:t>
            </a:r>
            <a:r>
              <a:rPr lang="en-US" altLang="ja-JP" sz="1800" dirty="0">
                <a:latin typeface="游ゴシック" panose="020B0400000000000000" pitchFamily="50" charset="-128"/>
                <a:ea typeface="游ゴシック" panose="020B0400000000000000" pitchFamily="50" charset="-128"/>
              </a:rPr>
              <a:t>X</a:t>
            </a:r>
            <a:r>
              <a:rPr lang="ja-JP" altLang="en-US" sz="1800" dirty="0">
                <a:latin typeface="游ゴシック" panose="020B0400000000000000" pitchFamily="50" charset="-128"/>
                <a:ea typeface="游ゴシック" panose="020B0400000000000000" pitchFamily="50" charset="-128"/>
              </a:rPr>
              <a:t>月</a:t>
            </a:r>
            <a:r>
              <a:rPr lang="en-US" altLang="ja-JP" sz="1800" dirty="0">
                <a:latin typeface="游ゴシック" panose="020B0400000000000000" pitchFamily="50" charset="-128"/>
                <a:ea typeface="游ゴシック" panose="020B0400000000000000" pitchFamily="50" charset="-128"/>
              </a:rPr>
              <a:t>X</a:t>
            </a:r>
            <a:r>
              <a:rPr lang="ja-JP" altLang="en-US" sz="1800" dirty="0">
                <a:latin typeface="游ゴシック" panose="020B0400000000000000" pitchFamily="50" charset="-128"/>
                <a:ea typeface="游ゴシック" panose="020B0400000000000000" pitchFamily="50" charset="-128"/>
              </a:rPr>
              <a:t>日　株式会社シグマクシス</a:t>
            </a:r>
          </a:p>
          <a:p>
            <a:pPr algn="r"/>
            <a:endParaRPr lang="ja-JP" altLang="en-US" dirty="0"/>
          </a:p>
        </p:txBody>
      </p:sp>
      <p:pic>
        <p:nvPicPr>
          <p:cNvPr id="2" name="図 1">
            <a:extLst>
              <a:ext uri="{FF2B5EF4-FFF2-40B4-BE49-F238E27FC236}">
                <a16:creationId xmlns:a16="http://schemas.microsoft.com/office/drawing/2014/main" id="{46FD2AD5-B182-9A8D-B802-8A49DBD070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294" y="2063461"/>
            <a:ext cx="10345481" cy="4248739"/>
          </a:xfrm>
          <a:prstGeom prst="rect">
            <a:avLst/>
          </a:prstGeom>
        </p:spPr>
      </p:pic>
    </p:spTree>
    <p:extLst>
      <p:ext uri="{BB962C8B-B14F-4D97-AF65-F5344CB8AC3E}">
        <p14:creationId xmlns:p14="http://schemas.microsoft.com/office/powerpoint/2010/main" val="1951727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タイトル 2">
            <a:extLst>
              <a:ext uri="{FF2B5EF4-FFF2-40B4-BE49-F238E27FC236}">
                <a16:creationId xmlns:a16="http://schemas.microsoft.com/office/drawing/2014/main" id="{F8026A9F-B2C5-113B-511F-B7F28505D6E7}"/>
              </a:ext>
            </a:extLst>
          </p:cNvPr>
          <p:cNvSpPr txBox="1">
            <a:spLocks/>
          </p:cNvSpPr>
          <p:nvPr/>
        </p:nvSpPr>
        <p:spPr>
          <a:xfrm>
            <a:off x="919851" y="733740"/>
            <a:ext cx="10369550" cy="679136"/>
          </a:xfrm>
          <a:prstGeom prst="rect">
            <a:avLst/>
          </a:prstGeom>
        </p:spPr>
        <p:txBody>
          <a:bodyPr vert="horz" lIns="0" tIns="0" rIns="0" bIns="0" rtlCol="0" anchor="t" anchorCtr="0">
            <a:noAutofit/>
          </a:bodyPr>
          <a:lstStyle>
            <a:lvl1pPr algn="l" defTabSz="685800" rtl="0" eaLnBrk="1" latinLnBrk="0" hangingPunct="1">
              <a:spcBef>
                <a:spcPct val="0"/>
              </a:spcBef>
              <a:buNone/>
              <a:defRPr kumimoji="1" sz="2400" kern="1200">
                <a:solidFill>
                  <a:schemeClr val="tx1"/>
                </a:solidFill>
                <a:latin typeface="+mj-lt"/>
                <a:ea typeface="+mj-ea"/>
                <a:cs typeface="+mj-cs"/>
              </a:defRPr>
            </a:lvl1pPr>
          </a:lstStyle>
          <a:p>
            <a:r>
              <a:rPr lang="ja-JP" altLang="en-US" b="1" dirty="0">
                <a:latin typeface="游ゴシック" panose="020B0400000000000000" pitchFamily="50" charset="-128"/>
                <a:ea typeface="游ゴシック" panose="020B0400000000000000" pitchFamily="50" charset="-128"/>
              </a:rPr>
              <a:t>ＸＸＸＸＸプロジェクト ご提案書　</a:t>
            </a:r>
            <a:r>
              <a:rPr lang="en-US" altLang="ja-JP" b="1" dirty="0">
                <a:latin typeface="游ゴシック" panose="020B0400000000000000" pitchFamily="50" charset="-128"/>
                <a:ea typeface="游ゴシック" panose="020B0400000000000000" pitchFamily="50" charset="-128"/>
              </a:rPr>
              <a:t>※SX</a:t>
            </a:r>
            <a:r>
              <a:rPr lang="ja-JP" altLang="en-US" b="1" dirty="0">
                <a:latin typeface="游ゴシック" panose="020B0400000000000000" pitchFamily="50" charset="-128"/>
                <a:ea typeface="游ゴシック" panose="020B0400000000000000" pitchFamily="50" charset="-128"/>
              </a:rPr>
              <a:t>ロゴなし</a:t>
            </a:r>
            <a:br>
              <a:rPr lang="ja-JP" altLang="en-US" b="1" dirty="0">
                <a:latin typeface="游ゴシック" panose="020B0400000000000000" pitchFamily="50" charset="-128"/>
                <a:ea typeface="游ゴシック" panose="020B0400000000000000" pitchFamily="50" charset="-128"/>
              </a:rPr>
            </a:br>
            <a:endParaRPr lang="ja-JP" altLang="en-US" b="1" dirty="0">
              <a:latin typeface="游ゴシック" panose="020B0400000000000000" pitchFamily="50" charset="-128"/>
              <a:ea typeface="游ゴシック" panose="020B0400000000000000" pitchFamily="50" charset="-128"/>
            </a:endParaRPr>
          </a:p>
        </p:txBody>
      </p:sp>
      <p:pic>
        <p:nvPicPr>
          <p:cNvPr id="15" name="図 14">
            <a:extLst>
              <a:ext uri="{FF2B5EF4-FFF2-40B4-BE49-F238E27FC236}">
                <a16:creationId xmlns:a16="http://schemas.microsoft.com/office/drawing/2014/main" id="{88FBE205-6305-7AA3-D2D3-2414A941F79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29208" y="2200980"/>
            <a:ext cx="10369550" cy="4258624"/>
          </a:xfrm>
          <a:prstGeom prst="rect">
            <a:avLst/>
          </a:prstGeom>
        </p:spPr>
      </p:pic>
      <p:sp>
        <p:nvSpPr>
          <p:cNvPr id="16" name="タイトル 2">
            <a:extLst>
              <a:ext uri="{FF2B5EF4-FFF2-40B4-BE49-F238E27FC236}">
                <a16:creationId xmlns:a16="http://schemas.microsoft.com/office/drawing/2014/main" id="{C68BF3D5-BE18-040D-8F09-28CD1246BE94}"/>
              </a:ext>
            </a:extLst>
          </p:cNvPr>
          <p:cNvSpPr txBox="1">
            <a:spLocks/>
          </p:cNvSpPr>
          <p:nvPr/>
        </p:nvSpPr>
        <p:spPr>
          <a:xfrm>
            <a:off x="919851" y="412253"/>
            <a:ext cx="4590679" cy="319680"/>
          </a:xfrm>
          <a:prstGeom prst="rect">
            <a:avLst/>
          </a:prstGeom>
        </p:spPr>
        <p:txBody>
          <a:bodyPr vert="horz" lIns="0" tIns="0" rIns="0" bIns="0" rtlCol="0" anchor="t" anchorCtr="0">
            <a:normAutofit/>
          </a:bodyPr>
          <a:lstStyle>
            <a:lvl1pPr algn="l" defTabSz="685800" rtl="0" eaLnBrk="1" latinLnBrk="0" hangingPunct="1">
              <a:spcBef>
                <a:spcPct val="0"/>
              </a:spcBef>
              <a:buNone/>
              <a:defRPr kumimoji="1" sz="2400" kern="1200">
                <a:solidFill>
                  <a:schemeClr val="tx1"/>
                </a:solidFill>
                <a:latin typeface="+mj-lt"/>
                <a:ea typeface="+mj-ea"/>
                <a:cs typeface="+mj-cs"/>
              </a:defRPr>
            </a:lvl1pPr>
          </a:lstStyle>
          <a:p>
            <a:r>
              <a:rPr lang="en-US" altLang="zh-CN" sz="1800" dirty="0">
                <a:latin typeface="游ゴシック" panose="020B0400000000000000" pitchFamily="50" charset="-128"/>
                <a:ea typeface="游ゴシック" panose="020B0400000000000000" pitchFamily="50" charset="-128"/>
              </a:rPr>
              <a:t>XXXXX</a:t>
            </a:r>
            <a:r>
              <a:rPr lang="zh-CN" altLang="en-US" sz="1800" dirty="0">
                <a:latin typeface="游ゴシック" panose="020B0400000000000000" pitchFamily="50" charset="-128"/>
                <a:ea typeface="游ゴシック" panose="020B0400000000000000" pitchFamily="50" charset="-128"/>
              </a:rPr>
              <a:t>株式会社　御中</a:t>
            </a:r>
            <a:endParaRPr lang="ja-JP" altLang="en-US" sz="1800" dirty="0">
              <a:latin typeface="游ゴシック" panose="020B0400000000000000" pitchFamily="50" charset="-128"/>
              <a:ea typeface="游ゴシック" panose="020B0400000000000000" pitchFamily="50" charset="-128"/>
            </a:endParaRPr>
          </a:p>
        </p:txBody>
      </p:sp>
      <p:sp>
        <p:nvSpPr>
          <p:cNvPr id="17" name="サブタイトル 2">
            <a:extLst>
              <a:ext uri="{FF2B5EF4-FFF2-40B4-BE49-F238E27FC236}">
                <a16:creationId xmlns:a16="http://schemas.microsoft.com/office/drawing/2014/main" id="{F4655473-2A28-18E1-0390-FE82C91D1291}"/>
              </a:ext>
            </a:extLst>
          </p:cNvPr>
          <p:cNvSpPr txBox="1">
            <a:spLocks/>
          </p:cNvSpPr>
          <p:nvPr/>
        </p:nvSpPr>
        <p:spPr>
          <a:xfrm>
            <a:off x="3143590" y="1422500"/>
            <a:ext cx="8136820" cy="286886"/>
          </a:xfrm>
          <a:prstGeom prst="rect">
            <a:avLst/>
          </a:prstGeom>
        </p:spPr>
        <p:txBody>
          <a:bodyPr vert="horz" lIns="0" tIns="0" rIns="0" bIns="0" rtlCol="0">
            <a:noAutofit/>
          </a:bodyPr>
          <a:lstStyle>
            <a:lvl1pPr marL="0" marR="0" indent="0" algn="l" defTabSz="685800" rtl="0" eaLnBrk="1" fontAlgn="auto" latinLnBrk="0" hangingPunct="1">
              <a:lnSpc>
                <a:spcPct val="100000"/>
              </a:lnSpc>
              <a:spcBef>
                <a:spcPts val="0"/>
              </a:spcBef>
              <a:spcAft>
                <a:spcPts val="0"/>
              </a:spcAft>
              <a:buClrTx/>
              <a:buSzTx/>
              <a:buFontTx/>
              <a:buNone/>
              <a:tabLst/>
              <a:defRPr kumimoji="1" sz="1200" kern="1200">
                <a:solidFill>
                  <a:schemeClr val="tx1"/>
                </a:solidFill>
                <a:latin typeface="+mn-lt"/>
                <a:ea typeface="+mn-ea"/>
                <a:cs typeface="+mn-cs"/>
              </a:defRPr>
            </a:lvl1pPr>
            <a:lvl2pPr marL="342900" indent="0" algn="ctr" defTabSz="685800" rtl="0" eaLnBrk="1" latinLnBrk="0" hangingPunct="1">
              <a:spcBef>
                <a:spcPts val="0"/>
              </a:spcBef>
              <a:buFontTx/>
              <a:buNone/>
              <a:defRPr kumimoji="1" sz="1200" kern="1200">
                <a:solidFill>
                  <a:schemeClr val="tx1">
                    <a:tint val="75000"/>
                  </a:schemeClr>
                </a:solidFill>
                <a:latin typeface="+mn-lt"/>
                <a:ea typeface="+mn-ea"/>
                <a:cs typeface="+mn-cs"/>
              </a:defRPr>
            </a:lvl2pPr>
            <a:lvl3pPr marL="685800" indent="0" algn="ctr" defTabSz="685800" rtl="0" eaLnBrk="1" latinLnBrk="0" hangingPunct="1">
              <a:spcBef>
                <a:spcPts val="0"/>
              </a:spcBef>
              <a:buFontTx/>
              <a:buNone/>
              <a:defRPr kumimoji="1" sz="1000" kern="1200">
                <a:solidFill>
                  <a:schemeClr val="tx1">
                    <a:tint val="75000"/>
                  </a:schemeClr>
                </a:solidFill>
                <a:latin typeface="+mn-lt"/>
                <a:ea typeface="+mn-ea"/>
                <a:cs typeface="+mn-cs"/>
              </a:defRPr>
            </a:lvl3pPr>
            <a:lvl4pPr marL="1028700" indent="0" algn="ctr" defTabSz="685800" rtl="0" eaLnBrk="1" latinLnBrk="0" hangingPunct="1">
              <a:spcBef>
                <a:spcPts val="0"/>
              </a:spcBef>
              <a:buFontTx/>
              <a:buNone/>
              <a:defRPr kumimoji="1" sz="900" kern="1200">
                <a:solidFill>
                  <a:schemeClr val="tx1">
                    <a:tint val="75000"/>
                  </a:schemeClr>
                </a:solidFill>
                <a:latin typeface="+mn-lt"/>
                <a:ea typeface="+mn-ea"/>
                <a:cs typeface="+mn-cs"/>
              </a:defRPr>
            </a:lvl4pPr>
            <a:lvl5pPr marL="1371600" indent="0" algn="ctr" defTabSz="685800" rtl="0" eaLnBrk="1" latinLnBrk="0" hangingPunct="1">
              <a:spcBef>
                <a:spcPts val="0"/>
              </a:spcBef>
              <a:buFontTx/>
              <a:buNone/>
              <a:defRPr kumimoji="1" sz="800" kern="1200">
                <a:solidFill>
                  <a:schemeClr val="tx1">
                    <a:tint val="75000"/>
                  </a:schemeClr>
                </a:solidFill>
                <a:latin typeface="ＭＳ Ｐゴシック" pitchFamily="50" charset="-128"/>
                <a:ea typeface="ＭＳ Ｐゴシック" pitchFamily="50" charset="-128"/>
                <a:cs typeface="+mn-cs"/>
              </a:defRPr>
            </a:lvl5pPr>
            <a:lvl6pPr marL="17145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9pPr>
          </a:lstStyle>
          <a:p>
            <a:pPr algn="r"/>
            <a:r>
              <a:rPr lang="en-US" altLang="ja-JP" sz="1800" dirty="0">
                <a:latin typeface="游ゴシック" panose="020B0400000000000000" pitchFamily="50" charset="-128"/>
                <a:ea typeface="游ゴシック" panose="020B0400000000000000" pitchFamily="50" charset="-128"/>
              </a:rPr>
              <a:t>20XX</a:t>
            </a:r>
            <a:r>
              <a:rPr lang="ja-JP" altLang="en-US" sz="1800" dirty="0">
                <a:latin typeface="游ゴシック" panose="020B0400000000000000" pitchFamily="50" charset="-128"/>
                <a:ea typeface="游ゴシック" panose="020B0400000000000000" pitchFamily="50" charset="-128"/>
              </a:rPr>
              <a:t>年</a:t>
            </a:r>
            <a:r>
              <a:rPr lang="en-US" altLang="ja-JP" sz="1800" dirty="0">
                <a:latin typeface="游ゴシック" panose="020B0400000000000000" pitchFamily="50" charset="-128"/>
                <a:ea typeface="游ゴシック" panose="020B0400000000000000" pitchFamily="50" charset="-128"/>
              </a:rPr>
              <a:t>X</a:t>
            </a:r>
            <a:r>
              <a:rPr lang="ja-JP" altLang="en-US" sz="1800" dirty="0">
                <a:latin typeface="游ゴシック" panose="020B0400000000000000" pitchFamily="50" charset="-128"/>
                <a:ea typeface="游ゴシック" panose="020B0400000000000000" pitchFamily="50" charset="-128"/>
              </a:rPr>
              <a:t>月</a:t>
            </a:r>
            <a:r>
              <a:rPr lang="en-US" altLang="ja-JP" sz="1800" dirty="0">
                <a:latin typeface="游ゴシック" panose="020B0400000000000000" pitchFamily="50" charset="-128"/>
                <a:ea typeface="游ゴシック" panose="020B0400000000000000" pitchFamily="50" charset="-128"/>
              </a:rPr>
              <a:t>X</a:t>
            </a:r>
            <a:r>
              <a:rPr lang="ja-JP" altLang="en-US" sz="1800" dirty="0">
                <a:latin typeface="游ゴシック" panose="020B0400000000000000" pitchFamily="50" charset="-128"/>
                <a:ea typeface="游ゴシック" panose="020B0400000000000000" pitchFamily="50" charset="-128"/>
              </a:rPr>
              <a:t>日　株式会社シグマクシス</a:t>
            </a:r>
          </a:p>
          <a:p>
            <a:pPr algn="r"/>
            <a:endParaRPr lang="ja-JP" altLang="en-US" dirty="0"/>
          </a:p>
        </p:txBody>
      </p:sp>
    </p:spTree>
    <p:extLst>
      <p:ext uri="{BB962C8B-B14F-4D97-AF65-F5344CB8AC3E}">
        <p14:creationId xmlns:p14="http://schemas.microsoft.com/office/powerpoint/2010/main" val="992121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endParaRPr kumimoji="1" lang="ja-JP" altLang="en-US" dirty="0"/>
          </a:p>
        </p:txBody>
      </p:sp>
      <p:sp>
        <p:nvSpPr>
          <p:cNvPr id="3" name="テキスト プレースホルダー 2"/>
          <p:cNvSpPr>
            <a:spLocks noGrp="1"/>
          </p:cNvSpPr>
          <p:nvPr>
            <p:ph type="body" sz="quarter" idx="10"/>
          </p:nvPr>
        </p:nvSpPr>
        <p:spPr/>
        <p:txBody>
          <a:bodyPr/>
          <a:lstStyle/>
          <a:p>
            <a:endParaRPr kumimoji="1" lang="ja-JP" altLang="en-US"/>
          </a:p>
        </p:txBody>
      </p:sp>
      <p:pic>
        <p:nvPicPr>
          <p:cNvPr id="4" name="図 3">
            <a:extLst>
              <a:ext uri="{FF2B5EF4-FFF2-40B4-BE49-F238E27FC236}">
                <a16:creationId xmlns:a16="http://schemas.microsoft.com/office/drawing/2014/main" id="{31BB3D01-023C-E97C-35A6-55B67475198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96457" y="404813"/>
            <a:ext cx="4897439" cy="6050725"/>
          </a:xfrm>
          <a:prstGeom prst="rect">
            <a:avLst/>
          </a:prstGeom>
        </p:spPr>
      </p:pic>
    </p:spTree>
    <p:extLst>
      <p:ext uri="{BB962C8B-B14F-4D97-AF65-F5344CB8AC3E}">
        <p14:creationId xmlns:p14="http://schemas.microsoft.com/office/powerpoint/2010/main" val="1733652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サブタイトル 1"/>
          <p:cNvSpPr>
            <a:spLocks noGrp="1"/>
          </p:cNvSpPr>
          <p:nvPr>
            <p:ph type="subTitle" idx="13"/>
          </p:nvPr>
        </p:nvSpPr>
        <p:spPr/>
        <p:txBody>
          <a:bodyPr/>
          <a:lstStyle/>
          <a:p>
            <a:endParaRPr lang="ja-JP" altLang="en-US" dirty="0">
              <a:latin typeface="游ゴシック" panose="020B0400000000000000" pitchFamily="50" charset="-128"/>
              <a:ea typeface="游ゴシック" panose="020B0400000000000000" pitchFamily="50" charset="-128"/>
            </a:endParaRPr>
          </a:p>
        </p:txBody>
      </p:sp>
      <p:sp>
        <p:nvSpPr>
          <p:cNvPr id="3" name="タイトル 2"/>
          <p:cNvSpPr>
            <a:spLocks noGrp="1"/>
          </p:cNvSpPr>
          <p:nvPr>
            <p:ph type="title"/>
          </p:nvPr>
        </p:nvSpPr>
        <p:spPr/>
        <p:txBody>
          <a:bodyPr/>
          <a:lstStyle/>
          <a:p>
            <a:endParaRPr kumimoji="1" lang="ja-JP" altLang="en-US" dirty="0">
              <a:latin typeface="游ゴシック" panose="020B0400000000000000" pitchFamily="50" charset="-128"/>
              <a:ea typeface="游ゴシック" panose="020B0400000000000000" pitchFamily="50" charset="-128"/>
            </a:endParaRPr>
          </a:p>
        </p:txBody>
      </p:sp>
      <p:sp>
        <p:nvSpPr>
          <p:cNvPr id="4" name="テキスト プレースホルダー 3"/>
          <p:cNvSpPr>
            <a:spLocks noGrp="1"/>
          </p:cNvSpPr>
          <p:nvPr>
            <p:ph type="body" sz="quarter" idx="14"/>
          </p:nvPr>
        </p:nvSpPr>
        <p:spPr/>
        <p:txBody>
          <a:bodyPr/>
          <a:lstStyle/>
          <a:p>
            <a:endParaRPr kumimoji="1" lang="ja-JP" altLang="en-US"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266669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dirty="0">
              <a:latin typeface="游ゴシック" panose="020B0400000000000000" pitchFamily="50" charset="-128"/>
              <a:ea typeface="游ゴシック" panose="020B0400000000000000" pitchFamily="50" charset="-128"/>
            </a:endParaRPr>
          </a:p>
        </p:txBody>
      </p:sp>
      <p:sp>
        <p:nvSpPr>
          <p:cNvPr id="3" name="テキスト プレースホルダー 2"/>
          <p:cNvSpPr>
            <a:spLocks noGrp="1"/>
          </p:cNvSpPr>
          <p:nvPr>
            <p:ph type="body" sz="quarter" idx="10"/>
          </p:nvPr>
        </p:nvSpPr>
        <p:spPr/>
        <p:txBody>
          <a:bodyPr/>
          <a:lstStyle/>
          <a:p>
            <a:endParaRPr kumimoji="1" lang="ja-JP" altLang="en-US"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4040738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b="1" dirty="0">
                <a:latin typeface="游ゴシック" panose="020B0400000000000000" pitchFamily="50" charset="-128"/>
                <a:ea typeface="游ゴシック" panose="020B0400000000000000" pitchFamily="50" charset="-128"/>
              </a:rPr>
              <a:t>お見積り</a:t>
            </a:r>
          </a:p>
        </p:txBody>
      </p:sp>
      <p:sp>
        <p:nvSpPr>
          <p:cNvPr id="6" name="テキスト ボックス 6"/>
          <p:cNvSpPr txBox="1">
            <a:spLocks noChangeArrowheads="1"/>
          </p:cNvSpPr>
          <p:nvPr/>
        </p:nvSpPr>
        <p:spPr bwMode="auto">
          <a:xfrm>
            <a:off x="911225" y="4144862"/>
            <a:ext cx="10369549" cy="2062103"/>
          </a:xfrm>
          <a:prstGeom prst="rect">
            <a:avLst/>
          </a:prstGeom>
          <a:noFill/>
          <a:ln w="9525">
            <a:noFill/>
            <a:miter lim="800000"/>
            <a:headEnd/>
            <a:tailEnd/>
          </a:ln>
        </p:spPr>
        <p:txBody>
          <a:bodyPr wrap="square">
            <a:spAutoFit/>
          </a:bodyPr>
          <a:lstStyle/>
          <a:p>
            <a:pPr marL="135721" lvl="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サービス料金に消費税相当額を加えた金額をご請求させて頂きます。</a:t>
            </a:r>
          </a:p>
          <a:p>
            <a:pPr marL="13572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サービス料金には貴社オフィスへの交通費等の実費が含まれております。</a:t>
            </a:r>
          </a:p>
          <a:p>
            <a:pPr marL="13572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契約書は弊社の準委任契約書を使用させていただきます。</a:t>
            </a:r>
            <a:endParaRPr lang="en-US" altLang="ja-JP" sz="1600" dirty="0">
              <a:solidFill>
                <a:srgbClr val="000000"/>
              </a:solidFill>
              <a:latin typeface="游ゴシック" panose="020B0400000000000000" pitchFamily="50" charset="-128"/>
              <a:ea typeface="游ゴシック" panose="020B0400000000000000" pitchFamily="50" charset="-128"/>
            </a:endParaRPr>
          </a:p>
          <a:p>
            <a:pPr marL="13572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お見積りは、貴社から受領した情報を前提に算出しております。前提が変更された場合は、改めてお見積りをご提示いたします。</a:t>
            </a:r>
            <a:endParaRPr lang="en-US" altLang="ja-JP" sz="1600" dirty="0">
              <a:solidFill>
                <a:srgbClr val="000000"/>
              </a:solidFill>
              <a:latin typeface="游ゴシック" panose="020B0400000000000000" pitchFamily="50" charset="-128"/>
              <a:ea typeface="游ゴシック" panose="020B0400000000000000" pitchFamily="50" charset="-128"/>
            </a:endParaRPr>
          </a:p>
          <a:p>
            <a:pPr marL="13572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本提案書及びお見積りの有効期間は、弊社が貴社に本提案書を提出した日から</a:t>
            </a:r>
            <a:r>
              <a:rPr lang="en-US" altLang="en-US" sz="1600" dirty="0">
                <a:solidFill>
                  <a:srgbClr val="000000"/>
                </a:solidFill>
                <a:latin typeface="游ゴシック" panose="020B0400000000000000" pitchFamily="50" charset="-128"/>
                <a:ea typeface="游ゴシック" panose="020B0400000000000000" pitchFamily="50" charset="-128"/>
              </a:rPr>
              <a:t>30</a:t>
            </a:r>
            <a:r>
              <a:rPr lang="ja-JP" altLang="en-US" sz="1600" dirty="0">
                <a:solidFill>
                  <a:srgbClr val="000000"/>
                </a:solidFill>
                <a:latin typeface="游ゴシック" panose="020B0400000000000000" pitchFamily="50" charset="-128"/>
                <a:ea typeface="游ゴシック" panose="020B0400000000000000" pitchFamily="50" charset="-128"/>
              </a:rPr>
              <a:t>日間とさせていただきます。</a:t>
            </a:r>
            <a:endParaRPr lang="en-US" altLang="ja-JP" sz="1600" dirty="0">
              <a:solidFill>
                <a:srgbClr val="000000"/>
              </a:solidFill>
              <a:latin typeface="游ゴシック" panose="020B0400000000000000" pitchFamily="50" charset="-128"/>
              <a:ea typeface="游ゴシック" panose="020B0400000000000000" pitchFamily="50" charset="-128"/>
            </a:endParaRPr>
          </a:p>
          <a:p>
            <a:pPr marL="13572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弊社コンサルタントのサービス提供の時間帯および有給休暇の取得について、貴社のご理解とご協力をお願い申し上げます。</a:t>
            </a:r>
          </a:p>
        </p:txBody>
      </p:sp>
      <p:sp>
        <p:nvSpPr>
          <p:cNvPr id="3" name="正方形/長方形 2">
            <a:extLst>
              <a:ext uri="{FF2B5EF4-FFF2-40B4-BE49-F238E27FC236}">
                <a16:creationId xmlns:a16="http://schemas.microsoft.com/office/drawing/2014/main" id="{F5E05EB7-B076-B6ED-9130-8F81E593E4F0}"/>
              </a:ext>
            </a:extLst>
          </p:cNvPr>
          <p:cNvSpPr>
            <a:spLocks noChangeAspect="1"/>
          </p:cNvSpPr>
          <p:nvPr/>
        </p:nvSpPr>
        <p:spPr>
          <a:xfrm>
            <a:off x="1177854" y="1088982"/>
            <a:ext cx="2451801" cy="1073397"/>
          </a:xfrm>
          <a:prstGeom prst="rect">
            <a:avLst/>
          </a:prstGeom>
          <a:solidFill>
            <a:schemeClr val="tx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dirty="0">
                <a:solidFill>
                  <a:schemeClr val="tx1"/>
                </a:solidFill>
                <a:latin typeface="+mn-ea"/>
                <a:sym typeface="ＭＳ Ｐゴシック" panose="020B0600070205080204" pitchFamily="50" charset="-128"/>
              </a:rPr>
              <a:t>サービス料金</a:t>
            </a:r>
          </a:p>
        </p:txBody>
      </p:sp>
      <p:sp>
        <p:nvSpPr>
          <p:cNvPr id="4" name="正方形/長方形 3">
            <a:extLst>
              <a:ext uri="{FF2B5EF4-FFF2-40B4-BE49-F238E27FC236}">
                <a16:creationId xmlns:a16="http://schemas.microsoft.com/office/drawing/2014/main" id="{A4FB9FDC-F811-50A7-DAB3-7C96714BB805}"/>
              </a:ext>
            </a:extLst>
          </p:cNvPr>
          <p:cNvSpPr>
            <a:spLocks noChangeAspect="1"/>
          </p:cNvSpPr>
          <p:nvPr/>
        </p:nvSpPr>
        <p:spPr>
          <a:xfrm>
            <a:off x="1177854" y="2217611"/>
            <a:ext cx="2451800" cy="809020"/>
          </a:xfrm>
          <a:prstGeom prst="rect">
            <a:avLst/>
          </a:prstGeom>
          <a:solidFill>
            <a:schemeClr val="tx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dirty="0">
                <a:solidFill>
                  <a:schemeClr val="tx1"/>
                </a:solidFill>
                <a:latin typeface="+mn-ea"/>
                <a:sym typeface="ＭＳ Ｐゴシック" panose="020B0600070205080204" pitchFamily="50" charset="-128"/>
              </a:rPr>
              <a:t>プロジェクト期間</a:t>
            </a:r>
          </a:p>
        </p:txBody>
      </p:sp>
      <p:sp>
        <p:nvSpPr>
          <p:cNvPr id="5" name="正方形/長方形 4">
            <a:extLst>
              <a:ext uri="{FF2B5EF4-FFF2-40B4-BE49-F238E27FC236}">
                <a16:creationId xmlns:a16="http://schemas.microsoft.com/office/drawing/2014/main" id="{508C6305-F82F-ECE4-5D67-D3679D52AAD1}"/>
              </a:ext>
            </a:extLst>
          </p:cNvPr>
          <p:cNvSpPr>
            <a:spLocks noChangeAspect="1"/>
          </p:cNvSpPr>
          <p:nvPr/>
        </p:nvSpPr>
        <p:spPr>
          <a:xfrm>
            <a:off x="1177854" y="3076993"/>
            <a:ext cx="2451800" cy="809020"/>
          </a:xfrm>
          <a:prstGeom prst="rect">
            <a:avLst/>
          </a:prstGeom>
          <a:solidFill>
            <a:schemeClr val="tx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dirty="0">
                <a:solidFill>
                  <a:schemeClr val="tx1"/>
                </a:solidFill>
                <a:latin typeface="+mn-ea"/>
                <a:sym typeface="ＭＳ Ｐゴシック" panose="020B0600070205080204" pitchFamily="50" charset="-128"/>
              </a:rPr>
              <a:t>契約形態</a:t>
            </a:r>
          </a:p>
        </p:txBody>
      </p:sp>
      <p:sp>
        <p:nvSpPr>
          <p:cNvPr id="9" name="正方形/長方形 8">
            <a:extLst>
              <a:ext uri="{FF2B5EF4-FFF2-40B4-BE49-F238E27FC236}">
                <a16:creationId xmlns:a16="http://schemas.microsoft.com/office/drawing/2014/main" id="{4AF16DAA-71D7-4CB2-B21A-AD966501FA71}"/>
              </a:ext>
            </a:extLst>
          </p:cNvPr>
          <p:cNvSpPr>
            <a:spLocks noChangeAspect="1"/>
          </p:cNvSpPr>
          <p:nvPr/>
        </p:nvSpPr>
        <p:spPr>
          <a:xfrm>
            <a:off x="3719670" y="1088982"/>
            <a:ext cx="7042700" cy="1073397"/>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XXX,XXX,XXX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円（消費税別）</a:t>
            </a:r>
            <a:endPar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endParaRPr>
          </a:p>
        </p:txBody>
      </p:sp>
      <p:sp>
        <p:nvSpPr>
          <p:cNvPr id="10" name="正方形/長方形 9">
            <a:extLst>
              <a:ext uri="{FF2B5EF4-FFF2-40B4-BE49-F238E27FC236}">
                <a16:creationId xmlns:a16="http://schemas.microsoft.com/office/drawing/2014/main" id="{2B8F1F06-898F-1A13-F1DE-C4C73C148168}"/>
              </a:ext>
            </a:extLst>
          </p:cNvPr>
          <p:cNvSpPr>
            <a:spLocks noChangeAspect="1"/>
          </p:cNvSpPr>
          <p:nvPr/>
        </p:nvSpPr>
        <p:spPr>
          <a:xfrm>
            <a:off x="3719670" y="2204830"/>
            <a:ext cx="7042700" cy="80902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20XX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年</a:t>
            </a: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月</a:t>
            </a: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日から</a:t>
            </a: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20XX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年</a:t>
            </a: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月</a:t>
            </a: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日まで</a:t>
            </a:r>
          </a:p>
        </p:txBody>
      </p:sp>
      <p:sp>
        <p:nvSpPr>
          <p:cNvPr id="11" name="正方形/長方形 10">
            <a:extLst>
              <a:ext uri="{FF2B5EF4-FFF2-40B4-BE49-F238E27FC236}">
                <a16:creationId xmlns:a16="http://schemas.microsoft.com/office/drawing/2014/main" id="{5D5B6F23-4417-9C9B-B116-9FCBBB81B661}"/>
              </a:ext>
            </a:extLst>
          </p:cNvPr>
          <p:cNvSpPr>
            <a:spLocks noChangeAspect="1"/>
          </p:cNvSpPr>
          <p:nvPr/>
        </p:nvSpPr>
        <p:spPr>
          <a:xfrm>
            <a:off x="3719670" y="3076993"/>
            <a:ext cx="7042700" cy="80902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準委任契約</a:t>
            </a:r>
          </a:p>
        </p:txBody>
      </p:sp>
    </p:spTree>
    <p:extLst>
      <p:ext uri="{BB962C8B-B14F-4D97-AF65-F5344CB8AC3E}">
        <p14:creationId xmlns:p14="http://schemas.microsoft.com/office/powerpoint/2010/main" val="489726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b="1" dirty="0">
                <a:latin typeface="游ゴシック" panose="020B0400000000000000" pitchFamily="50" charset="-128"/>
                <a:ea typeface="游ゴシック" panose="020B0400000000000000" pitchFamily="50" charset="-128"/>
              </a:rPr>
              <a:t>月次作業完了確認書</a:t>
            </a:r>
            <a:endParaRPr lang="en-US" altLang="ja-JP" b="1" dirty="0">
              <a:latin typeface="游ゴシック" panose="020B0400000000000000" pitchFamily="50" charset="-128"/>
              <a:ea typeface="游ゴシック" panose="020B0400000000000000" pitchFamily="50" charset="-128"/>
            </a:endParaRPr>
          </a:p>
        </p:txBody>
      </p:sp>
      <p:pic>
        <p:nvPicPr>
          <p:cNvPr id="3" name="図 2"/>
          <p:cNvPicPr>
            <a:picLocks noChangeAspect="1"/>
          </p:cNvPicPr>
          <p:nvPr/>
        </p:nvPicPr>
        <p:blipFill>
          <a:blip r:embed="rId2"/>
          <a:stretch>
            <a:fillRect/>
          </a:stretch>
        </p:blipFill>
        <p:spPr>
          <a:xfrm>
            <a:off x="6960120" y="1412875"/>
            <a:ext cx="4021880" cy="3868248"/>
          </a:xfrm>
          <a:prstGeom prst="rect">
            <a:avLst/>
          </a:prstGeom>
        </p:spPr>
      </p:pic>
      <p:sp>
        <p:nvSpPr>
          <p:cNvPr id="4" name="テキスト プレースホルダー 2">
            <a:extLst>
              <a:ext uri="{FF2B5EF4-FFF2-40B4-BE49-F238E27FC236}">
                <a16:creationId xmlns:a16="http://schemas.microsoft.com/office/drawing/2014/main" id="{209407C5-40C7-FE38-5029-F63540EC2C5E}"/>
              </a:ext>
            </a:extLst>
          </p:cNvPr>
          <p:cNvSpPr>
            <a:spLocks noGrp="1"/>
          </p:cNvSpPr>
          <p:nvPr>
            <p:ph type="body" sz="quarter" idx="10"/>
          </p:nvPr>
        </p:nvSpPr>
        <p:spPr>
          <a:xfrm>
            <a:off x="924646" y="1425575"/>
            <a:ext cx="4884017" cy="2579505"/>
          </a:xfrm>
        </p:spPr>
        <p:txBody>
          <a:bodyPr/>
          <a:lstStyle/>
          <a:p>
            <a:pPr algn="just"/>
            <a:r>
              <a:rPr kumimoji="1" lang="ja-JP" altLang="en-US" sz="1600" dirty="0">
                <a:latin typeface="游ゴシック" panose="020B0400000000000000" pitchFamily="50" charset="-128"/>
                <a:ea typeface="游ゴシック" panose="020B0400000000000000" pitchFamily="50" charset="-128"/>
              </a:rPr>
              <a:t>作業計画書は、フェーズ、ワーク、タスクの３つのレベルに展開されて作成されます。</a:t>
            </a:r>
          </a:p>
          <a:p>
            <a:pPr algn="just"/>
            <a:r>
              <a:rPr kumimoji="1" lang="ja-JP" altLang="en-US" sz="1600" dirty="0">
                <a:latin typeface="游ゴシック" panose="020B0400000000000000" pitchFamily="50" charset="-128"/>
                <a:ea typeface="游ゴシック" panose="020B0400000000000000" pitchFamily="50" charset="-128"/>
              </a:rPr>
              <a:t>この計画書に基いたワークレベルでの進捗を電子サインサービス</a:t>
            </a:r>
            <a:r>
              <a:rPr kumimoji="1" lang="en-US" altLang="ja-JP" sz="1600" dirty="0">
                <a:latin typeface="游ゴシック" panose="020B0400000000000000" pitchFamily="50" charset="-128"/>
                <a:ea typeface="游ゴシック" panose="020B0400000000000000" pitchFamily="50" charset="-128"/>
              </a:rPr>
              <a:t>(DocuSign)</a:t>
            </a:r>
            <a:r>
              <a:rPr kumimoji="1" lang="ja-JP" altLang="en-US" sz="1600" dirty="0">
                <a:latin typeface="游ゴシック" panose="020B0400000000000000" pitchFamily="50" charset="-128"/>
                <a:ea typeface="游ゴシック" panose="020B0400000000000000" pitchFamily="50" charset="-128"/>
              </a:rPr>
              <a:t>にて、プロジェクトリーダーにご報告します。</a:t>
            </a:r>
            <a:endParaRPr kumimoji="1" lang="en-US" altLang="ja-JP" sz="1600" dirty="0">
              <a:latin typeface="游ゴシック" panose="020B0400000000000000" pitchFamily="50" charset="-128"/>
              <a:ea typeface="游ゴシック" panose="020B0400000000000000" pitchFamily="50" charset="-128"/>
            </a:endParaRPr>
          </a:p>
          <a:p>
            <a:pPr algn="just"/>
            <a:endParaRPr kumimoji="1" lang="ja-JP" altLang="en-US" sz="1600" dirty="0">
              <a:latin typeface="游ゴシック" panose="020B0400000000000000" pitchFamily="50" charset="-128"/>
              <a:ea typeface="游ゴシック" panose="020B0400000000000000" pitchFamily="50" charset="-128"/>
            </a:endParaRPr>
          </a:p>
          <a:p>
            <a:pPr algn="just"/>
            <a:r>
              <a:rPr kumimoji="1" lang="ja-JP" altLang="en-US" sz="1600" dirty="0">
                <a:latin typeface="游ゴシック" panose="020B0400000000000000" pitchFamily="50" charset="-128"/>
                <a:ea typeface="游ゴシック" panose="020B0400000000000000" pitchFamily="50" charset="-128"/>
              </a:rPr>
              <a:t>ご確認の上、ご署名頂けますようご協力をお願い申し上げます。</a:t>
            </a:r>
          </a:p>
        </p:txBody>
      </p:sp>
    </p:spTree>
    <p:extLst>
      <p:ext uri="{BB962C8B-B14F-4D97-AF65-F5344CB8AC3E}">
        <p14:creationId xmlns:p14="http://schemas.microsoft.com/office/powerpoint/2010/main" val="2694540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b="1" dirty="0">
                <a:latin typeface="游ゴシック" panose="020B0400000000000000" pitchFamily="50" charset="-128"/>
                <a:ea typeface="游ゴシック" panose="020B0400000000000000" pitchFamily="50" charset="-128"/>
              </a:rPr>
              <a:t>プロジェクト満足度調査</a:t>
            </a:r>
            <a:endParaRPr lang="en-US" altLang="ja-JP" b="1" dirty="0">
              <a:latin typeface="游ゴシック" panose="020B0400000000000000" pitchFamily="50" charset="-128"/>
              <a:ea typeface="游ゴシック" panose="020B0400000000000000" pitchFamily="50" charset="-128"/>
            </a:endParaRPr>
          </a:p>
        </p:txBody>
      </p:sp>
      <p:pic>
        <p:nvPicPr>
          <p:cNvPr id="3" name="図 2"/>
          <p:cNvPicPr>
            <a:picLocks noChangeAspect="1"/>
          </p:cNvPicPr>
          <p:nvPr/>
        </p:nvPicPr>
        <p:blipFill>
          <a:blip r:embed="rId2"/>
          <a:stretch>
            <a:fillRect/>
          </a:stretch>
        </p:blipFill>
        <p:spPr>
          <a:xfrm>
            <a:off x="6553460" y="1412875"/>
            <a:ext cx="4474596" cy="3163505"/>
          </a:xfrm>
          <a:prstGeom prst="rect">
            <a:avLst/>
          </a:prstGeom>
        </p:spPr>
      </p:pic>
      <p:sp>
        <p:nvSpPr>
          <p:cNvPr id="4" name="テキスト プレースホルダー 2">
            <a:extLst>
              <a:ext uri="{FF2B5EF4-FFF2-40B4-BE49-F238E27FC236}">
                <a16:creationId xmlns:a16="http://schemas.microsoft.com/office/drawing/2014/main" id="{9D187448-A1EA-EC2B-E921-D530583893BC}"/>
              </a:ext>
            </a:extLst>
          </p:cNvPr>
          <p:cNvSpPr>
            <a:spLocks noGrp="1"/>
          </p:cNvSpPr>
          <p:nvPr>
            <p:ph type="body" sz="quarter" idx="10"/>
          </p:nvPr>
        </p:nvSpPr>
        <p:spPr>
          <a:xfrm>
            <a:off x="924646" y="1425575"/>
            <a:ext cx="4884017" cy="3659655"/>
          </a:xfrm>
        </p:spPr>
        <p:txBody>
          <a:bodyPr/>
          <a:lstStyle/>
          <a:p>
            <a:pPr algn="just"/>
            <a:r>
              <a:rPr kumimoji="1" lang="ja-JP" altLang="en-US" sz="1600" dirty="0">
                <a:latin typeface="游ゴシック" panose="020B0400000000000000" pitchFamily="50" charset="-128"/>
                <a:ea typeface="游ゴシック" panose="020B0400000000000000" pitchFamily="50" charset="-128"/>
              </a:rPr>
              <a:t>プロジェクト終了後 、当該プロジェクトが適切に運営され、プロジェクトの目的が当初の予定通り達成されたか否かについて、</a:t>
            </a:r>
            <a:r>
              <a:rPr kumimoji="1" lang="en-US" altLang="ja-JP" sz="1600" dirty="0">
                <a:latin typeface="游ゴシック" panose="020B0400000000000000" pitchFamily="50" charset="-128"/>
                <a:ea typeface="游ゴシック" panose="020B0400000000000000" pitchFamily="50" charset="-128"/>
              </a:rPr>
              <a:t>5</a:t>
            </a:r>
            <a:r>
              <a:rPr kumimoji="1" lang="ja-JP" altLang="en-US" sz="1600" dirty="0">
                <a:latin typeface="游ゴシック" panose="020B0400000000000000" pitchFamily="50" charset="-128"/>
                <a:ea typeface="游ゴシック" panose="020B0400000000000000" pitchFamily="50" charset="-128"/>
              </a:rPr>
              <a:t>段階でご評価いただきます。</a:t>
            </a:r>
            <a:br>
              <a:rPr kumimoji="1" lang="ja-JP" altLang="en-US" sz="1600" dirty="0">
                <a:latin typeface="游ゴシック" panose="020B0400000000000000" pitchFamily="50" charset="-128"/>
                <a:ea typeface="游ゴシック" panose="020B0400000000000000" pitchFamily="50" charset="-128"/>
              </a:rPr>
            </a:br>
            <a:r>
              <a:rPr kumimoji="1" lang="ja-JP" altLang="en-US" sz="1600" dirty="0">
                <a:latin typeface="游ゴシック" panose="020B0400000000000000" pitchFamily="50" charset="-128"/>
                <a:ea typeface="游ゴシック" panose="020B0400000000000000" pitchFamily="50" charset="-128"/>
              </a:rPr>
              <a:t>必要なフォローアップアクションを取らせていただきますと共に、弊社のサービスの向上に活用させていただきます。</a:t>
            </a:r>
            <a:endParaRPr kumimoji="1" lang="en-US" altLang="ja-JP" sz="1600" dirty="0">
              <a:latin typeface="游ゴシック" panose="020B0400000000000000" pitchFamily="50" charset="-128"/>
              <a:ea typeface="游ゴシック" panose="020B0400000000000000" pitchFamily="50" charset="-128"/>
            </a:endParaRPr>
          </a:p>
          <a:p>
            <a:pPr algn="just"/>
            <a:endParaRPr kumimoji="1" lang="ja-JP" altLang="en-US" sz="1600" dirty="0">
              <a:latin typeface="游ゴシック" panose="020B0400000000000000" pitchFamily="50" charset="-128"/>
              <a:ea typeface="游ゴシック" panose="020B0400000000000000" pitchFamily="50" charset="-128"/>
            </a:endParaRPr>
          </a:p>
          <a:p>
            <a:pPr algn="just"/>
            <a:r>
              <a:rPr kumimoji="1" lang="ja-JP" altLang="en-US" sz="1600" dirty="0">
                <a:latin typeface="游ゴシック" panose="020B0400000000000000" pitchFamily="50" charset="-128"/>
                <a:ea typeface="游ゴシック" panose="020B0400000000000000" pitchFamily="50" charset="-128"/>
              </a:rPr>
              <a:t>電子サインサービス</a:t>
            </a:r>
            <a:r>
              <a:rPr kumimoji="1" lang="en-US" altLang="ja-JP" sz="1600" dirty="0">
                <a:latin typeface="游ゴシック" panose="020B0400000000000000" pitchFamily="50" charset="-128"/>
                <a:ea typeface="游ゴシック" panose="020B0400000000000000" pitchFamily="50" charset="-128"/>
              </a:rPr>
              <a:t>(DocuSign)</a:t>
            </a:r>
            <a:r>
              <a:rPr kumimoji="1" lang="ja-JP" altLang="en-US" sz="1600" dirty="0">
                <a:latin typeface="游ゴシック" panose="020B0400000000000000" pitchFamily="50" charset="-128"/>
                <a:ea typeface="游ゴシック" panose="020B0400000000000000" pitchFamily="50" charset="-128"/>
              </a:rPr>
              <a:t>にて書面を送付致しますので、忌憚のないご評価、ご指導を賜りたく、ご協力をお願い申し上げます。</a:t>
            </a:r>
          </a:p>
        </p:txBody>
      </p:sp>
    </p:spTree>
    <p:extLst>
      <p:ext uri="{BB962C8B-B14F-4D97-AF65-F5344CB8AC3E}">
        <p14:creationId xmlns:p14="http://schemas.microsoft.com/office/powerpoint/2010/main" val="746037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b="1" dirty="0">
                <a:latin typeface="游ゴシック" panose="020B0400000000000000" pitchFamily="50" charset="-128"/>
                <a:ea typeface="游ゴシック" panose="020B0400000000000000" pitchFamily="50" charset="-128"/>
              </a:rPr>
              <a:t>電子サインサービス</a:t>
            </a:r>
            <a:r>
              <a:rPr lang="en-US" altLang="ja-JP" b="1" dirty="0">
                <a:latin typeface="游ゴシック" panose="020B0400000000000000" pitchFamily="50" charset="-128"/>
                <a:ea typeface="游ゴシック" panose="020B0400000000000000" pitchFamily="50" charset="-128"/>
              </a:rPr>
              <a:t>(DocuSign)</a:t>
            </a:r>
            <a:r>
              <a:rPr lang="ja-JP" altLang="en-US" b="1" dirty="0">
                <a:latin typeface="游ゴシック" panose="020B0400000000000000" pitchFamily="50" charset="-128"/>
                <a:ea typeface="游ゴシック" panose="020B0400000000000000" pitchFamily="50" charset="-128"/>
              </a:rPr>
              <a:t>利用について</a:t>
            </a:r>
            <a:endParaRPr lang="en-US" altLang="ja-JP" b="1" dirty="0">
              <a:latin typeface="游ゴシック" panose="020B0400000000000000" pitchFamily="50" charset="-128"/>
              <a:ea typeface="游ゴシック" panose="020B0400000000000000" pitchFamily="50" charset="-128"/>
            </a:endParaRPr>
          </a:p>
        </p:txBody>
      </p:sp>
      <p:sp>
        <p:nvSpPr>
          <p:cNvPr id="4" name="コンテンツ プレースホルダー 2"/>
          <p:cNvSpPr txBox="1">
            <a:spLocks/>
          </p:cNvSpPr>
          <p:nvPr/>
        </p:nvSpPr>
        <p:spPr>
          <a:xfrm>
            <a:off x="3847244" y="2780571"/>
            <a:ext cx="1360796" cy="307777"/>
          </a:xfrm>
          <a:prstGeom prst="rect">
            <a:avLst/>
          </a:prstGeom>
        </p:spPr>
        <p:txBody>
          <a:bodyPr wrap="square">
            <a:spAutoFit/>
          </a:bodyPr>
          <a:lstStyle>
            <a:lvl1pPr marL="180000" indent="-180000" algn="l" defTabSz="685800" rtl="0" eaLnBrk="1" latinLnBrk="0" hangingPunct="1">
              <a:spcBef>
                <a:spcPts val="0"/>
              </a:spcBef>
              <a:buFont typeface="Arial" panose="020B0604020202020204" pitchFamily="34" charset="0"/>
              <a:buChar char="•"/>
              <a:defRPr kumimoji="1" sz="1400" kern="1200">
                <a:solidFill>
                  <a:schemeClr val="tx1"/>
                </a:solidFill>
                <a:latin typeface="+mn-lt"/>
                <a:ea typeface="+mn-ea"/>
                <a:cs typeface="+mn-cs"/>
              </a:defRPr>
            </a:lvl1pPr>
            <a:lvl2pPr marL="450000" indent="-180000" algn="l" defTabSz="685800" rtl="0" eaLnBrk="1" latinLnBrk="0" hangingPunct="1">
              <a:spcBef>
                <a:spcPts val="0"/>
              </a:spcBef>
              <a:buFont typeface="Arial" panose="020B0604020202020204" pitchFamily="34" charset="0"/>
              <a:buChar char="•"/>
              <a:defRPr kumimoji="1" sz="1200" kern="1200">
                <a:solidFill>
                  <a:schemeClr val="tx1"/>
                </a:solidFill>
                <a:latin typeface="+mn-lt"/>
                <a:ea typeface="+mn-ea"/>
                <a:cs typeface="+mn-cs"/>
              </a:defRPr>
            </a:lvl2pPr>
            <a:lvl3pPr marL="720000" indent="-180000" algn="l" defTabSz="685800" rtl="0" eaLnBrk="1" latinLnBrk="0" hangingPunct="1">
              <a:spcBef>
                <a:spcPts val="0"/>
              </a:spcBef>
              <a:buFont typeface="Arial" panose="020B0604020202020204" pitchFamily="34" charset="0"/>
              <a:buChar char="•"/>
              <a:defRPr kumimoji="1" sz="1000" kern="1200">
                <a:solidFill>
                  <a:schemeClr val="tx1"/>
                </a:solidFill>
                <a:latin typeface="+mn-lt"/>
                <a:ea typeface="+mn-ea"/>
                <a:cs typeface="+mn-cs"/>
              </a:defRPr>
            </a:lvl3pPr>
            <a:lvl4pPr marL="936000" indent="-180000" algn="l" defTabSz="685800" rtl="0" eaLnBrk="1" latinLnBrk="0" hangingPunct="1">
              <a:spcBef>
                <a:spcPts val="0"/>
              </a:spcBef>
              <a:buFont typeface="Arial" panose="020B0604020202020204" pitchFamily="34" charset="0"/>
              <a:buChar char="•"/>
              <a:defRPr kumimoji="1" sz="900" kern="1200">
                <a:solidFill>
                  <a:schemeClr val="tx1"/>
                </a:solidFill>
                <a:latin typeface="+mn-lt"/>
                <a:ea typeface="+mn-ea"/>
                <a:cs typeface="+mn-cs"/>
              </a:defRPr>
            </a:lvl4pPr>
            <a:lvl5pPr marL="1116000" indent="-180000" algn="l" defTabSz="685800" rtl="0" eaLnBrk="1" latinLnBrk="0" hangingPunct="1">
              <a:spcBef>
                <a:spcPts val="0"/>
              </a:spcBef>
              <a:buFont typeface="Arial" panose="020B0604020202020204" pitchFamily="34" charset="0"/>
              <a:buChar char="•"/>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pPr marL="0" indent="0" algn="ctr">
              <a:buNone/>
            </a:pPr>
            <a:r>
              <a:rPr lang="ja-JP" altLang="en-US" b="1" dirty="0">
                <a:latin typeface="游ゴシック" panose="020B0400000000000000" pitchFamily="50" charset="-128"/>
                <a:ea typeface="游ゴシック" panose="020B0400000000000000" pitchFamily="50" charset="-128"/>
              </a:rPr>
              <a:t>ご依頼メール</a:t>
            </a:r>
            <a:endParaRPr lang="ja-JP" altLang="ja-JP" b="1" dirty="0">
              <a:latin typeface="游ゴシック" panose="020B0400000000000000" pitchFamily="50" charset="-128"/>
              <a:ea typeface="游ゴシック" panose="020B0400000000000000" pitchFamily="50" charset="-128"/>
            </a:endParaRPr>
          </a:p>
        </p:txBody>
      </p:sp>
      <p:sp>
        <p:nvSpPr>
          <p:cNvPr id="9" name="コンテンツ プレースホルダー 2"/>
          <p:cNvSpPr txBox="1">
            <a:spLocks/>
          </p:cNvSpPr>
          <p:nvPr/>
        </p:nvSpPr>
        <p:spPr>
          <a:xfrm>
            <a:off x="7643469" y="2780571"/>
            <a:ext cx="1909011" cy="307777"/>
          </a:xfrm>
          <a:prstGeom prst="rect">
            <a:avLst/>
          </a:prstGeom>
        </p:spPr>
        <p:txBody>
          <a:bodyPr wrap="square">
            <a:spAutoFit/>
          </a:bodyPr>
          <a:lstStyle>
            <a:lvl1pPr marL="180000" indent="-180000" algn="l" defTabSz="685800" rtl="0" eaLnBrk="1" latinLnBrk="0" hangingPunct="1">
              <a:spcBef>
                <a:spcPts val="0"/>
              </a:spcBef>
              <a:buFont typeface="Arial" panose="020B0604020202020204" pitchFamily="34" charset="0"/>
              <a:buChar char="•"/>
              <a:defRPr kumimoji="1" sz="1400" kern="1200">
                <a:solidFill>
                  <a:schemeClr val="tx1"/>
                </a:solidFill>
                <a:latin typeface="+mn-lt"/>
                <a:ea typeface="+mn-ea"/>
                <a:cs typeface="+mn-cs"/>
              </a:defRPr>
            </a:lvl1pPr>
            <a:lvl2pPr marL="450000" indent="-180000" algn="l" defTabSz="685800" rtl="0" eaLnBrk="1" latinLnBrk="0" hangingPunct="1">
              <a:spcBef>
                <a:spcPts val="0"/>
              </a:spcBef>
              <a:buFont typeface="Arial" panose="020B0604020202020204" pitchFamily="34" charset="0"/>
              <a:buChar char="•"/>
              <a:defRPr kumimoji="1" sz="1200" kern="1200">
                <a:solidFill>
                  <a:schemeClr val="tx1"/>
                </a:solidFill>
                <a:latin typeface="+mn-lt"/>
                <a:ea typeface="+mn-ea"/>
                <a:cs typeface="+mn-cs"/>
              </a:defRPr>
            </a:lvl2pPr>
            <a:lvl3pPr marL="720000" indent="-180000" algn="l" defTabSz="685800" rtl="0" eaLnBrk="1" latinLnBrk="0" hangingPunct="1">
              <a:spcBef>
                <a:spcPts val="0"/>
              </a:spcBef>
              <a:buFont typeface="Arial" panose="020B0604020202020204" pitchFamily="34" charset="0"/>
              <a:buChar char="•"/>
              <a:defRPr kumimoji="1" sz="1000" kern="1200">
                <a:solidFill>
                  <a:schemeClr val="tx1"/>
                </a:solidFill>
                <a:latin typeface="+mn-lt"/>
                <a:ea typeface="+mn-ea"/>
                <a:cs typeface="+mn-cs"/>
              </a:defRPr>
            </a:lvl3pPr>
            <a:lvl4pPr marL="936000" indent="-180000" algn="l" defTabSz="685800" rtl="0" eaLnBrk="1" latinLnBrk="0" hangingPunct="1">
              <a:spcBef>
                <a:spcPts val="0"/>
              </a:spcBef>
              <a:buFont typeface="Arial" panose="020B0604020202020204" pitchFamily="34" charset="0"/>
              <a:buChar char="•"/>
              <a:defRPr kumimoji="1" sz="900" kern="1200">
                <a:solidFill>
                  <a:schemeClr val="tx1"/>
                </a:solidFill>
                <a:latin typeface="+mn-lt"/>
                <a:ea typeface="+mn-ea"/>
                <a:cs typeface="+mn-cs"/>
              </a:defRPr>
            </a:lvl4pPr>
            <a:lvl5pPr marL="1116000" indent="-180000" algn="l" defTabSz="685800" rtl="0" eaLnBrk="1" latinLnBrk="0" hangingPunct="1">
              <a:spcBef>
                <a:spcPts val="0"/>
              </a:spcBef>
              <a:buFont typeface="Arial" panose="020B0604020202020204" pitchFamily="34" charset="0"/>
              <a:buChar char="•"/>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pPr marL="0" indent="0" algn="ctr">
              <a:buNone/>
            </a:pPr>
            <a:r>
              <a:rPr lang="ja-JP" altLang="en-US" b="1" dirty="0">
                <a:latin typeface="游ゴシック" panose="020B0400000000000000" pitchFamily="50" charset="-128"/>
                <a:ea typeface="游ゴシック" panose="020B0400000000000000" pitchFamily="50" charset="-128"/>
              </a:rPr>
              <a:t>ご確認・ご記入画面</a:t>
            </a:r>
            <a:endParaRPr lang="ja-JP" altLang="ja-JP" b="1" dirty="0">
              <a:latin typeface="游ゴシック" panose="020B0400000000000000" pitchFamily="50" charset="-128"/>
              <a:ea typeface="游ゴシック" panose="020B0400000000000000" pitchFamily="50" charset="-128"/>
            </a:endParaRPr>
          </a:p>
        </p:txBody>
      </p:sp>
      <p:pic>
        <p:nvPicPr>
          <p:cNvPr id="6" name="図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5340" y="3063750"/>
            <a:ext cx="3234034" cy="3251578"/>
          </a:xfrm>
          <a:prstGeom prst="rect">
            <a:avLst/>
          </a:prstGeom>
        </p:spPr>
      </p:pic>
      <p:pic>
        <p:nvPicPr>
          <p:cNvPr id="12" name="図 11"/>
          <p:cNvPicPr>
            <a:picLocks noChangeAspect="1"/>
          </p:cNvPicPr>
          <p:nvPr/>
        </p:nvPicPr>
        <p:blipFill>
          <a:blip r:embed="rId3"/>
          <a:stretch>
            <a:fillRect/>
          </a:stretch>
        </p:blipFill>
        <p:spPr>
          <a:xfrm>
            <a:off x="6414474" y="3063750"/>
            <a:ext cx="4133446" cy="3389670"/>
          </a:xfrm>
          <a:prstGeom prst="rect">
            <a:avLst/>
          </a:prstGeom>
        </p:spPr>
      </p:pic>
      <p:cxnSp>
        <p:nvCxnSpPr>
          <p:cNvPr id="5" name="直線矢印コネクタ 4"/>
          <p:cNvCxnSpPr>
            <a:cxnSpLocks/>
          </p:cNvCxnSpPr>
          <p:nvPr/>
        </p:nvCxnSpPr>
        <p:spPr>
          <a:xfrm>
            <a:off x="4769488" y="4508810"/>
            <a:ext cx="1644987" cy="0"/>
          </a:xfrm>
          <a:prstGeom prst="straightConnector1">
            <a:avLst/>
          </a:prstGeom>
          <a:ln w="28575">
            <a:solidFill>
              <a:schemeClr val="bg2"/>
            </a:solidFill>
            <a:tailEnd type="triangle" w="med" len="lg"/>
          </a:ln>
        </p:spPr>
        <p:style>
          <a:lnRef idx="1">
            <a:schemeClr val="accent1"/>
          </a:lnRef>
          <a:fillRef idx="0">
            <a:schemeClr val="accent1"/>
          </a:fillRef>
          <a:effectRef idx="0">
            <a:schemeClr val="accent1"/>
          </a:effectRef>
          <a:fontRef idx="minor">
            <a:schemeClr val="tx1"/>
          </a:fontRef>
        </p:style>
      </p:cxnSp>
      <p:sp>
        <p:nvSpPr>
          <p:cNvPr id="20" name="コンテンツ プレースホルダー 2"/>
          <p:cNvSpPr txBox="1">
            <a:spLocks/>
          </p:cNvSpPr>
          <p:nvPr/>
        </p:nvSpPr>
        <p:spPr>
          <a:xfrm>
            <a:off x="4524480" y="4067468"/>
            <a:ext cx="1360796" cy="369332"/>
          </a:xfrm>
          <a:prstGeom prst="rect">
            <a:avLst/>
          </a:prstGeom>
          <a:solidFill>
            <a:schemeClr val="tx1">
              <a:lumMod val="65000"/>
              <a:lumOff val="35000"/>
            </a:schemeClr>
          </a:solidFill>
          <a:ln w="19050">
            <a:noFill/>
          </a:ln>
        </p:spPr>
        <p:txBody>
          <a:bodyPr wrap="square" lIns="0" tIns="0" rIns="0" bIns="0">
            <a:spAutoFit/>
          </a:bodyPr>
          <a:lstStyle>
            <a:lvl1pPr marL="180000" indent="-180000" algn="l" defTabSz="685800" rtl="0" eaLnBrk="1" latinLnBrk="0" hangingPunct="1">
              <a:spcBef>
                <a:spcPts val="0"/>
              </a:spcBef>
              <a:buFont typeface="Arial" panose="020B0604020202020204" pitchFamily="34" charset="0"/>
              <a:buChar char="•"/>
              <a:defRPr kumimoji="1" sz="1400" kern="1200">
                <a:solidFill>
                  <a:schemeClr val="tx1"/>
                </a:solidFill>
                <a:latin typeface="+mn-lt"/>
                <a:ea typeface="+mn-ea"/>
                <a:cs typeface="+mn-cs"/>
              </a:defRPr>
            </a:lvl1pPr>
            <a:lvl2pPr marL="450000" indent="-180000" algn="l" defTabSz="685800" rtl="0" eaLnBrk="1" latinLnBrk="0" hangingPunct="1">
              <a:spcBef>
                <a:spcPts val="0"/>
              </a:spcBef>
              <a:buFont typeface="Arial" panose="020B0604020202020204" pitchFamily="34" charset="0"/>
              <a:buChar char="•"/>
              <a:defRPr kumimoji="1" sz="1200" kern="1200">
                <a:solidFill>
                  <a:schemeClr val="tx1"/>
                </a:solidFill>
                <a:latin typeface="+mn-lt"/>
                <a:ea typeface="+mn-ea"/>
                <a:cs typeface="+mn-cs"/>
              </a:defRPr>
            </a:lvl2pPr>
            <a:lvl3pPr marL="720000" indent="-180000" algn="l" defTabSz="685800" rtl="0" eaLnBrk="1" latinLnBrk="0" hangingPunct="1">
              <a:spcBef>
                <a:spcPts val="0"/>
              </a:spcBef>
              <a:buFont typeface="Arial" panose="020B0604020202020204" pitchFamily="34" charset="0"/>
              <a:buChar char="•"/>
              <a:defRPr kumimoji="1" sz="1000" kern="1200">
                <a:solidFill>
                  <a:schemeClr val="tx1"/>
                </a:solidFill>
                <a:latin typeface="+mn-lt"/>
                <a:ea typeface="+mn-ea"/>
                <a:cs typeface="+mn-cs"/>
              </a:defRPr>
            </a:lvl3pPr>
            <a:lvl4pPr marL="936000" indent="-180000" algn="l" defTabSz="685800" rtl="0" eaLnBrk="1" latinLnBrk="0" hangingPunct="1">
              <a:spcBef>
                <a:spcPts val="0"/>
              </a:spcBef>
              <a:buFont typeface="Arial" panose="020B0604020202020204" pitchFamily="34" charset="0"/>
              <a:buChar char="•"/>
              <a:defRPr kumimoji="1" sz="900" kern="1200">
                <a:solidFill>
                  <a:schemeClr val="tx1"/>
                </a:solidFill>
                <a:latin typeface="+mn-lt"/>
                <a:ea typeface="+mn-ea"/>
                <a:cs typeface="+mn-cs"/>
              </a:defRPr>
            </a:lvl4pPr>
            <a:lvl5pPr marL="1116000" indent="-180000" algn="l" defTabSz="685800" rtl="0" eaLnBrk="1" latinLnBrk="0" hangingPunct="1">
              <a:spcBef>
                <a:spcPts val="0"/>
              </a:spcBef>
              <a:buFont typeface="Arial" panose="020B0604020202020204" pitchFamily="34" charset="0"/>
              <a:buChar char="•"/>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pPr marL="0" indent="0" algn="ctr">
              <a:buNone/>
            </a:pPr>
            <a:r>
              <a:rPr lang="ja-JP" altLang="en-US" sz="1200" b="1" dirty="0">
                <a:solidFill>
                  <a:schemeClr val="bg2"/>
                </a:solidFill>
                <a:latin typeface="游ゴシック" panose="020B0400000000000000" pitchFamily="50" charset="-128"/>
                <a:ea typeface="游ゴシック" panose="020B0400000000000000" pitchFamily="50" charset="-128"/>
              </a:rPr>
              <a:t>メール内リンクを</a:t>
            </a:r>
            <a:endParaRPr lang="en-US" altLang="ja-JP" sz="1200" b="1" dirty="0">
              <a:solidFill>
                <a:schemeClr val="bg2"/>
              </a:solidFill>
              <a:latin typeface="游ゴシック" panose="020B0400000000000000" pitchFamily="50" charset="-128"/>
              <a:ea typeface="游ゴシック" panose="020B0400000000000000" pitchFamily="50" charset="-128"/>
            </a:endParaRPr>
          </a:p>
          <a:p>
            <a:pPr marL="0" indent="0" algn="ctr">
              <a:buNone/>
            </a:pPr>
            <a:r>
              <a:rPr lang="ja-JP" altLang="en-US" sz="1200" b="1" dirty="0">
                <a:solidFill>
                  <a:schemeClr val="bg2"/>
                </a:solidFill>
                <a:latin typeface="游ゴシック" panose="020B0400000000000000" pitchFamily="50" charset="-128"/>
                <a:ea typeface="游ゴシック" panose="020B0400000000000000" pitchFamily="50" charset="-128"/>
              </a:rPr>
              <a:t>クリック</a:t>
            </a:r>
            <a:endParaRPr lang="ja-JP" altLang="ja-JP" sz="1200" b="1" dirty="0">
              <a:solidFill>
                <a:schemeClr val="bg2"/>
              </a:solidFill>
              <a:latin typeface="游ゴシック" panose="020B0400000000000000" pitchFamily="50" charset="-128"/>
              <a:ea typeface="游ゴシック" panose="020B0400000000000000" pitchFamily="50" charset="-128"/>
            </a:endParaRPr>
          </a:p>
        </p:txBody>
      </p:sp>
      <p:sp>
        <p:nvSpPr>
          <p:cNvPr id="16" name="正方形/長方形 15"/>
          <p:cNvSpPr/>
          <p:nvPr/>
        </p:nvSpPr>
        <p:spPr>
          <a:xfrm>
            <a:off x="4136401" y="4436800"/>
            <a:ext cx="621102" cy="241376"/>
          </a:xfrm>
          <a:prstGeom prst="rect">
            <a:avLst/>
          </a:prstGeom>
          <a:no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ja-JP" altLang="en-US" sz="1400" dirty="0">
              <a:solidFill>
                <a:schemeClr val="tx1"/>
              </a:solidFill>
            </a:endParaRPr>
          </a:p>
        </p:txBody>
      </p:sp>
      <p:sp>
        <p:nvSpPr>
          <p:cNvPr id="3" name="テキスト プレースホルダー 2">
            <a:extLst>
              <a:ext uri="{FF2B5EF4-FFF2-40B4-BE49-F238E27FC236}">
                <a16:creationId xmlns:a16="http://schemas.microsoft.com/office/drawing/2014/main" id="{E4AB7D48-2E7D-B77D-75B2-726A3D41A72B}"/>
              </a:ext>
            </a:extLst>
          </p:cNvPr>
          <p:cNvSpPr>
            <a:spLocks noGrp="1"/>
          </p:cNvSpPr>
          <p:nvPr>
            <p:ph type="body" sz="quarter" idx="10"/>
          </p:nvPr>
        </p:nvSpPr>
        <p:spPr>
          <a:xfrm>
            <a:off x="924646" y="1425576"/>
            <a:ext cx="10369550" cy="1000146"/>
          </a:xfrm>
        </p:spPr>
        <p:txBody>
          <a:bodyPr/>
          <a:lstStyle/>
          <a:p>
            <a:r>
              <a:rPr kumimoji="1" lang="ja-JP" altLang="en-US" sz="1600" dirty="0">
                <a:latin typeface="游ゴシック" panose="020B0400000000000000" pitchFamily="50" charset="-128"/>
                <a:ea typeface="游ゴシック" panose="020B0400000000000000" pitchFamily="50" charset="-128"/>
              </a:rPr>
              <a:t>月次進捗確認書、プロジェクト満足度調査につきましては、</a:t>
            </a:r>
            <a:r>
              <a:rPr kumimoji="1" lang="en-US" altLang="ja-JP" sz="1600" dirty="0">
                <a:latin typeface="游ゴシック" panose="020B0400000000000000" pitchFamily="50" charset="-128"/>
                <a:ea typeface="游ゴシック" panose="020B0400000000000000" pitchFamily="50" charset="-128"/>
              </a:rPr>
              <a:t>DocuSign</a:t>
            </a:r>
            <a:r>
              <a:rPr kumimoji="1" lang="ja-JP" altLang="en-US" sz="1600" dirty="0">
                <a:latin typeface="游ゴシック" panose="020B0400000000000000" pitchFamily="50" charset="-128"/>
                <a:ea typeface="游ゴシック" panose="020B0400000000000000" pitchFamily="50" charset="-128"/>
              </a:rPr>
              <a:t>にてご確認いただきますよう、</a:t>
            </a:r>
            <a:endParaRPr kumimoji="1" lang="en-US" altLang="ja-JP" sz="1600" dirty="0">
              <a:latin typeface="游ゴシック" panose="020B0400000000000000" pitchFamily="50" charset="-128"/>
              <a:ea typeface="游ゴシック" panose="020B0400000000000000" pitchFamily="50" charset="-128"/>
            </a:endParaRPr>
          </a:p>
          <a:p>
            <a:r>
              <a:rPr kumimoji="1" lang="ja-JP" altLang="en-US" sz="1600" dirty="0">
                <a:latin typeface="游ゴシック" panose="020B0400000000000000" pitchFamily="50" charset="-128"/>
                <a:ea typeface="游ゴシック" panose="020B0400000000000000" pitchFamily="50" charset="-128"/>
              </a:rPr>
              <a:t>お願い申し上げます。</a:t>
            </a:r>
          </a:p>
          <a:p>
            <a:r>
              <a:rPr kumimoji="1" lang="ja-JP" altLang="en-US" sz="1600" dirty="0">
                <a:latin typeface="游ゴシック" panose="020B0400000000000000" pitchFamily="50" charset="-128"/>
                <a:ea typeface="游ゴシック" panose="020B0400000000000000" pitchFamily="50" charset="-128"/>
              </a:rPr>
              <a:t>下記の通り、</a:t>
            </a:r>
            <a:r>
              <a:rPr kumimoji="1" lang="en-US" altLang="ja-JP" sz="1600" dirty="0">
                <a:latin typeface="游ゴシック" panose="020B0400000000000000" pitchFamily="50" charset="-128"/>
                <a:ea typeface="游ゴシック" panose="020B0400000000000000" pitchFamily="50" charset="-128"/>
              </a:rPr>
              <a:t>DocuSign</a:t>
            </a:r>
            <a:r>
              <a:rPr kumimoji="1" lang="ja-JP" altLang="en-US" sz="1600" dirty="0">
                <a:latin typeface="游ゴシック" panose="020B0400000000000000" pitchFamily="50" charset="-128"/>
                <a:ea typeface="游ゴシック" panose="020B0400000000000000" pitchFamily="50" charset="-128"/>
              </a:rPr>
              <a:t>のメールアカウント</a:t>
            </a:r>
            <a:r>
              <a:rPr kumimoji="1" lang="en-US" altLang="ja-JP" sz="1600" dirty="0">
                <a:latin typeface="游ゴシック" panose="020B0400000000000000" pitchFamily="50" charset="-128"/>
                <a:ea typeface="游ゴシック" panose="020B0400000000000000" pitchFamily="50" charset="-128"/>
              </a:rPr>
              <a:t>(</a:t>
            </a:r>
            <a:r>
              <a:rPr kumimoji="1" lang="en-US" altLang="ja-JP" sz="1600" dirty="0">
                <a:latin typeface="游ゴシック" panose="020B0400000000000000" pitchFamily="50" charset="-128"/>
                <a:ea typeface="游ゴシック" panose="020B0400000000000000" pitchFamily="50" charset="-128"/>
                <a:hlinkClick r:id="rId4"/>
              </a:rPr>
              <a:t>dse@eumail.docusign.net</a:t>
            </a:r>
            <a:r>
              <a:rPr kumimoji="1" lang="en-US" altLang="ja-JP" sz="1600" dirty="0">
                <a:latin typeface="游ゴシック" panose="020B0400000000000000" pitchFamily="50" charset="-128"/>
                <a:ea typeface="游ゴシック" panose="020B0400000000000000" pitchFamily="50" charset="-128"/>
              </a:rPr>
              <a:t>)</a:t>
            </a:r>
            <a:r>
              <a:rPr kumimoji="1" lang="ja-JP" altLang="en-US" sz="1600" dirty="0">
                <a:latin typeface="游ゴシック" panose="020B0400000000000000" pitchFamily="50" charset="-128"/>
                <a:ea typeface="游ゴシック" panose="020B0400000000000000" pitchFamily="50" charset="-128"/>
              </a:rPr>
              <a:t>より、</a:t>
            </a:r>
          </a:p>
          <a:p>
            <a:r>
              <a:rPr kumimoji="1" lang="ja-JP" altLang="en-US" sz="1600" dirty="0">
                <a:latin typeface="游ゴシック" panose="020B0400000000000000" pitchFamily="50" charset="-128"/>
                <a:ea typeface="游ゴシック" panose="020B0400000000000000" pitchFamily="50" charset="-128"/>
              </a:rPr>
              <a:t>文書リンクが記載されたメールが送付されますので、ご確認、ご署名をお願い申し上げます。</a:t>
            </a:r>
          </a:p>
        </p:txBody>
      </p:sp>
    </p:spTree>
    <p:extLst>
      <p:ext uri="{BB962C8B-B14F-4D97-AF65-F5344CB8AC3E}">
        <p14:creationId xmlns:p14="http://schemas.microsoft.com/office/powerpoint/2010/main" val="166368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p:cNvPicPr>
            <a:picLocks noChangeAspect="1"/>
          </p:cNvPicPr>
          <p:nvPr/>
        </p:nvPicPr>
        <p:blipFill>
          <a:blip r:embed="rId2"/>
          <a:stretch>
            <a:fillRect/>
          </a:stretch>
        </p:blipFill>
        <p:spPr>
          <a:xfrm>
            <a:off x="7941970" y="1415796"/>
            <a:ext cx="3476923" cy="2336678"/>
          </a:xfrm>
          <a:prstGeom prst="rect">
            <a:avLst/>
          </a:prstGeom>
        </p:spPr>
      </p:pic>
      <p:sp>
        <p:nvSpPr>
          <p:cNvPr id="2" name="タイトル 1"/>
          <p:cNvSpPr>
            <a:spLocks noGrp="1"/>
          </p:cNvSpPr>
          <p:nvPr>
            <p:ph type="title"/>
          </p:nvPr>
        </p:nvSpPr>
        <p:spPr>
          <a:xfrm>
            <a:off x="1127310" y="4393641"/>
            <a:ext cx="9334341" cy="517554"/>
          </a:xfrm>
        </p:spPr>
        <p:txBody>
          <a:bodyPr>
            <a:normAutofit/>
          </a:bodyPr>
          <a:lstStyle/>
          <a:p>
            <a:r>
              <a:rPr kumimoji="1" lang="ja-JP" altLang="en-US" sz="1800" b="1" dirty="0">
                <a:latin typeface="游ゴシック" panose="020B0400000000000000" pitchFamily="50" charset="-128"/>
                <a:ea typeface="游ゴシック" panose="020B0400000000000000" pitchFamily="50" charset="-128"/>
              </a:rPr>
              <a:t>シグマクシス・グループ人権方針</a:t>
            </a:r>
            <a:endParaRPr lang="en-US" altLang="ja-JP" sz="1800" b="1" dirty="0">
              <a:latin typeface="游ゴシック" panose="020B0400000000000000" pitchFamily="50" charset="-128"/>
              <a:ea typeface="游ゴシック" panose="020B0400000000000000" pitchFamily="50" charset="-128"/>
            </a:endParaRPr>
          </a:p>
        </p:txBody>
      </p:sp>
      <p:sp>
        <p:nvSpPr>
          <p:cNvPr id="4" name="テキスト プレースホルダー 2">
            <a:extLst>
              <a:ext uri="{FF2B5EF4-FFF2-40B4-BE49-F238E27FC236}">
                <a16:creationId xmlns:a16="http://schemas.microsoft.com/office/drawing/2014/main" id="{84DF252D-042F-A965-6638-84CC07F6567F}"/>
              </a:ext>
            </a:extLst>
          </p:cNvPr>
          <p:cNvSpPr>
            <a:spLocks noGrp="1"/>
          </p:cNvSpPr>
          <p:nvPr>
            <p:ph type="body" sz="quarter" idx="10"/>
          </p:nvPr>
        </p:nvSpPr>
        <p:spPr>
          <a:xfrm>
            <a:off x="924647" y="1412874"/>
            <a:ext cx="6589133" cy="2336678"/>
          </a:xfrm>
        </p:spPr>
        <p:txBody>
          <a:bodyPr/>
          <a:lstStyle/>
          <a:p>
            <a:r>
              <a:rPr kumimoji="1" lang="ja-JP" altLang="en-US" sz="1600" dirty="0">
                <a:latin typeface="游ゴシック" panose="020B0400000000000000" pitchFamily="50" charset="-128"/>
                <a:ea typeface="游ゴシック" panose="020B0400000000000000" pitchFamily="50" charset="-128"/>
              </a:rPr>
              <a:t>弊社は、以下をミッションとして掲げております。</a:t>
            </a:r>
          </a:p>
          <a:p>
            <a:endParaRPr kumimoji="1" lang="ja-JP" altLang="en-US" sz="1600" dirty="0">
              <a:latin typeface="游ゴシック" panose="020B0400000000000000" pitchFamily="50" charset="-128"/>
              <a:ea typeface="游ゴシック" panose="020B0400000000000000" pitchFamily="50" charset="-128"/>
            </a:endParaRPr>
          </a:p>
          <a:p>
            <a:r>
              <a:rPr kumimoji="1" lang="ja-JP" altLang="en-US" sz="1600" b="1" dirty="0">
                <a:latin typeface="游ゴシック" panose="020B0400000000000000" pitchFamily="50" charset="-128"/>
                <a:ea typeface="游ゴシック" panose="020B0400000000000000" pitchFamily="50" charset="-128"/>
              </a:rPr>
              <a:t>企業のトランスフォーメーションを推進しクライアント、パートナーと共に</a:t>
            </a:r>
            <a:r>
              <a:rPr kumimoji="1" lang="en-US" altLang="ja-JP" sz="1600" b="1" dirty="0">
                <a:latin typeface="游ゴシック" panose="020B0400000000000000" pitchFamily="50" charset="-128"/>
                <a:ea typeface="游ゴシック" panose="020B0400000000000000" pitchFamily="50" charset="-128"/>
              </a:rPr>
              <a:t>SDGs</a:t>
            </a:r>
            <a:r>
              <a:rPr kumimoji="1" lang="ja-JP" altLang="en-US" sz="1600" b="1" dirty="0">
                <a:latin typeface="游ゴシック" panose="020B0400000000000000" pitchFamily="50" charset="-128"/>
                <a:ea typeface="游ゴシック" panose="020B0400000000000000" pitchFamily="50" charset="-128"/>
              </a:rPr>
              <a:t>の達成に貢献する。</a:t>
            </a:r>
          </a:p>
          <a:p>
            <a:endParaRPr kumimoji="1" lang="ja-JP" altLang="en-US" sz="1600" dirty="0">
              <a:latin typeface="游ゴシック" panose="020B0400000000000000" pitchFamily="50" charset="-128"/>
              <a:ea typeface="游ゴシック" panose="020B0400000000000000" pitchFamily="50" charset="-128"/>
            </a:endParaRPr>
          </a:p>
          <a:p>
            <a:r>
              <a:rPr kumimoji="1" lang="ja-JP" altLang="en-US" sz="1600" dirty="0">
                <a:latin typeface="游ゴシック" panose="020B0400000000000000" pitchFamily="50" charset="-128"/>
                <a:ea typeface="游ゴシック" panose="020B0400000000000000" pitchFamily="50" charset="-128"/>
              </a:rPr>
              <a:t>弊社は、本プロジェクトを通じて、貴社と共に</a:t>
            </a:r>
            <a:r>
              <a:rPr kumimoji="1" lang="en-US" altLang="ja-JP" sz="1600" dirty="0">
                <a:latin typeface="游ゴシック" panose="020B0400000000000000" pitchFamily="50" charset="-128"/>
                <a:ea typeface="游ゴシック" panose="020B0400000000000000" pitchFamily="50" charset="-128"/>
              </a:rPr>
              <a:t>SDGs</a:t>
            </a:r>
            <a:r>
              <a:rPr kumimoji="1" lang="ja-JP" altLang="en-US" sz="1600" dirty="0">
                <a:latin typeface="游ゴシック" panose="020B0400000000000000" pitchFamily="50" charset="-128"/>
                <a:ea typeface="游ゴシック" panose="020B0400000000000000" pitchFamily="50" charset="-128"/>
              </a:rPr>
              <a:t>の達成に貢献したいと考えております。</a:t>
            </a:r>
          </a:p>
          <a:p>
            <a:r>
              <a:rPr kumimoji="1" lang="ja-JP" altLang="en-US" sz="1600" dirty="0">
                <a:latin typeface="游ゴシック" panose="020B0400000000000000" pitchFamily="50" charset="-128"/>
                <a:ea typeface="游ゴシック" panose="020B0400000000000000" pitchFamily="50" charset="-128"/>
              </a:rPr>
              <a:t>つきましては、プロジェクトの開始に先立ち、</a:t>
            </a:r>
            <a:r>
              <a:rPr kumimoji="1" lang="en-US" altLang="ja-JP" sz="1600" dirty="0">
                <a:latin typeface="游ゴシック" panose="020B0400000000000000" pitchFamily="50" charset="-128"/>
                <a:ea typeface="游ゴシック" panose="020B0400000000000000" pitchFamily="50" charset="-128"/>
              </a:rPr>
              <a:t>SDGs 17</a:t>
            </a:r>
            <a:r>
              <a:rPr kumimoji="1" lang="ja-JP" altLang="en-US" sz="1600" dirty="0">
                <a:latin typeface="游ゴシック" panose="020B0400000000000000" pitchFamily="50" charset="-128"/>
                <a:ea typeface="游ゴシック" panose="020B0400000000000000" pitchFamily="50" charset="-128"/>
              </a:rPr>
              <a:t>のゴールの内、いずれの項目の達成に貢献するかについて、貴社との合意形成の場を持たせていただきたく、ご協力をお願い申し上げます。</a:t>
            </a:r>
          </a:p>
        </p:txBody>
      </p:sp>
      <p:sp>
        <p:nvSpPr>
          <p:cNvPr id="5" name="タイトル 1">
            <a:extLst>
              <a:ext uri="{FF2B5EF4-FFF2-40B4-BE49-F238E27FC236}">
                <a16:creationId xmlns:a16="http://schemas.microsoft.com/office/drawing/2014/main" id="{563A8768-DC60-A451-B20E-EFD5D5D785FB}"/>
              </a:ext>
            </a:extLst>
          </p:cNvPr>
          <p:cNvSpPr txBox="1">
            <a:spLocks/>
          </p:cNvSpPr>
          <p:nvPr/>
        </p:nvSpPr>
        <p:spPr>
          <a:xfrm>
            <a:off x="924647" y="404813"/>
            <a:ext cx="10369550" cy="792161"/>
          </a:xfrm>
          <a:prstGeom prst="rect">
            <a:avLst/>
          </a:prstGeom>
        </p:spPr>
        <p:txBody>
          <a:bodyPr vert="horz" lIns="0" tIns="0" rIns="0" bIns="0" rtlCol="0" anchor="t" anchorCtr="0">
            <a:normAutofit/>
          </a:bodyPr>
          <a:lstStyle>
            <a:lvl1pPr algn="l" defTabSz="685800" rtl="0" eaLnBrk="1" latinLnBrk="0" hangingPunct="1">
              <a:spcBef>
                <a:spcPct val="0"/>
              </a:spcBef>
              <a:buNone/>
              <a:defRPr kumimoji="1" sz="2400" kern="1200">
                <a:solidFill>
                  <a:schemeClr val="tx1"/>
                </a:solidFill>
                <a:latin typeface="+mj-lt"/>
                <a:ea typeface="+mj-ea"/>
                <a:cs typeface="+mj-cs"/>
              </a:defRPr>
            </a:lvl1pPr>
          </a:lstStyle>
          <a:p>
            <a:r>
              <a:rPr lang="ja-JP" altLang="en-US" b="1" dirty="0">
                <a:latin typeface="游ゴシック" panose="020B0400000000000000" pitchFamily="50" charset="-128"/>
                <a:ea typeface="游ゴシック" panose="020B0400000000000000" pitchFamily="50" charset="-128"/>
              </a:rPr>
              <a:t>プロジェクトと</a:t>
            </a:r>
            <a:r>
              <a:rPr lang="en-US" altLang="ja-JP" b="1" dirty="0">
                <a:latin typeface="游ゴシック" panose="020B0400000000000000" pitchFamily="50" charset="-128"/>
                <a:ea typeface="游ゴシック" panose="020B0400000000000000" pitchFamily="50" charset="-128"/>
              </a:rPr>
              <a:t>SDGs</a:t>
            </a:r>
          </a:p>
        </p:txBody>
      </p:sp>
      <p:sp>
        <p:nvSpPr>
          <p:cNvPr id="6" name="テキスト プレースホルダー 2">
            <a:extLst>
              <a:ext uri="{FF2B5EF4-FFF2-40B4-BE49-F238E27FC236}">
                <a16:creationId xmlns:a16="http://schemas.microsoft.com/office/drawing/2014/main" id="{CB6C5FCD-5A95-05BA-FE2C-5C92D6936209}"/>
              </a:ext>
            </a:extLst>
          </p:cNvPr>
          <p:cNvSpPr txBox="1">
            <a:spLocks/>
          </p:cNvSpPr>
          <p:nvPr/>
        </p:nvSpPr>
        <p:spPr>
          <a:xfrm>
            <a:off x="1129916" y="4764406"/>
            <a:ext cx="9790754" cy="1340394"/>
          </a:xfrm>
          <a:prstGeom prst="rect">
            <a:avLst/>
          </a:prstGeom>
        </p:spPr>
        <p:txBody>
          <a:bodyPr vert="horz" lIns="0" tIns="0" rIns="0" bIns="0" rtlCol="0">
            <a:noAutofit/>
          </a:bodyPr>
          <a:lstStyle>
            <a:lvl1pPr marL="0" indent="0" algn="l" defTabSz="685800" rtl="0" eaLnBrk="1" latinLnBrk="0" hangingPunct="1">
              <a:spcBef>
                <a:spcPts val="0"/>
              </a:spcBef>
              <a:buFontTx/>
              <a:buNone/>
              <a:defRPr kumimoji="1" sz="1400" kern="1200">
                <a:solidFill>
                  <a:schemeClr val="tx1"/>
                </a:solidFill>
                <a:latin typeface="+mn-lt"/>
                <a:ea typeface="+mn-ea"/>
                <a:cs typeface="+mn-cs"/>
              </a:defRPr>
            </a:lvl1pPr>
            <a:lvl2pPr marL="270000" indent="0" algn="l" defTabSz="685800" rtl="0" eaLnBrk="1" latinLnBrk="0" hangingPunct="1">
              <a:spcBef>
                <a:spcPts val="0"/>
              </a:spcBef>
              <a:buFontTx/>
              <a:buNone/>
              <a:defRPr kumimoji="1" sz="1200" kern="1200">
                <a:solidFill>
                  <a:schemeClr val="tx1"/>
                </a:solidFill>
                <a:latin typeface="+mn-lt"/>
                <a:ea typeface="+mn-ea"/>
                <a:cs typeface="+mn-cs"/>
              </a:defRPr>
            </a:lvl2pPr>
            <a:lvl3pPr marL="540000" indent="0" algn="l" defTabSz="685800" rtl="0" eaLnBrk="1" latinLnBrk="0" hangingPunct="1">
              <a:spcBef>
                <a:spcPts val="0"/>
              </a:spcBef>
              <a:buFontTx/>
              <a:buNone/>
              <a:defRPr kumimoji="1" sz="1000" kern="1200">
                <a:solidFill>
                  <a:schemeClr val="tx1"/>
                </a:solidFill>
                <a:latin typeface="+mn-lt"/>
                <a:ea typeface="+mn-ea"/>
                <a:cs typeface="+mn-cs"/>
              </a:defRPr>
            </a:lvl3pPr>
            <a:lvl4pPr marL="756000" indent="0" algn="l" defTabSz="685800" rtl="0" eaLnBrk="1" latinLnBrk="0" hangingPunct="1">
              <a:spcBef>
                <a:spcPts val="0"/>
              </a:spcBef>
              <a:buFontTx/>
              <a:buNone/>
              <a:defRPr kumimoji="1" sz="900" kern="1200">
                <a:solidFill>
                  <a:schemeClr val="tx1"/>
                </a:solidFill>
                <a:latin typeface="+mn-lt"/>
                <a:ea typeface="+mn-ea"/>
                <a:cs typeface="+mn-cs"/>
              </a:defRPr>
            </a:lvl4pPr>
            <a:lvl5pPr marL="936000" indent="0" algn="l" defTabSz="685800" rtl="0" eaLnBrk="1" latinLnBrk="0" hangingPunct="1">
              <a:spcBef>
                <a:spcPts val="0"/>
              </a:spcBef>
              <a:buFontTx/>
              <a:buNone/>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r>
              <a:rPr lang="ja-JP" altLang="en-US" dirty="0">
                <a:latin typeface="游ゴシック" panose="020B0400000000000000" pitchFamily="50" charset="-128"/>
                <a:ea typeface="游ゴシック" panose="020B0400000000000000" pitchFamily="50" charset="-128"/>
              </a:rPr>
              <a:t>弊社は、多様な人財がモチベーション高く能力を発揮し、持続的に成長しながら、自分らしく、いきいきと価値創造に取り組める環境の実現の推進のため、</a:t>
            </a:r>
            <a:r>
              <a:rPr lang="ja-JP" altLang="en-US" b="1" dirty="0">
                <a:latin typeface="游ゴシック" panose="020B0400000000000000" pitchFamily="50" charset="-128"/>
                <a:ea typeface="游ゴシック" panose="020B0400000000000000" pitchFamily="50" charset="-128"/>
                <a:hlinkClick r:id="rId3"/>
              </a:rPr>
              <a:t>「シグマクシス・グループ人権方針」</a:t>
            </a:r>
            <a:r>
              <a:rPr lang="ja-JP" altLang="en-US" dirty="0">
                <a:latin typeface="游ゴシック" panose="020B0400000000000000" pitchFamily="50" charset="-128"/>
                <a:ea typeface="游ゴシック" panose="020B0400000000000000" pitchFamily="50" charset="-128"/>
              </a:rPr>
              <a:t>を定めました。</a:t>
            </a:r>
          </a:p>
          <a:p>
            <a:r>
              <a:rPr lang="ja-JP" altLang="en-US" dirty="0">
                <a:latin typeface="游ゴシック" panose="020B0400000000000000" pitchFamily="50" charset="-128"/>
                <a:ea typeface="游ゴシック" panose="020B0400000000000000" pitchFamily="50" charset="-128"/>
              </a:rPr>
              <a:t>シグマクシス・グループは、この人権方針に則り、人権尊重の取り組みを推進します。</a:t>
            </a:r>
          </a:p>
          <a:p>
            <a:endParaRPr lang="ja-JP" altLang="en-US" dirty="0">
              <a:latin typeface="游ゴシック" panose="020B0400000000000000" pitchFamily="50" charset="-128"/>
              <a:ea typeface="游ゴシック" panose="020B0400000000000000" pitchFamily="50" charset="-128"/>
            </a:endParaRPr>
          </a:p>
          <a:p>
            <a:r>
              <a:rPr lang="ja-JP" altLang="en-US" dirty="0">
                <a:latin typeface="游ゴシック" panose="020B0400000000000000" pitchFamily="50" charset="-128"/>
                <a:ea typeface="游ゴシック" panose="020B0400000000000000" pitchFamily="50" charset="-128"/>
              </a:rPr>
              <a:t>弊社の事業活動において人権に対するコミットメントを実現いたしたく、本プロジェクトの推進においても、貴社の「シグマクシス・グループ人権方針」へのご理解とご協力をお願い申し上げます。</a:t>
            </a:r>
            <a:endParaRPr lang="ja-JP" altLang="en-US" dirty="0"/>
          </a:p>
        </p:txBody>
      </p:sp>
      <p:sp>
        <p:nvSpPr>
          <p:cNvPr id="8" name="正方形/長方形 7">
            <a:extLst>
              <a:ext uri="{FF2B5EF4-FFF2-40B4-BE49-F238E27FC236}">
                <a16:creationId xmlns:a16="http://schemas.microsoft.com/office/drawing/2014/main" id="{BF44EA1A-8B12-AB98-EA59-16FA555C6FCD}"/>
              </a:ext>
            </a:extLst>
          </p:cNvPr>
          <p:cNvSpPr/>
          <p:nvPr/>
        </p:nvSpPr>
        <p:spPr>
          <a:xfrm>
            <a:off x="924647" y="4149100"/>
            <a:ext cx="10353467" cy="207120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sz="1400" dirty="0">
              <a:solidFill>
                <a:schemeClr val="tx1"/>
              </a:solidFill>
            </a:endParaRPr>
          </a:p>
        </p:txBody>
      </p:sp>
    </p:spTree>
    <p:extLst>
      <p:ext uri="{BB962C8B-B14F-4D97-AF65-F5344CB8AC3E}">
        <p14:creationId xmlns:p14="http://schemas.microsoft.com/office/powerpoint/2010/main" val="2284391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dirty="0"/>
          </a:p>
        </p:txBody>
      </p:sp>
      <p:pic>
        <p:nvPicPr>
          <p:cNvPr id="4" name="図 3">
            <a:extLst>
              <a:ext uri="{FF2B5EF4-FFF2-40B4-BE49-F238E27FC236}">
                <a16:creationId xmlns:a16="http://schemas.microsoft.com/office/drawing/2014/main" id="{62811720-FA01-2D79-2331-844429C93EC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1225" y="765175"/>
            <a:ext cx="10369550" cy="4258624"/>
          </a:xfrm>
          <a:prstGeom prst="rect">
            <a:avLst/>
          </a:prstGeom>
        </p:spPr>
      </p:pic>
    </p:spTree>
    <p:extLst>
      <p:ext uri="{BB962C8B-B14F-4D97-AF65-F5344CB8AC3E}">
        <p14:creationId xmlns:p14="http://schemas.microsoft.com/office/powerpoint/2010/main" val="2177310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dirty="0"/>
          </a:p>
        </p:txBody>
      </p:sp>
    </p:spTree>
    <p:extLst>
      <p:ext uri="{BB962C8B-B14F-4D97-AF65-F5344CB8AC3E}">
        <p14:creationId xmlns:p14="http://schemas.microsoft.com/office/powerpoint/2010/main" val="945187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dirty="0"/>
          </a:p>
        </p:txBody>
      </p:sp>
      <p:pic>
        <p:nvPicPr>
          <p:cNvPr id="3" name="図 2">
            <a:extLst>
              <a:ext uri="{FF2B5EF4-FFF2-40B4-BE49-F238E27FC236}">
                <a16:creationId xmlns:a16="http://schemas.microsoft.com/office/drawing/2014/main" id="{6612B663-40D6-181B-142B-704B4BA2F3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1225" y="773025"/>
            <a:ext cx="10369550" cy="4258624"/>
          </a:xfrm>
          <a:prstGeom prst="rect">
            <a:avLst/>
          </a:prstGeom>
        </p:spPr>
      </p:pic>
    </p:spTree>
    <p:extLst>
      <p:ext uri="{BB962C8B-B14F-4D97-AF65-F5344CB8AC3E}">
        <p14:creationId xmlns:p14="http://schemas.microsoft.com/office/powerpoint/2010/main" val="2407346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t>AI生成の課題と解決策</a:t>
            </a:r>
          </a:p>
        </p:txBody>
      </p:sp>
      <p:sp>
        <p:nvSpPr>
          <p:cNvPr id="3" name="Rectangle 2"/>
          <p:cNvSpPr/>
          <p:nvPr/>
        </p:nvSpPr>
        <p:spPr>
          <a:xfrm>
            <a:off x="911656" y="1412748"/>
            <a:ext cx="10369296" cy="457200"/>
          </a:xfrm>
          <a:prstGeom prst="rect">
            <a:avLst/>
          </a:prstGeom>
          <a:solidFill>
            <a:srgbClr val="4472C4"/>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ctr">
              <a:defRPr sz="1400" b="0">
                <a:solidFill>
                  <a:srgbClr val="FFFFFF"/>
                </a:solidFill>
                <a:latin typeface="Arial"/>
              </a:defRPr>
            </a:pPr>
            <a:r>
              <a:t>AI生成の課題と解決策</a:t>
            </a:r>
          </a:p>
        </p:txBody>
      </p:sp>
      <p:sp>
        <p:nvSpPr>
          <p:cNvPr id="4" name="Rectangle 3"/>
          <p:cNvSpPr/>
          <p:nvPr/>
        </p:nvSpPr>
        <p:spPr>
          <a:xfrm>
            <a:off x="911656" y="1965960"/>
            <a:ext cx="4572000" cy="1645920"/>
          </a:xfrm>
          <a:prstGeom prst="rect">
            <a:avLst/>
          </a:prstGeom>
          <a:solidFill>
            <a:srgbClr val="ED7D31"/>
          </a:solidFill>
          <a:ln>
            <a:solidFill>
              <a:srgbClr val="ED7D31"/>
            </a:solidFill>
          </a:ln>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ctr">
              <a:defRPr sz="1000" b="0">
                <a:solidFill>
                  <a:srgbClr val="FFFFFF"/>
                </a:solidFill>
                <a:latin typeface="Arial"/>
              </a:defRPr>
            </a:pPr>
            <a:r>
              <a:t>❌ 従来の課題</a:t>
            </a:r>
          </a:p>
          <a:p>
            <a:pPr algn="ctr">
              <a:defRPr sz="1000" b="0">
                <a:solidFill>
                  <a:srgbClr val="FFFFFF"/>
                </a:solidFill>
                <a:latin typeface="Arial"/>
              </a:defRPr>
            </a:pPr>
          </a:p>
          <a:p>
            <a:pPr algn="ctr">
              <a:defRPr sz="1000" b="0">
                <a:solidFill>
                  <a:srgbClr val="FFFFFF"/>
                </a:solidFill>
                <a:latin typeface="Arial"/>
              </a:defRPr>
            </a:pPr>
            <a:r>
              <a:t>・コンテキスト制限（4K tokens）</a:t>
            </a:r>
          </a:p>
          <a:p>
            <a:pPr algn="ctr">
              <a:defRPr sz="1000" b="0">
                <a:solidFill>
                  <a:srgbClr val="FFFFFF"/>
                </a:solidFill>
                <a:latin typeface="Arial"/>
              </a:defRPr>
            </a:pPr>
            <a:r>
              <a:t>・複数計画を一度に実装不可</a:t>
            </a:r>
          </a:p>
          <a:p>
            <a:pPr algn="ctr">
              <a:defRPr sz="1000" b="0">
                <a:solidFill>
                  <a:srgbClr val="FFFFFF"/>
                </a:solidFill>
                <a:latin typeface="Arial"/>
              </a:defRPr>
            </a:pPr>
            <a:r>
              <a:t>・品質ばらつき</a:t>
            </a:r>
          </a:p>
        </p:txBody>
      </p:sp>
      <p:sp>
        <p:nvSpPr>
          <p:cNvPr id="5" name="Rectangle 4"/>
          <p:cNvSpPr/>
          <p:nvPr/>
        </p:nvSpPr>
        <p:spPr>
          <a:xfrm>
            <a:off x="5794552" y="1965960"/>
            <a:ext cx="4572000" cy="1645920"/>
          </a:xfrm>
          <a:prstGeom prst="rect">
            <a:avLst/>
          </a:prstGeom>
          <a:solidFill>
            <a:srgbClr val="4472C4"/>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ctr">
              <a:defRPr sz="1000" b="0">
                <a:solidFill>
                  <a:srgbClr val="FFFFFF"/>
                </a:solidFill>
                <a:latin typeface="Arial"/>
              </a:defRPr>
            </a:pPr>
            <a:r>
              <a:t>✅ 解決策（Tier化）</a:t>
            </a:r>
          </a:p>
          <a:p>
            <a:pPr algn="ctr">
              <a:defRPr sz="1000" b="0">
                <a:solidFill>
                  <a:srgbClr val="FFFFFF"/>
                </a:solidFill>
                <a:latin typeface="Arial"/>
              </a:defRPr>
            </a:pPr>
          </a:p>
          <a:p>
            <a:pPr algn="ctr">
              <a:defRPr sz="1000" b="0">
                <a:solidFill>
                  <a:srgbClr val="FFFFFF"/>
                </a:solidFill>
                <a:latin typeface="Arial"/>
              </a:defRPr>
            </a:pPr>
            <a:r>
              <a:t>・段階的なレシピ使用</a:t>
            </a:r>
          </a:p>
          <a:p>
            <a:pPr algn="ctr">
              <a:defRPr sz="1000" b="0">
                <a:solidFill>
                  <a:srgbClr val="FFFFFF"/>
                </a:solidFill>
                <a:latin typeface="Arial"/>
              </a:defRPr>
            </a:pPr>
            <a:r>
              <a:t>・各 Tier で品質保証</a:t>
            </a:r>
          </a:p>
          <a:p>
            <a:pPr algn="ctr">
              <a:defRPr sz="1000" b="0">
                <a:solidFill>
                  <a:srgbClr val="FFFFFF"/>
                </a:solidFill>
                <a:latin typeface="Arial"/>
              </a:defRPr>
            </a:pPr>
            <a:r>
              <a:t>・スケーラブルなパイプライン</a:t>
            </a:r>
          </a:p>
        </p:txBody>
      </p:sp>
      <p:sp>
        <p:nvSpPr>
          <p:cNvPr id="6" name="TextBox 5"/>
          <p:cNvSpPr txBox="1"/>
          <p:nvPr/>
        </p:nvSpPr>
        <p:spPr>
          <a:xfrm>
            <a:off x="911656" y="3749039"/>
            <a:ext cx="10369296" cy="2246680"/>
          </a:xfrm>
          <a:prstGeom prst="rect">
            <a:avLst/>
          </a:prstGeom>
          <a:noFill/>
        </p:spPr>
        <p:txBody>
          <a:bodyPr wrap="square">
            <a:spAutoFit/>
          </a:bodyPr>
          <a:lstStyle/>
          <a:p>
            <a:pPr>
              <a:defRPr sz="900">
                <a:solidFill>
                  <a:srgbClr val="404040"/>
                </a:solidFill>
                <a:latin typeface="Arial"/>
              </a:defRPr>
            </a:pPr>
            <a:r>
              <a:t>プロセス内に段階を組み込むことで、複雑なタスクでも安定した AI 生成が可能に</a:t>
            </a:r>
          </a:p>
          <a:p>
            <a:pPr>
              <a:defRPr sz="900">
                <a:solidFill>
                  <a:srgbClr val="404040"/>
                </a:solidFill>
                <a:latin typeface="Arial"/>
              </a:defRPr>
            </a:pPr>
          </a:p>
          <a:p>
            <a:pPr>
              <a:defRPr sz="900">
                <a:solidFill>
                  <a:srgbClr val="404040"/>
                </a:solidFill>
                <a:latin typeface="Arial"/>
              </a:defRPr>
            </a:pPr>
            <a:r>
              <a:t>・Tier 1: 基本と要件出し</a:t>
            </a:r>
          </a:p>
          <a:p>
            <a:pPr>
              <a:defRPr sz="900">
                <a:solidFill>
                  <a:srgbClr val="404040"/>
                </a:solidFill>
                <a:latin typeface="Arial"/>
              </a:defRPr>
            </a:pPr>
            <a:r>
              <a:t>・Tier 2: テンプレートと配置</a:t>
            </a:r>
          </a:p>
          <a:p>
            <a:pPr>
              <a:defRPr sz="900">
                <a:solidFill>
                  <a:srgbClr val="404040"/>
                </a:solidFill>
                <a:latin typeface="Arial"/>
              </a:defRPr>
            </a:pPr>
            <a:r>
              <a:t>・Tier 3: 最終調整と出力</a:t>
            </a:r>
          </a:p>
        </p:txBody>
      </p:sp>
    </p:spTree>
    <p:extLst>
      <p:ext uri="{BB962C8B-B14F-4D97-AF65-F5344CB8AC3E}">
        <p14:creationId xmlns:p14="http://schemas.microsoft.com/office/powerpoint/2010/main" val="2535006278"/>
      </p:ext>
    </p:extLst>
  </p:cSld>
  <p:clrMapOvr>
    <a:masterClrMapping/>
  </p:clrMapOvr>
</p:sld>
</file>

<file path=ppt/theme/theme1.xml><?xml version="1.0" encoding="utf-8"?>
<a:theme xmlns:a="http://schemas.openxmlformats.org/drawingml/2006/main" name="Office テーマ">
  <a:themeElements>
    <a:clrScheme name="ユーザー定義 1">
      <a:dk1>
        <a:srgbClr val="000000"/>
      </a:dk1>
      <a:lt1>
        <a:srgbClr val="FFFFFF"/>
      </a:lt1>
      <a:dk2>
        <a:srgbClr val="DF7403"/>
      </a:dk2>
      <a:lt2>
        <a:srgbClr val="EA5504"/>
      </a:lt2>
      <a:accent1>
        <a:srgbClr val="87922A"/>
      </a:accent1>
      <a:accent2>
        <a:srgbClr val="438296"/>
      </a:accent2>
      <a:accent3>
        <a:srgbClr val="407597"/>
      </a:accent3>
      <a:accent4>
        <a:srgbClr val="61688C"/>
      </a:accent4>
      <a:accent5>
        <a:srgbClr val="7D5B83"/>
      </a:accent5>
      <a:accent6>
        <a:srgbClr val="9FA0A0"/>
      </a:accent6>
      <a:hlink>
        <a:srgbClr val="438296"/>
      </a:hlink>
      <a:folHlink>
        <a:srgbClr val="7D5B83"/>
      </a:folHlink>
    </a:clrScheme>
    <a:fontScheme name="ＭＳ Ｐゴシック">
      <a:majorFont>
        <a:latin typeface="ＭＳ Ｐゴシック"/>
        <a:ea typeface="ＭＳ Ｐゴシック"/>
        <a:cs typeface=""/>
      </a:majorFont>
      <a:minorFont>
        <a:latin typeface="ＭＳ Ｐゴシック"/>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9050">
          <a:solidFill>
            <a:schemeClr val="tx1"/>
          </a:solidFill>
        </a:ln>
      </a:spPr>
      <a:bodyPr rtlCol="0" anchor="t" anchorCtr="0"/>
      <a:lstStyle>
        <a:defPPr algn="ctr">
          <a:defRPr kumimoji="1"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0" tIns="0" rIns="0" bIns="0" rtlCol="0">
        <a:noAutofit/>
      </a:bodyPr>
      <a:lstStyle>
        <a:defPPr>
          <a:defRPr kumimoji="1" sz="1400" dirty="0" smtClean="0"/>
        </a:defPPr>
      </a:lstStyle>
    </a:tx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15989</TotalTime>
  <Words>613</Words>
  <Application>Microsoft Office PowerPoint</Application>
  <PresentationFormat>ワイド画面</PresentationFormat>
  <Paragraphs>49</Paragraphs>
  <Slides>14</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14</vt:i4>
      </vt:variant>
    </vt:vector>
  </HeadingPairs>
  <TitlesOfParts>
    <vt:vector size="19" baseType="lpstr">
      <vt:lpstr>ＭＳ Ｐゴシック</vt:lpstr>
      <vt:lpstr>游ゴシック</vt:lpstr>
      <vt:lpstr>Arial</vt:lpstr>
      <vt:lpstr>Calibri</vt:lpstr>
      <vt:lpstr>Office テーマ</vt:lpstr>
      <vt:lpstr>ＸＸＸＸＸプロジェクト ご提案書　※SXロゴあり </vt:lpstr>
      <vt:lpstr>PowerPoint プレゼンテーション</vt:lpstr>
      <vt:lpstr>PowerPoint プレゼンテーション</vt:lpstr>
      <vt:lpstr>PowerPoint プレゼンテーション</vt:lpstr>
      <vt:lpstr>PowerPoint プレゼンテーション</vt:lpstr>
      <vt:lpstr>お見積り</vt:lpstr>
      <vt:lpstr>月次作業完了確認書</vt:lpstr>
      <vt:lpstr>プロジェクト満足度調査</vt:lpstr>
      <vt:lpstr>電子サインサービス(DocuSign)利用について</vt:lpstr>
      <vt:lpstr>シグマクシス・グループ人権方針</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SIGMAXYZ</dc:creator>
  <cp:lastModifiedBy>SXHD-Legal</cp:lastModifiedBy>
  <cp:revision>427</cp:revision>
  <cp:lastPrinted>2018-06-13T22:31:49Z</cp:lastPrinted>
  <dcterms:created xsi:type="dcterms:W3CDTF">2009-06-15T08:28:54Z</dcterms:created>
  <dcterms:modified xsi:type="dcterms:W3CDTF">2024-07-22T01:56:59Z</dcterms:modified>
</cp:coreProperties>
</file>