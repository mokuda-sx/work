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3931920" cy="54864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>
                <a:solidFill>
                  <a:srgbClr val="FFFFFF"/>
                </a:solidFill>
                <a:latin typeface="Arial"/>
              </a:defRPr>
            </a:pPr>
            <a:r>
              <a:t>AI生成の課題と解決策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737360" cy="4572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❌ 従来の課題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  <a:latin typeface="Arial"/>
              </a:defRPr>
            </a:pPr>
            <a:r>
              <a:t>• コンテキスト制約（4K tokens）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  <a:latin typeface="Arial"/>
              </a:defRPr>
            </a:pPr>
            <a:r>
              <a:t>• 複雑な計画を一度に実装不可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04040"/>
                </a:solidFill>
                <a:latin typeface="Arial"/>
              </a:defRPr>
            </a:pPr>
            <a:r>
              <a:t>• 品質のばらつき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05840"/>
            <a:ext cx="1737360" cy="4572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✅ 解決策（Tier化）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• 段階的設計で最適化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• 各層で機能を分割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• 一貫した品質保証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