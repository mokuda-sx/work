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  <p:sldId id="270" r:id="rId22"/>
    <p:sldId id="271" r:id="rId23"/>
    <p:sldId id="272" r:id="rId24"/>
    <p:sldId id="273" r:id="rId25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[FOOTER idx=1]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[FOOTER idx=1]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[DATE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[DATE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[DATE idx=0]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[FOOTER idx=1]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[DATE idx=0]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[FOOTER idx=1]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[CENTER_TITLE idx=14]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[FOOTER idx=13]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[FOOTER idx=13]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[CENTER_TITLE idx=14]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[FOOTER idx=13]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[CENTER_TITLE idx=14]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[FOOTER idx=13]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[CENTER_TITLE idx=14]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[CENTER_TITLE idx=10]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[BODY idx=0]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