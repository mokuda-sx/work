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デジタルツイン：パイプライン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Canvas で見える座標 = PPTX に配置される座標（完全一致）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3566160" cy="13716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lnSpc>
                <a:spcPct val="115000"/>
              </a:lnSpc>
              <a:defRPr sz="1200" b="0">
                <a:solidFill>
                  <a:srgbClr val="FFFFFF"/>
                </a:solidFill>
                <a:latin typeface="Arial"/>
              </a:defRPr>
            </a:pPr>
            <a:r>
              <a:t>入力</a:t>
            </a:r>
          </a:p>
          <a:p>
            <a:pPr algn="ctr">
              <a:lnSpc>
                <a:spcPct val="115000"/>
              </a:lnSpc>
              <a:defRPr sz="1200" b="0">
                <a:solidFill>
                  <a:srgbClr val="FFFFFF"/>
                </a:solidFill>
                <a:latin typeface="Arial"/>
              </a:defRPr>
            </a:pPr>
            <a:r>
              <a:t>（情報出し）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3200400"/>
            <a:ext cx="3566160" cy="13716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lnSpc>
                <a:spcPct val="115000"/>
              </a:lnSpc>
              <a:defRPr sz="1200" b="0">
                <a:solidFill>
                  <a:srgbClr val="FFFFFF"/>
                </a:solidFill>
                <a:latin typeface="Arial"/>
              </a:defRPr>
            </a:pPr>
            <a:r>
              <a:t>処理</a:t>
            </a:r>
          </a:p>
          <a:p>
            <a:pPr algn="ctr">
              <a:lnSpc>
                <a:spcPct val="115000"/>
              </a:lnSpc>
              <a:defRPr sz="1200" b="0">
                <a:solidFill>
                  <a:srgbClr val="FFFFFF"/>
                </a:solidFill>
                <a:latin typeface="Arial"/>
              </a:defRPr>
            </a:pPr>
            <a:r>
              <a:t>（カスタマイズ）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3200400"/>
            <a:ext cx="3566160" cy="13716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45720" rIns="45720"/>
          <a:lstStyle/>
          <a:p>
            <a:pPr algn="ctr">
              <a:lnSpc>
                <a:spcPct val="115000"/>
              </a:lnSpc>
              <a:defRPr sz="1200" b="0">
                <a:solidFill>
                  <a:srgbClr val="FFFFFF"/>
                </a:solidFill>
                <a:latin typeface="Arial"/>
              </a:defRPr>
            </a:pPr>
            <a:r>
              <a:t>出力</a:t>
            </a:r>
          </a:p>
          <a:p>
            <a:pPr algn="ctr">
              <a:lnSpc>
                <a:spcPct val="115000"/>
              </a:lnSpc>
              <a:defRPr sz="1200" b="0">
                <a:solidFill>
                  <a:srgbClr val="FFFFFF"/>
                </a:solidFill>
                <a:latin typeface="Arial"/>
              </a:defRPr>
            </a:pPr>
            <a:r>
              <a:t>（完成向かい方）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