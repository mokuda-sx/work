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SX</a:t>
            </a:r>
          </a:p>
          <a:p>
            <a:r>
              <a:t>2026年2月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導入効果と今後の展開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・作成に平均8時間、急ぎの案件では徹夜も発生</a:t>
            </a:r>
          </a:p>
          <a:p>
            <a:r>
              <a:t>・デザインの属人化で品質にばらつきが生じる</a:t>
            </a:r>
          </a:p>
          <a:p>
            <a:r>
              <a:t>・過去資産が埋もれ、毎回ゼロからの作成を強いられる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2560320" cy="1371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時間の壁</a:t>
            </a:r>
            <a:br/>
            <a:r>
              <a:t>平均8時間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3474720"/>
            <a:ext cx="2560320" cy="1371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品質の壁</a:t>
            </a:r>
            <a:br/>
            <a:r>
              <a:t>属人化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474720"/>
            <a:ext cx="2560320" cy="1371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再利用の壁</a:t>
            </a:r>
            <a:br/>
            <a:r>
              <a:t>ゼロから作成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AIがユーザーと対話し、スライドの設計意図を決定</a:t>
            </a:r>
          </a:p>
          <a:p>
            <a:r>
              <a:t>・レシピ層: パターン・トーン・ラベルをテンプレート非依存で記述</a:t>
            </a:r>
          </a:p>
          <a:p>
            <a:r>
              <a:t>・実行層: 生成エンジンがレシピをテンプレート固有のPPTXに変換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201168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3886200"/>
            <a:ext cx="36576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34640" y="3657600"/>
            <a:ext cx="201168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レシピ層</a:t>
            </a:r>
            <a:br/>
            <a:r>
              <a:t>パターン定義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3886200"/>
            <a:ext cx="36576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3657600"/>
            <a:ext cx="201168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・従来: テンプレートごとにゼロから作り直し、座標・色を手動調整</a:t>
            </a:r>
          </a:p>
          <a:p>
            <a:r>
              <a:t>・レシピ方式: 設計意図を1回記述すれば複数テンプレートに自動変換</a:t>
            </a:r>
          </a:p>
          <a:p>
            <a:r>
              <a:t>・同じレシピからSX提案書・JR提案書など異なるデザインに展開可能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3200400" cy="10972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従来</a:t>
            </a:r>
            <a:br/>
            <a:r>
              <a:t>テンプレ別に手作業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3977639"/>
            <a:ext cx="54864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3657600"/>
            <a:ext cx="3200400" cy="109728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レシピ方式</a:t>
            </a:r>
            <a:br/>
            <a:r>
              <a:t>1回の記述で複数展開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AIが構成案とレシピを自動生成</a:t>
            </a:r>
          </a:p>
          <a:p>
            <a:r>
              <a:t>・Step2: レシピを確認・修正（パターン選択・トーン調整）</a:t>
            </a:r>
          </a:p>
          <a:p>
            <a:r>
              <a:t>・Step3: レシピからPPTXを自動生成（テンプレート準拠）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20240" y="3886200"/>
            <a:ext cx="27432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レシピ確認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57600" y="3886200"/>
            <a:ext cx="27432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3192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94960" y="3886200"/>
            <a:ext cx="274320" cy="457200"/>
          </a:xfrm>
          <a:prstGeom prst="rightArrow">
            <a:avLst/>
          </a:prstGeom>
          <a:solidFill>
            <a:srgbClr val="E8A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3657600"/>
            <a:ext cx="1463040" cy="9144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品質確認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・11種の構造パターン: 箇条書き、3カード、フロー、マトリクス等</a:t>
            </a:r>
          </a:p>
          <a:p>
            <a:r>
              <a:t>・6種のフレームワーク: SWOT、空雨傘、As-Is/To-Be、PDCA等</a:t>
            </a:r>
          </a:p>
          <a:p>
            <a:r>
              <a:t>・作成するたびにパターンが増え、次回以降の品質が自動的に向上</a:t>
            </a:r>
          </a:p>
          <a:p>
            <a:r>
              <a:t>・共通スキルとテンプレート固有スキルの2層で知識を管理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・作成時間を8時間から30分に短縮（93%削減）</a:t>
            </a:r>
          </a:p>
          <a:p>
            <a:r>
              <a:t>・テンプレート準拠でデザイン品質を完全統一</a:t>
            </a:r>
          </a:p>
          <a:p>
            <a:r>
              <a:t>・レシピ再利用で過去資産活用率を80%に向上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2560320" cy="13716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93%</a:t>
            </a:r>
            <a:br/>
            <a:r>
              <a:t>時間削減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3474720"/>
            <a:ext cx="2560320" cy="13716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100%</a:t>
            </a:r>
            <a:br/>
            <a:r>
              <a:t>品質統一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474720"/>
            <a:ext cx="2560320" cy="1371600"/>
          </a:xfrm>
          <a:prstGeom prst="rect">
            <a:avLst/>
          </a:prstGeom>
          <a:solidFill>
            <a:srgbClr val="2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80%</a:t>
            </a:r>
            <a:br/>
            <a:r>
              <a:t>再利用率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