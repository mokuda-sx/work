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56" r:id="rId4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Relationship Id="rId3" Type="http://schemas.openxmlformats.org/officeDocument/2006/relationships/tags" Target="../tags/tag1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3" Type="http://schemas.openxmlformats.org/officeDocument/2006/relationships/tags" Target="../tags/tag14.xml"/><Relationship Id="rId14" Type="http://schemas.openxmlformats.org/officeDocument/2006/relationships/oleObject" Target="../embeddings/oleObject13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・思考層: AIがユーザーと対話し、スライド構成を設計</a:t>
            </a:r>
          </a:p>
          <a:p>
            <a:r>
              <a:t>・中間言語: 構造化データでスライド構造・図解・画像指示を定義</a:t>
            </a:r>
          </a:p>
          <a:p>
            <a:r>
              <a:t>・実行層: 生成エンジンがテンプレートに忠実にPowerPointを描画</a:t>
            </a:r>
          </a:p>
          <a:p>
            <a:r>
              <a:t>・画像層: 画像生成AIが各スライドにビジュアルを自動生成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7200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4023360"/>
            <a:ext cx="201168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・Step1: 要望を伝える → AIが提案書の構成案を自動生成</a:t>
            </a:r>
          </a:p>
          <a:p>
            <a:r>
              <a:t>・Step2: 構成案を確認・修正（直接編集 or チャット指示）</a:t>
            </a:r>
          </a:p>
          <a:p>
            <a:r>
              <a:t>・Step3: 承認後、詳細展開 → PowerPoint自動生成・起動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・デザイン原則・評価基準・構成ガイドの3つの専門知識を整備</a:t>
            </a:r>
          </a:p>
          <a:p>
            <a:r>
              <a:t>・通常時は軽量動作、品質診断時に必要なスキルだけを即座にロード</a:t>
            </a:r>
          </a:p>
          <a:p>
            <a:r>
              <a:t>・状況に応じて専門家レベルの判断力を発揮</a:t>
            </a:r>
          </a:p>
          <a:p>
            <a:r>
              <a:t>・ノウハウを追記するたびにAIの判断力が蓄積的に向上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デザイン原則</a:t>
            </a:r>
            <a:br/>
            <a:r>
              <a:t>レイアウト・配色・図解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評価基準</a:t>
            </a:r>
            <a:br/>
            <a:r>
              <a:t>品質診断・改善提案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構成ガイド</a:t>
            </a:r>
            <a:br/>
            <a:r>
              <a:t>ストーリー設計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・プロジェクトごとにフォルダを自動作成し、成果物を集約</a:t>
            </a:r>
          </a:p>
          <a:p>
            <a:r>
              <a:t>・構成案・スライド詳細・PowerPoint・サムネイルを一元管理</a:t>
            </a:r>
          </a:p>
          <a:p>
            <a:r>
              <a:t>・バージョン管理で変更履歴を追跡、チーム共有が容易</a:t>
            </a:r>
          </a:p>
          <a:p>
            <a:r>
              <a:t>・テンプレート化すれば同じ構成の提案書を即座に再生成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プロジェクト管理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DX推進提案</a:t>
            </a:r>
            <a:br/>
            <a:r>
              <a:t>構成案 + 詳細 + 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業務改善報告</a:t>
            </a:r>
            <a:br/>
            <a:r>
              <a:t>構成案 + 詳細 + 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・テンプレートライブラリの充実 → 業種・用途別に最適な構成を蓄積</a:t>
            </a:r>
          </a:p>
          <a:p>
            <a:r>
              <a:t>・AIによる自動品質チェック → 生成・確認・修正の自動フィードバックループ</a:t>
            </a:r>
          </a:p>
          <a:p>
            <a:r>
              <a:t>・クライアント別テンプレート対応 → 提出先に合わせた体裁を自動切替</a:t>
            </a:r>
          </a:p>
          <a:p>
            <a:r>
              <a:t>・スライド単位の差し替え → 既存資料の部分的な更新にも対応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1520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