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88720" cy="320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88720" cy="320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88720" cy="320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566160" cy="32918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案A: 既製品SaaS導入</a:t>
            </a:r>
            <a:br/>
            <a:br/>
            <a:r>
              <a:t>Microsoft 365 Copilot等の既製品を導入</a:t>
            </a:r>
            <a:br/>
            <a:br/>
            <a:r>
              <a:t>・導入速度: 1〜2ヶ月（最速）</a:t>
            </a:r>
            <a:br/>
            <a:r>
              <a:t>・検索精度: 汎用モデルのため社内用語への対応に限界</a:t>
            </a:r>
            <a:br/>
            <a:r>
              <a:t>・コスト: ライセンス費 月額3,000円/人（年間360万円/100名）</a:t>
            </a:r>
            <a:br/>
            <a:r>
              <a:t>・運用負荷: 低（ベンダー管理）</a:t>
            </a:r>
            <a:br/>
            <a:r>
              <a:t>・リスク: 社内独自の分類・文脈に合わない可能性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834640"/>
            <a:ext cx="3566160" cy="32918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案B: RAG基盤自社構築</a:t>
            </a:r>
            <a:br/>
            <a:br/>
            <a:r>
              <a:t>Azure OpenAI + RAGで自社専用基盤を構築</a:t>
            </a:r>
            <a:br/>
            <a:br/>
            <a:r>
              <a:t>・導入速度: 4〜6ヶ月（PoC含む）</a:t>
            </a:r>
            <a:br/>
            <a:r>
              <a:t>・検索精度: 社内文書に最適化可能（高精度）</a:t>
            </a:r>
            <a:br/>
            <a:r>
              <a:t>・コスト: 初期構築 800〜1,200万円 + 運用 月額30〜50万円</a:t>
            </a:r>
            <a:br/>
            <a:r>
              <a:t>・運用負荷: 高（社内にML/インフラ人材が必要）</a:t>
            </a:r>
            <a:br/>
            <a:r>
              <a:t>・リスク: 構築期間中の要件変更、技術的負債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834640"/>
            <a:ext cx="3566160" cy="3291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案C: ハイブリッド（推奨）</a:t>
            </a:r>
            <a:br/>
            <a:br/>
            <a:r>
              <a:t>既製品で即時導入 + 段階的にRAG拡張</a:t>
            </a:r>
            <a:br/>
            <a:br/>
            <a:r>
              <a:t>・導入速度: 2ヶ月（SaaS先行）+ 4ヶ月（RAG追加）</a:t>
            </a:r>
            <a:br/>
            <a:r>
              <a:t>・検索精度: 初期は汎用、半年後に社内最適化済み</a:t>
            </a:r>
            <a:br/>
            <a:r>
              <a:t>・コスト: 初期 ライセンス費のみ → Phase1で500〜800万円追加</a:t>
            </a:r>
            <a:br/>
            <a:r>
              <a:t>・運用負荷: 段階的に引き上げ（学習期間を確保）</a:t>
            </a:r>
            <a:br/>
            <a:r>
              <a:t>・メリット: 早期に効果実感 → 投資判断の根拠が得られる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