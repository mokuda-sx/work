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4173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874519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874519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317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M365 Copilot等の既製品を導入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1〜2ヶ月（最速）</a:t>
            </a:r>
            <a:br/>
            <a:r>
              <a:t>・精度: 汎用モデル、社内用語に限界</a:t>
            </a:r>
            <a:br/>
            <a:r>
              <a:t>・費用: 月3,000円/人（年360万/100名）</a:t>
            </a:r>
            <a:br/>
            <a:r>
              <a:t>・負荷: 低（ベンダー管理）</a:t>
            </a:r>
            <a:br/>
            <a:r>
              <a:t>・留意: 社内固有の文脈に合わない可能性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Azure OpenAI + RAGで自社専用基盤を構築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4〜6ヶ月（PoC含む）</a:t>
            </a:r>
            <a:br/>
            <a:r>
              <a:t>・精度: 社内文書に最適化可能（高精度）</a:t>
            </a:r>
            <a:br/>
            <a:r>
              <a:t>・費用: 初期800〜1,200万+月額30〜50万</a:t>
            </a:r>
            <a:br/>
            <a:r>
              <a:t>・負荷: 高（社内にML/インフラ人材必要）</a:t>
            </a:r>
            <a:br/>
            <a:r>
              <a:t>・留意: 要件変更リスク、技術的負債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356616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既製品で即時導入 + 段階的にRAG拡張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SaaS 2ヶ月 → RAG追加 +4ヶ月</a:t>
            </a:r>
            <a:br/>
            <a:r>
              <a:t>・精度: 初期は汎用 → 半年後に社内最適化</a:t>
            </a:r>
            <a:br/>
            <a:r>
              <a:t>・費用: 初期ライセンスのみ → 追加500〜800万</a:t>
            </a:r>
            <a:br/>
            <a:r>
              <a:t>・負荷: 段階的に引上げ（学習期間を確保）</a:t>
            </a:r>
            <a:br/>
            <a:r>
              <a:t>・利点: 早期に効果実感 → 投資判断の根拠に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