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417320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874519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874519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331720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331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案A: 既製品SaaS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M365 Copilot等の既製品を導入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1〜2ヶ月（最速）</a:t>
            </a:r>
            <a:br/>
            <a:r>
              <a:t>・精度: 汎用、社内用語に限界</a:t>
            </a:r>
            <a:br/>
            <a:r>
              <a:t>・費用: 月3千円/人（年360万）</a:t>
            </a:r>
            <a:br/>
            <a:r>
              <a:t>・負荷: 低（ベンダー管理）</a:t>
            </a:r>
            <a:br/>
            <a:r>
              <a:t>・留意: 社内文脈と不整合の恐れ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案B: RAG自社構築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Azure OpenAI + RAGで自社専用基盤を構築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4〜6ヶ月（PoC含む）</a:t>
            </a:r>
            <a:br/>
            <a:r>
              <a:t>・精度: 社内文書に最適化（高）</a:t>
            </a:r>
            <a:br/>
            <a:r>
              <a:t>・費用: 初期800万〜+月30万〜</a:t>
            </a:r>
            <a:br/>
            <a:r>
              <a:t>・負荷: 高（ML人材が必要）</a:t>
            </a:r>
            <a:br/>
            <a:r>
              <a:t>・留意: 要件変更、技術的負債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017520"/>
            <a:ext cx="356616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案C: ハイブリッド（推奨）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既製品で即時導入 + 段階的にRAG拡張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SaaS 2ヶ月+RAG 4ヶ月</a:t>
            </a:r>
            <a:br/>
            <a:r>
              <a:t>・精度: 初期汎用→半年で最適化</a:t>
            </a:r>
            <a:br/>
            <a:r>
              <a:t>・費用: ライセンス→追加500万〜</a:t>
            </a:r>
            <a:br/>
            <a:r>
              <a:t>・負荷: 段階的引上げ（学習期間）</a:t>
            </a:r>
            <a:br/>
            <a:r>
              <a:t>・利点: 早期効果で投資判断可能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