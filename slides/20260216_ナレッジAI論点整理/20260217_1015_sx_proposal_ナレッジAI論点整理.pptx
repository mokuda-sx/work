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社内ナレッジAI活用 -- 導入アプローチの論点整理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3つのアプローチ案を比較し、本日の議論で方向性を決定したい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417320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417320"/>
            <a:ext cx="8631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</a:rPr>
              <a:t>ナレッジ散在・属人化・検索困難（検索に平均30分、退職時の知見消失）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74519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目標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874519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874519"/>
            <a:ext cx="8631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</a:rPr>
              <a:t>AI検索基盤で情報到達5分以内、暗黙知の組織資産化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3317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判断軸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331720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331720"/>
            <a:ext cx="8631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</a:rPr>
              <a:t>導入速度 / 検索精度 / 初期+運用コスト / 社内運用負荷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017520"/>
            <a:ext cx="333756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案A: 既製品SaaS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204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</a:rPr>
              <a:t>M365 Copilot等の既製品を導入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</a:rPr>
              <a:t>・速度: 1〜2ヶ月（最速）</a:t>
            </a:r>
          </a:p>
          <a:p>
            <a:pPr algn="l"/>
            <a:r>
              <a:rPr sz="1200">
                <a:solidFill>
                  <a:srgbClr val="333333"/>
                </a:solidFill>
              </a:rPr>
              <a:t>・精度: 汎用、社内用語に限界</a:t>
            </a:r>
          </a:p>
          <a:p>
            <a:pPr algn="l"/>
            <a:r>
              <a:rPr sz="1200">
                <a:solidFill>
                  <a:srgbClr val="333333"/>
                </a:solidFill>
              </a:rPr>
              <a:t>・費用: 月3千円/人（年360万）</a:t>
            </a:r>
          </a:p>
          <a:p>
            <a:pPr algn="l"/>
            <a:r>
              <a:rPr sz="1200">
                <a:solidFill>
                  <a:srgbClr val="333333"/>
                </a:solidFill>
              </a:rPr>
              <a:t>・負荷: 低（ベンダー管理）</a:t>
            </a:r>
          </a:p>
          <a:p>
            <a:pPr algn="l"/>
            <a:r>
              <a:rPr sz="1200">
                <a:solidFill>
                  <a:srgbClr val="333333"/>
                </a:solidFill>
              </a:rPr>
              <a:t>・留意: 社内文脈と不整合の恐れ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017520"/>
            <a:ext cx="333756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案B: RAG自社構築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5204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</a:rPr>
              <a:t>Azure OpenAI + RAGで自社専用基盤を構築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840480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</a:rPr>
              <a:t>・速度: 4〜6ヶ月（PoC含む）</a:t>
            </a:r>
          </a:p>
          <a:p>
            <a:pPr algn="l"/>
            <a:r>
              <a:rPr sz="1200">
                <a:solidFill>
                  <a:srgbClr val="333333"/>
                </a:solidFill>
              </a:rPr>
              <a:t>・精度: 社内文書に最適化（高）</a:t>
            </a:r>
          </a:p>
          <a:p>
            <a:pPr algn="l"/>
            <a:r>
              <a:rPr sz="1200">
                <a:solidFill>
                  <a:srgbClr val="333333"/>
                </a:solidFill>
              </a:rPr>
              <a:t>・費用: 初期800万〜+月30万〜</a:t>
            </a:r>
          </a:p>
          <a:p>
            <a:pPr algn="l"/>
            <a:r>
              <a:rPr sz="1200">
                <a:solidFill>
                  <a:srgbClr val="333333"/>
                </a:solidFill>
              </a:rPr>
              <a:t>・負荷: 高（ML人材必要）</a:t>
            </a:r>
          </a:p>
          <a:p>
            <a:pPr algn="l"/>
            <a:r>
              <a:rPr sz="1200">
                <a:solidFill>
                  <a:srgbClr val="333333"/>
                </a:solidFill>
              </a:rPr>
              <a:t>・留意: 要件変更、技術的負債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3017520"/>
            <a:ext cx="3328416" cy="411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案C: ハイブリッド（推奨）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520440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</a:rPr>
              <a:t>既製品で即時導入 + 段階的にRAG拡張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840480"/>
            <a:ext cx="31455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</a:rPr>
              <a:t>・速度: SaaS 2ヶ月+RAG 4ヶ月</a:t>
            </a:r>
          </a:p>
          <a:p>
            <a:pPr algn="l"/>
            <a:r>
              <a:rPr sz="1200">
                <a:solidFill>
                  <a:srgbClr val="333333"/>
                </a:solidFill>
              </a:rPr>
              <a:t>・精度: 初期汎用→半年で最適化</a:t>
            </a:r>
          </a:p>
          <a:p>
            <a:pPr algn="l"/>
            <a:r>
              <a:rPr sz="1200">
                <a:solidFill>
                  <a:srgbClr val="333333"/>
                </a:solidFill>
              </a:rPr>
              <a:t>・費用: ライセンス→追加500万〜</a:t>
            </a:r>
          </a:p>
          <a:p>
            <a:pPr algn="l"/>
            <a:r>
              <a:rPr sz="1200">
                <a:solidFill>
                  <a:srgbClr val="333333"/>
                </a:solidFill>
              </a:rPr>
              <a:t>・負荷: 段階的引上げ（学習期間）</a:t>
            </a:r>
          </a:p>
          <a:p>
            <a:pPr algn="l"/>
            <a:r>
              <a:rPr sz="1200">
                <a:solidFill>
                  <a:srgbClr val="333333"/>
                </a:solidFill>
              </a:rPr>
              <a:t>・利点: 早期効果で投資判断可能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