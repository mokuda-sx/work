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M365 Copilot等の既製品を導入</a:t>
            </a:r>
            <a:br/>
            <a:br/>
            <a:r>
              <a:t>・速度: 1〜2ヶ月（最速）</a:t>
            </a:r>
            <a:br/>
            <a:r>
              <a:t>・精度: 汎用、社内用語に限界</a:t>
            </a:r>
            <a:br/>
            <a:r>
              <a:t>・費用: 月3,000円/人（年360万）</a:t>
            </a:r>
            <a:br/>
            <a:r>
              <a:t>・負荷: 低（ベンダー管理）</a:t>
            </a:r>
            <a:br/>
            <a:r>
              <a:t>・留意: 社内文脈との不整合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Azure OpenAI+RAGで専用基盤構築</a:t>
            </a:r>
            <a:br/>
            <a:br/>
            <a:r>
              <a:t>・速度: 4〜6ヶ月（PoC含む）</a:t>
            </a:r>
            <a:br/>
            <a:r>
              <a:t>・精度: 社内文書に最適化（高）</a:t>
            </a:r>
            <a:br/>
            <a:r>
              <a:t>・費用: 初期800〜1,200万+月30万〜</a:t>
            </a:r>
            <a:br/>
            <a:r>
              <a:t>・負荷: 高（ML人材が必要）</a:t>
            </a:r>
            <a:br/>
            <a:r>
              <a:t>・留意: 要件変更、技術的負債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7472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</a:rPr>
              <a:t>既製品で即導入+段階的RAG拡張</a:t>
            </a:r>
            <a:br/>
            <a:br/>
            <a:r>
              <a:t>・速度: SaaS 2ヶ月→RAG +4ヶ月</a:t>
            </a:r>
            <a:br/>
            <a:r>
              <a:t>・精度: 初期汎用→半年で最適化</a:t>
            </a:r>
            <a:br/>
            <a:r>
              <a:t>・費用: 初期ライセンスのみ→+500万〜</a:t>
            </a:r>
            <a:br/>
            <a:r>
              <a:t>・負荷: 段階的引上げ（学習期間）</a:t>
            </a:r>
            <a:br/>
            <a:r>
              <a:t>・利点: 早期効果→投資判断の根拠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