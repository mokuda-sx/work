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7451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31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案A: 既製品SaaS導入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Microsoft 365 Copilot等の既製品を導入</a:t>
            </a:r>
            <a:br/>
            <a:br/>
            <a:r>
              <a:t>・導入速度: 1〜2ヶ月（最速）</a:t>
            </a:r>
            <a:br/>
            <a:r>
              <a:t>・検索精度: 汎用モデルのため社内用語に限界</a:t>
            </a:r>
            <a:br/>
            <a:r>
              <a:t>・コスト: 月額3,000円/人（年360万/100名）</a:t>
            </a:r>
            <a:br/>
            <a:r>
              <a:t>・運用負荷: 低（ベンダー管理）</a:t>
            </a:r>
            <a:br/>
            <a:r>
              <a:t>・リスク: 社内文脈に合わない可能性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案B: RAG基盤自社構築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4747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Azure OpenAI + RAGで自社専用基盤を構築</a:t>
            </a:r>
            <a:br/>
            <a:br/>
            <a:r>
              <a:t>・導入速度: 4〜6ヶ月（PoC含む）</a:t>
            </a:r>
            <a:br/>
            <a:r>
              <a:t>・検索精度: 社内文書に最適化（高精度）</a:t>
            </a:r>
            <a:br/>
            <a:r>
              <a:t>・コスト: 初期800〜1,200万+月30〜50万</a:t>
            </a:r>
            <a:br/>
            <a:r>
              <a:t>・運用負荷: 高（ML/インフラ人材必要）</a:t>
            </a:r>
            <a:br/>
            <a:r>
              <a:t>・リスク: 要件変更、技術的負債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017520"/>
            <a:ext cx="356616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4747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既製品で即時導入 + 段階的にRAG拡張</a:t>
            </a:r>
            <a:br/>
            <a:br/>
            <a:r>
              <a:t>・導入速度: SaaS 2ヶ月 + RAG 4ヶ月</a:t>
            </a:r>
            <a:br/>
            <a:r>
              <a:t>・検索精度: 初期汎用→半年後に最適化</a:t>
            </a:r>
            <a:br/>
            <a:r>
              <a:t>・コスト: 初期ライセンスのみ→追加500〜800万</a:t>
            </a:r>
            <a:br/>
            <a:r>
              <a:t>・運用負荷: 段階的に引上げ（学習期間確保）</a:t>
            </a:r>
            <a:br/>
            <a:r>
              <a:t>・メリット: 早期効果実感→投資判断の根拠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