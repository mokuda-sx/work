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1〜2ヶ月（最速）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汎用、社内用語に限界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月3千円/人（年360万）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低（ベンダー管理）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4〜6ヶ月（PoC含む）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社内文書に最適化（高）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初期800万〜+月30万〜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高（ML人材必要）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328416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40480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SaaS 2ヶ月+RAG 4ヶ月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初期汎用→半年で最適化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ライセンス→追加500万〜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段階的引上げ（学習期間）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・利点: 早期効果で投資判断可能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