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243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2462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1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737360"/>
            <a:ext cx="3077870" cy="132588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構成方針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を決定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00400"/>
            <a:ext cx="216347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outline_guide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46320" y="2286000"/>
            <a:ext cx="45720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1737360"/>
            <a:ext cx="3077870" cy="132588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構成案を生成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2286000"/>
            <a:ext cx="45720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173736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アウトライン</a:t>
            </a:r>
          </a:p>
          <a:p>
            <a:pPr algn="ctr"/>
            <a:r>
              <a:rPr sz="1200" b="1">
                <a:solidFill>
                  <a:srgbClr val="404040"/>
                </a:solidFill>
              </a:rPr>
              <a:t>（構造案・文字）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Recipe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意図設計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24612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意図・パターン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を選定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09160"/>
            <a:ext cx="216347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slide_recipe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3794760"/>
            <a:ext cx="45720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324612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詳細配置を生成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412480" y="3794760"/>
            <a:ext cx="45720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324612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recipe.json</a:t>
            </a:r>
          </a:p>
          <a:p>
            <a:pPr algn="ctr"/>
            <a:r>
              <a:rPr sz="1200" b="1">
                <a:solidFill>
                  <a:srgbClr val="404040"/>
                </a:solidFill>
              </a:rPr>
              <a:t>（中間成果物）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2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実装設計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754880"/>
            <a:ext cx="307787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座標・色・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フォント指定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217920"/>
            <a:ext cx="216347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design_guide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46320" y="5303520"/>
            <a:ext cx="45720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0" y="4754880"/>
            <a:ext cx="307787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PPTX JSONを生成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12480" y="5303520"/>
            <a:ext cx="45720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475488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PPTX</a:t>
            </a:r>
          </a:p>
          <a:p>
            <a:pPr algn="ctr"/>
            <a:r>
              <a:rPr sz="1200" b="1">
                <a:solidFill>
                  <a:srgbClr val="404040"/>
                </a:solidFill>
              </a:rPr>
              <a:t>（最終成果物）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