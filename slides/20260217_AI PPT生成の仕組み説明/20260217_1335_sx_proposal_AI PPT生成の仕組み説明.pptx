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AIコンテキスト制約への対応：スキル化戦略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・言語モデル(Claude等)には一度に処理できる情報量に上限がある</a:t>
            </a:r>
          </a:p>
          <a:p>
            <a:r>
              <a:t>・全知識を一度に読み込むとコンテキスト枯渇で品質が低下</a:t>
            </a:r>
          </a:p>
          <a:p>
            <a:r>
              <a:t>・段階別スキル化により、各段階のコンテキスト負荷を最適化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言語モデルの処理能力に合わせて、段階ごとに必要なスキルだけを読み込む設計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417320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417320"/>
            <a:ext cx="86319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最新言語モデルには「一度に処理できる情報量の上限」がある（コンテキストウィンドウ制約）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問題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874519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874519"/>
            <a:ext cx="86319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全知識を一度に読み込むとコンテキスト枯渇 → 品質低下・矛盾・誤り増加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331720"/>
            <a:ext cx="1371600" cy="26060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対応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331720"/>
            <a:ext cx="8814816" cy="2606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468880"/>
            <a:ext cx="863193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【Tier 1】 outline_guide.md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提案書全体の構成・ストーリー設計ルール</a:t>
            </a:r>
          </a:p>
          <a:p>
            <a:pPr algn="l"/>
          </a:p>
          <a:p>
            <a:pPr algn="l"/>
            <a:r>
              <a:rPr sz="1200" b="0">
                <a:solidFill>
                  <a:srgbClr val="333333"/>
                </a:solidFill>
              </a:rPr>
              <a:t>【Recipe】 slide_recipe.md + 参照作品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スライドパターン・設計意図・参照適応</a:t>
            </a:r>
          </a:p>
          <a:p>
            <a:pPr algn="l"/>
          </a:p>
          <a:p>
            <a:pPr algn="l"/>
            <a:r>
              <a:rPr sz="1200" b="0">
                <a:solidFill>
                  <a:srgbClr val="333333"/>
                </a:solidFill>
              </a:rPr>
              <a:t>【Tier 2】 critique_rubric.md + template guide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座標・色・フォント・品質基準の連携</a:t>
            </a:r>
          </a:p>
          <a:p>
            <a:pPr algn="l"/>
          </a:p>
          <a:p>
            <a:pPr algn="l"/>
            <a:r>
              <a:rPr sz="1200" b="0">
                <a:solidFill>
                  <a:srgbClr val="333333"/>
                </a:solidFill>
              </a:rPr>
              <a:t>→ 各段階のコンテキスト最適化で安定したAI生成を実現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