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1853" y="1266444"/>
            <a:ext cx="256032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266444"/>
            <a:ext cx="256032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266444"/>
            <a:ext cx="4480560" cy="25237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" y="1626717"/>
            <a:ext cx="1097280" cy="147767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853" y="1626717"/>
            <a:ext cx="256032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outline_guide</a:t>
            </a:r>
            <a:br/>
            <a:r>
              <a:t>スキル指定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06240" y="21945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626717"/>
            <a:ext cx="2194560" cy="147767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構成案を</a:t>
            </a:r>
            <a:br/>
            <a:r>
              <a:t>自動生成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26717"/>
            <a:ext cx="4480560" cy="1477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提案書の構成・</a:t>
            </a:r>
            <a:br/>
            <a:r>
              <a:t>ストーリー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697" y="3196742"/>
            <a:ext cx="1097280" cy="149870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1853" y="3196742"/>
            <a:ext cx="256032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パターン</a:t>
            </a:r>
            <a:br/>
            <a:r>
              <a:t>参照作品</a:t>
            </a:r>
            <a:br/>
            <a:r>
              <a:t>指定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06240" y="3785615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196742"/>
            <a:ext cx="2194560" cy="149870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詳細配置</a:t>
            </a:r>
            <a:br/>
            <a:r>
              <a:t>を提案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196742"/>
            <a:ext cx="4480560" cy="1498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スライド設計</a:t>
            </a:r>
            <a:br/>
            <a:r>
              <a:t>（recipe.json）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" y="4784140"/>
            <a:ext cx="1097280" cy="15160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1853" y="4784140"/>
            <a:ext cx="256032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座標・色</a:t>
            </a:r>
            <a:br/>
            <a:r>
              <a:t>フォント</a:t>
            </a:r>
            <a:br/>
            <a:r>
              <a:t>指定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06240" y="5394960"/>
            <a:ext cx="54864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4784140"/>
            <a:ext cx="2194560" cy="15160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が</a:t>
            </a:r>
            <a:br/>
            <a:r>
              <a:t>PPTX JSON</a:t>
            </a:r>
            <a:br/>
            <a:r>
              <a:t>を生成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784140"/>
            <a:ext cx="4480560" cy="1516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404040"/>
                </a:solidFill>
              </a:rPr>
              <a:t>【成果物】</a:t>
            </a:r>
            <a:br/>
            <a:r>
              <a:t>PowerPoint</a:t>
            </a:r>
            <a:br/>
            <a:r>
              <a:t>JSON +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