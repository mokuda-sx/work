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スキル化 = AI生成を段階別ガイドで最適化する設計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【段階1】構成設計ガイド (outline_guide.md)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【段階2】意図設計ガイド (slide_recipe.md)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【段階3】実装設計ガイド (critique_rubric.md)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各段階で、その段階に必要なコンテキストだけを読み込む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→ AI生成の品質と安定性を飛躍的に向上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段階ごとに必要なコンテキストだけを読み込ませることで、AIの生成品質を最適化する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7243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2462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88720" cy="1325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Tier 1</a:t>
            </a:r>
            <a:br/>
            <a:r>
              <a:t>構成設計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737360"/>
            <a:ext cx="3077870" cy="132588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構成方針</a:t>
            </a:r>
            <a:br/>
            <a:r>
              <a:t>を決定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880360"/>
            <a:ext cx="960120" cy="1828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outline_guide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98110" y="228600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72430" y="1737360"/>
            <a:ext cx="3077870" cy="132588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  <a:br/>
            <a:r>
              <a:t>構成案を生成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50300" y="228600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24620" y="1737360"/>
            <a:ext cx="307787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アウトライン</a:t>
            </a:r>
            <a:br/>
            <a:r>
              <a:t>（構造案・文字）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1188720" cy="1325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Recipe</a:t>
            </a:r>
            <a:br/>
            <a:r>
              <a:t>意図設計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24612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意図・パターン</a:t>
            </a:r>
            <a:br/>
            <a:r>
              <a:t>を選定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389120"/>
            <a:ext cx="960120" cy="1828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slide_recipe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98110" y="379476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72430" y="324612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  <a:br/>
            <a:r>
              <a:t>詳細配置を生成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50300" y="379476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24620" y="3246120"/>
            <a:ext cx="307787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recipe.json</a:t>
            </a:r>
            <a:br/>
            <a:r>
              <a:t>（中間成果物）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188720" cy="1325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Tier 2</a:t>
            </a:r>
            <a:br/>
            <a:r>
              <a:t>実装設計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754880"/>
            <a:ext cx="3077870" cy="1325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座標・色・</a:t>
            </a:r>
            <a:br/>
            <a:r>
              <a:t>フォント指定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897880"/>
            <a:ext cx="960120" cy="1828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design_guide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998110" y="530352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72430" y="4754880"/>
            <a:ext cx="3077870" cy="1325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  <a:br/>
            <a:r>
              <a:t>PPTX JSONを生成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350300" y="530352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24620" y="4754880"/>
            <a:ext cx="307787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PPTX</a:t>
            </a:r>
            <a:br/>
            <a:r>
              <a:t>（最終成果物）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