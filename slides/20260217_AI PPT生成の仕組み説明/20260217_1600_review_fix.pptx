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スキル化 = AI生成を段階別ガイドで最適化する設計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【段階1】構成設計ガイド (outline_guide.md)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【段階2】意図設計ガイド (slide_recipe.md)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【段階3】実装設計ガイド (critique_rubric.md)</a:t>
            </a:r>
          </a:p>
          <a:p>
            <a:pPr algn="l"/>
          </a:p>
          <a:p>
            <a:pPr algn="l"/>
            <a:r>
              <a:rPr sz="1200" b="0">
                <a:solidFill>
                  <a:srgbClr val="404040"/>
                </a:solidFill>
              </a:rPr>
              <a:t>各段階で、その段階に必要なコンテキストだけを読み込む</a:t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→ AI生成の品質と安定性を飛躍的に向上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段階ごとに必要なコンテキストだけを読み込ませることで、AIの生成品質を最適化する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571853" y="1371600"/>
            <a:ext cx="2560320" cy="25237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2194560" cy="25237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371600"/>
            <a:ext cx="4480560" cy="25237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6717"/>
            <a:ext cx="963777" cy="147767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Tier 1</a:t>
            </a:r>
            <a:br/>
            <a:r>
              <a:t>構成設計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1853" y="1626717"/>
            <a:ext cx="2560320" cy="147767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outline_guide</a:t>
            </a:r>
            <a:br/>
            <a:r>
              <a:t>スキル指定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06240" y="2194560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626717"/>
            <a:ext cx="2194560" cy="147767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が</a:t>
            </a:r>
            <a:br/>
            <a:r>
              <a:t>構成案を</a:t>
            </a:r>
            <a:br/>
            <a:r>
              <a:t>自動生成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583680" y="2194560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1626717"/>
            <a:ext cx="4480560" cy="14776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アウトライン</a:t>
            </a:r>
            <a:br/>
            <a:r>
              <a:t>（構成案）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96742"/>
            <a:ext cx="963777" cy="149870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Recipe</a:t>
            </a:r>
            <a:br/>
            <a:r>
              <a:t>意図設計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71853" y="3196742"/>
            <a:ext cx="2560320" cy="149870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パターン</a:t>
            </a:r>
            <a:br/>
            <a:r>
              <a:t>参照作品</a:t>
            </a:r>
            <a:br/>
            <a:r>
              <a:t>指定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06240" y="3785615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3196742"/>
            <a:ext cx="2194560" cy="149870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が</a:t>
            </a:r>
            <a:br/>
            <a:r>
              <a:t>詳細配置</a:t>
            </a:r>
            <a:br/>
            <a:r>
              <a:t>を提案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583680" y="3785615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3196742"/>
            <a:ext cx="4480560" cy="1498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recipe.json</a:t>
            </a:r>
            <a:br/>
            <a:r>
              <a:t>（設計意図）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84140"/>
            <a:ext cx="963777" cy="15160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Tier 2</a:t>
            </a:r>
            <a:br/>
            <a:r>
              <a:t>実装設計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71853" y="4784140"/>
            <a:ext cx="2560320" cy="15160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座標・色</a:t>
            </a:r>
            <a:br/>
            <a:r>
              <a:t>フォント</a:t>
            </a:r>
            <a:br/>
            <a:r>
              <a:t>指定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06240" y="5394960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4784140"/>
            <a:ext cx="2194560" cy="15160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が</a:t>
            </a:r>
            <a:br/>
            <a:r>
              <a:t>PPTX JSON</a:t>
            </a:r>
            <a:br/>
            <a:r>
              <a:t>を生成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583680" y="5394960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60" y="4784140"/>
            <a:ext cx="4480560" cy="1516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PowerPoint JSON</a:t>
            </a:r>
            <a:br/>
            <a:r>
              <a:t>+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