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段階ごとに必要なコンテキストだけを読み込ませることで、AIの生成品質を最適化する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7243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24620" y="1371600"/>
            <a:ext cx="3077870" cy="2743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1</a:t>
            </a:r>
            <a:br/>
            <a:r>
              <a:t>構成設計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73736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構成方針</a:t>
            </a:r>
            <a:br/>
            <a:r>
              <a:t>を決定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2761488"/>
            <a:ext cx="1645920" cy="1828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outline_guide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98110" y="228600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72430" y="173736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AIが</a:t>
            </a:r>
            <a:br/>
            <a:r>
              <a:t>構成案を生成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50300" y="228600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24620" y="173736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アウトライン</a:t>
            </a:r>
            <a:br/>
            <a:r>
              <a:t>（中間成果）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Recipe</a:t>
            </a:r>
            <a:br/>
            <a:r>
              <a:t>意図設計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24612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意図・パターン</a:t>
            </a:r>
            <a:br/>
            <a:r>
              <a:t>を選定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4270248"/>
            <a:ext cx="1645920" cy="1828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slide_recipe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98110" y="379476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72430" y="324612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AIが</a:t>
            </a:r>
            <a:br/>
            <a:r>
              <a:t>詳細配置を生成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50300" y="379476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24620" y="324612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recipe.json</a:t>
            </a:r>
            <a:br/>
            <a:r>
              <a:t>（設計意図）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188720" cy="13258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Tier 2</a:t>
            </a:r>
            <a:br/>
            <a:r>
              <a:t>実装設計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75488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座標・色・</a:t>
            </a:r>
            <a:br/>
            <a:r>
              <a:t>フォント指定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5779008"/>
            <a:ext cx="1645920" cy="1828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design_guide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98110" y="530352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72430" y="4754880"/>
            <a:ext cx="3077870" cy="1325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AIが</a:t>
            </a:r>
            <a:br/>
            <a:r>
              <a:t>PPTX JSONを生成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350300" y="5303520"/>
            <a:ext cx="274320" cy="2286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24620" y="4754880"/>
            <a:ext cx="307787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PPTX / JSON</a:t>
            </a:r>
            <a:br/>
            <a:r>
              <a:t>（最終成果）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