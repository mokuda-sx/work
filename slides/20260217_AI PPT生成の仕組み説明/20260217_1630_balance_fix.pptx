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スキル化 = AI生成を段階別ガイドで最適化する設計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【段階1】構成設計ガイド (outline_guide.md)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【段階2】意図設計ガイド (slide_recipe.md)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【段階3】実装設計ガイド (critique_rubric.md)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各段階で、その段階に必要なコンテキストだけを読み込む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→ AI生成の品質と安定性を飛躍的に向上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段階ごとに必要なコンテキストだけを読み込ませることで、AIの生成品質を最適化する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73344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26449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88720" cy="1371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Tier 1</a:t>
            </a:r>
            <a:br/>
            <a:r>
              <a:t>構成設計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737360"/>
            <a:ext cx="307787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outline_guide</a:t>
            </a:r>
            <a:br/>
            <a:r>
              <a:t>スキル指定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99024" y="230886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73344" y="1737360"/>
            <a:ext cx="307787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AIが</a:t>
            </a:r>
            <a:br/>
            <a:r>
              <a:t>構成案を自動生成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352129" y="230886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26449" y="1737360"/>
            <a:ext cx="307787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アウトライン（構成案）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88720" cy="1371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Recipe</a:t>
            </a:r>
            <a:br/>
            <a:r>
              <a:t>意図設計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3291840"/>
            <a:ext cx="307787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パターン</a:t>
            </a:r>
            <a:br/>
            <a:r>
              <a:t>参照作品</a:t>
            </a:r>
            <a:br/>
            <a:r>
              <a:t>指定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99024" y="3863339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73344" y="3291840"/>
            <a:ext cx="307787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AIが</a:t>
            </a:r>
            <a:br/>
            <a:r>
              <a:t>詳細配置を提案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52129" y="3863339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26449" y="3291840"/>
            <a:ext cx="307787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recipe.json（設計意図）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1188720" cy="1371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Tier 2</a:t>
            </a:r>
            <a:br/>
            <a:r>
              <a:t>実装設計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4846320"/>
            <a:ext cx="307787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座標・色</a:t>
            </a:r>
            <a:br/>
            <a:r>
              <a:t>フォント</a:t>
            </a:r>
            <a:br/>
            <a:r>
              <a:t>指定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99024" y="541782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3344" y="4846320"/>
            <a:ext cx="307787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AIが</a:t>
            </a:r>
            <a:br/>
            <a:r>
              <a:t>PPTX JSONを生成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352129" y="541782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26449" y="4846320"/>
            <a:ext cx="307787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PowerPoint JSON +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