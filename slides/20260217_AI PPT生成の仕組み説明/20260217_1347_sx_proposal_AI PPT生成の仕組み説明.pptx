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言語モデルの処理能力に合わせて、段階ごとに必要なスキルだけを読み込む設計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417320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言語モデルの「一度に処理できる情報量の上限」（コンテキストウィンドウ制約）への対応が必須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1371600" cy="4114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8814816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74519"/>
            <a:ext cx="86319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全知識を一度に読み込む → コンテキスト枯渇 → 品質低下・矛盾・誤り増加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31720"/>
            <a:ext cx="1371600" cy="260604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31720"/>
            <a:ext cx="8814816" cy="2606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468880"/>
            <a:ext cx="8631936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スキル化 = AI生成を段階別ガイドで最適化する設計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【段階1】構成設計ガイド (outline_guide.md)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【段階2】意図設計ガイド (slide_recipe.md)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【段階3】実装設計ガイド (critique_rubric.md)</a:t>
            </a:r>
          </a:p>
          <a:p>
            <a:pPr algn="l"/>
          </a:p>
          <a:p>
            <a:pPr algn="l"/>
            <a:r>
              <a:rPr sz="1200" b="0">
                <a:solidFill>
                  <a:srgbClr val="333333"/>
                </a:solidFill>
              </a:rPr>
              <a:t>各段階で、その段階に必要なコンテキストだけを読み込む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→ AI生成の品質と安定性を飛躍的に向上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段階ごとに必要なコンテキストだけを読み込ませることで、AIの生成品質を最適化する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188720" cy="41148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Tier 1</a:t>
            </a:r>
            <a:br/>
            <a:r>
              <a:t>構成設計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645920"/>
            <a:ext cx="18288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指定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97680" y="1965960"/>
            <a:ext cx="73152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0" y="1645920"/>
            <a:ext cx="18288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AIが</a:t>
            </a:r>
            <a:br/>
            <a:r>
              <a:t>構成案を</a:t>
            </a:r>
            <a:br/>
            <a:r>
              <a:t>自動生成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18872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Recipe</a:t>
            </a:r>
            <a:br/>
            <a:r>
              <a:t>意図設計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743200"/>
            <a:ext cx="18288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パターン</a:t>
            </a:r>
            <a:br/>
            <a:r>
              <a:t>参照作品</a:t>
            </a:r>
            <a:br/>
            <a:r>
              <a:t>指定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97680" y="3063240"/>
            <a:ext cx="73152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2743200"/>
            <a:ext cx="18288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AIが</a:t>
            </a:r>
            <a:br/>
            <a:r>
              <a:t>詳細配置</a:t>
            </a:r>
            <a:br/>
            <a:r>
              <a:t>を提案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89120"/>
            <a:ext cx="1188720" cy="1371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Tier 2</a:t>
            </a:r>
            <a:br/>
            <a:r>
              <a:t>実装設計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389120"/>
            <a:ext cx="18288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座標</a:t>
            </a:r>
            <a:br/>
            <a:r>
              <a:t>色</a:t>
            </a:r>
            <a:br/>
            <a:r>
              <a:t>フォント</a:t>
            </a:r>
            <a:br/>
            <a:r>
              <a:t>指定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97680" y="4709160"/>
            <a:ext cx="731520" cy="27432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4389120"/>
            <a:ext cx="18288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AIが</a:t>
            </a:r>
            <a:br/>
            <a:r>
              <a:t>PPTX JSON</a:t>
            </a:r>
            <a:br/>
            <a:r>
              <a:t>を生成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645920"/>
            <a:ext cx="3200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64592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【成果物】提案書の構成・ストーリー（アウトライン）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743200"/>
            <a:ext cx="3200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274320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【成果物】スライド設計（パターン・意図・配置案）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4389120"/>
            <a:ext cx="3200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438912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【成果物】PowerPoint JSON +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