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【段階1: 構成設計】提案書全体のストーリー設計ルール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（outline_guide.md）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【段階2: 意図設計】パターン・設計意図・参照作品の適応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（slide_recipe.md + 参照作品）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【段階3: 実装】座標・色・フォント・品質基準の実装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（critique_rubric.md + template guide）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→ 各段階で必要なコンテキスト最適化を実現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