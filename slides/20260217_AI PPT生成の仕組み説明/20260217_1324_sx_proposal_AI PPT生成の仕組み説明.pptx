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  <p:sldId id="257" r:id="rId9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AIコンテキスト制約への対応：スキル化戦略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+ 人間協働：3層フロー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