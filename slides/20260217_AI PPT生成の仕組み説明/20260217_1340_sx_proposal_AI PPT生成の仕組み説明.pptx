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8"/>
    <p:sldId id="257" r:id="rId9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B1D8018D-9D27-814B-A55C-9931F775F991}">
          <p14:sldIdLst/>
        </p14:section>
        <p14:section name="タイトルなしのセクション" id="{B332ECB8-8222-46A7-BAB6-27D15F632A53}">
          <p14:sldIdLst>
            <p14:sldId id="257"/>
            <p14:sldId id="2141414137"/>
            <p14:sldId id="418"/>
            <p14:sldId id="302"/>
            <p14:sldId id="306"/>
            <p14:sldId id="2141414135"/>
            <p14:sldId id="317"/>
            <p14:sldId id="318"/>
            <p14:sldId id="319"/>
            <p14:sldId id="2141414140"/>
            <p14:sldId id="419"/>
            <p14:sldId id="420"/>
            <p14:sldId id="421"/>
            <p14:sldId id="422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5504"/>
    <a:srgbClr val="EA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13" autoAdjust="0"/>
    <p:restoredTop sz="93899" autoAdjust="0"/>
  </p:normalViewPr>
  <p:slideViewPr>
    <p:cSldViewPr showGuides="1">
      <p:cViewPr varScale="1">
        <p:scale>
          <a:sx n="44" d="100"/>
          <a:sy n="44" d="100"/>
        </p:scale>
        <p:origin x="36" y="20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howGuides="1">
      <p:cViewPr varScale="1">
        <p:scale>
          <a:sx n="49" d="100"/>
          <a:sy n="49" d="100"/>
        </p:scale>
        <p:origin x="2668" y="52"/>
      </p:cViewPr>
      <p:guideLst>
        <p:guide orient="horz" pos="3131"/>
        <p:guide pos="2144"/>
      </p:guideLst>
    </p:cSldViewPr>
  </p:notesViewPr>
  <p:gridSpacing cx="72010" cy="7201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0727B-9DEC-4968-9848-E4F87D30B763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70FCD-28E0-4969-A121-AC709167E47F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5969784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25483-6E6E-42C5-BF11-7E02F1B93D8D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C54D4-3460-457E-B9D7-117BAF18C078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5399420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ドキュメンテーションタイトルあり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225" y="1432449"/>
            <a:ext cx="10369550" cy="503237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8478"/>
            <a:ext cx="10369550" cy="788497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72AEA40-9A1C-DA43-9FFB-05730EBF99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AC767EF-948A-AE4C-B1C7-AD19CA98E272}"/>
              </a:ext>
            </a:extLst>
          </p:cNvPr>
          <p:cNvSpPr/>
          <p:nvPr userDrawn="1"/>
        </p:nvSpPr>
        <p:spPr>
          <a:xfrm>
            <a:off x="925830" y="20605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ドキュメンテーションタイトルあり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2561" y="3140960"/>
            <a:ext cx="10348214" cy="288040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45" y="2060575"/>
            <a:ext cx="10369530" cy="647700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ドキュメンテーションタイトル（写真なし）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BB30CF7-F45F-4ADC-86D3-29B44DB96A57}"/>
              </a:ext>
            </a:extLst>
          </p:cNvPr>
          <p:cNvSpPr/>
          <p:nvPr userDrawn="1"/>
        </p:nvSpPr>
        <p:spPr>
          <a:xfrm>
            <a:off x="8784167" y="0"/>
            <a:ext cx="3264660" cy="112468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ja-JP" altLang="en-US" sz="1800" dirty="0">
              <a:solidFill>
                <a:schemeClr val="tx1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AA4975F-0334-5F46-9B38-4B0C12DEE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981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4897438" cy="79216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目次・アジェンダページ（写真あり）</a:t>
            </a:r>
          </a:p>
        </p:txBody>
      </p:sp>
      <p:sp>
        <p:nvSpPr>
          <p:cNvPr id="7" name="正方形/長方形 6"/>
          <p:cNvSpPr/>
          <p:nvPr userDrawn="1"/>
        </p:nvSpPr>
        <p:spPr>
          <a:xfrm>
            <a:off x="6383338" y="404814"/>
            <a:ext cx="4897438" cy="604837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  <p:sp>
        <p:nvSpPr>
          <p:cNvPr id="8" name="フッター プレースホルダ 4"/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9" name="テキスト プレースホルダー 3">
            <a:extLst>
              <a:ext uri="{FF2B5EF4-FFF2-40B4-BE49-F238E27FC236}">
                <a16:creationId xmlns:a16="http://schemas.microsoft.com/office/drawing/2014/main" id="{EE14E344-44DC-B548-AE98-2394DEE1D8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4897439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78682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10369550" cy="792162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目次・アジェンダページ（写真なし）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10354373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7" name="フッター プレースホルダ 4">
            <a:extLst>
              <a:ext uri="{FF2B5EF4-FFF2-40B4-BE49-F238E27FC236}">
                <a16:creationId xmlns:a16="http://schemas.microsoft.com/office/drawing/2014/main" id="{0C1577CA-9584-6B4B-B240-E6B742AA37AB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25831" y="417607"/>
            <a:ext cx="10354944" cy="78303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チャプタータイトル（写真あり）</a:t>
            </a:r>
          </a:p>
        </p:txBody>
      </p:sp>
      <p:sp>
        <p:nvSpPr>
          <p:cNvPr id="11" name="サブタイトル 2"/>
          <p:cNvSpPr>
            <a:spLocks noGrp="1"/>
          </p:cNvSpPr>
          <p:nvPr>
            <p:ph type="subTitle" idx="1"/>
          </p:nvPr>
        </p:nvSpPr>
        <p:spPr>
          <a:xfrm>
            <a:off x="925830" y="1420464"/>
            <a:ext cx="10369550" cy="286886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E7140C63-4A09-5549-ACFB-B44558443A0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F754EAD-35E1-BD41-873E-365AD440B2D1}"/>
              </a:ext>
            </a:extLst>
          </p:cNvPr>
          <p:cNvSpPr/>
          <p:nvPr userDrawn="1"/>
        </p:nvSpPr>
        <p:spPr>
          <a:xfrm>
            <a:off x="925830" y="2205038"/>
            <a:ext cx="10376794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890" userDrawn="1">
          <p15:clr>
            <a:srgbClr val="FBAE40"/>
          </p15:clr>
        </p15:guide>
        <p15:guide id="3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5" y="1916114"/>
            <a:ext cx="7872413" cy="72072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チャプタータイトル（写真なし）</a:t>
            </a:r>
          </a:p>
        </p:txBody>
      </p:sp>
      <p:sp>
        <p:nvSpPr>
          <p:cNvPr id="9" name="サブタイトル 2"/>
          <p:cNvSpPr>
            <a:spLocks noGrp="1"/>
          </p:cNvSpPr>
          <p:nvPr>
            <p:ph type="subTitle" idx="1"/>
          </p:nvPr>
        </p:nvSpPr>
        <p:spPr>
          <a:xfrm>
            <a:off x="911225" y="2854326"/>
            <a:ext cx="7872413" cy="574675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DF142A43-0471-B247-94DB-812EE97196F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orient="horz" pos="179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CCBAB27C-441A-ED4E-ACF4-12046EF3111D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7" name="サブタイトル 2"/>
          <p:cNvSpPr>
            <a:spLocks noGrp="1"/>
          </p:cNvSpPr>
          <p:nvPr>
            <p:ph type="subTitle" idx="13" hasCustomPrompt="1"/>
          </p:nvPr>
        </p:nvSpPr>
        <p:spPr>
          <a:xfrm>
            <a:off x="911280" y="714742"/>
            <a:ext cx="10369186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コンテンツページ（ヘッドラインあり）</a:t>
            </a:r>
            <a:endParaRPr kumimoji="1" lang="en-US" altLang="ja-JP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CDE4632B-0354-7C40-B64B-284D452FFC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サブタイトル 2">
            <a:extLst>
              <a:ext uri="{FF2B5EF4-FFF2-40B4-BE49-F238E27FC236}">
                <a16:creationId xmlns:a16="http://schemas.microsoft.com/office/drawing/2014/main" id="{3C1E7AA7-D995-084D-9C49-7FE5AB487F3C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Confidential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9" name="タイトル 7">
            <a:extLst>
              <a:ext uri="{FF2B5EF4-FFF2-40B4-BE49-F238E27FC236}">
                <a16:creationId xmlns:a16="http://schemas.microsoft.com/office/drawing/2014/main" id="{6F240FCF-4530-2D40-B45C-241A627F2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44C6614A-4096-1D44-967A-33AF62690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フッター プレースホルダ 4">
            <a:extLst>
              <a:ext uri="{FF2B5EF4-FFF2-40B4-BE49-F238E27FC236}">
                <a16:creationId xmlns:a16="http://schemas.microsoft.com/office/drawing/2014/main" id="{A2837A7C-0036-1944-AC8C-B28EF1A575CE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E6E3876-0A73-0C47-9E1B-F7A02400BC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9C66FA9F-B5FE-FD4B-831B-170FD1792039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Internal Use Only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FFEAE58A-38FE-A243-8027-4212FEE5F9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987C7BEB-FFCC-4E44-84FC-51CA7D028B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5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746034EA-6B41-9345-8733-CB283619D705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47F0CFFE-1854-AF4B-86B6-7DBD937EEC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C184A073-8182-A948-92F1-F788846A8CA4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</a:t>
            </a:r>
            <a:r>
              <a:rPr kumimoji="1" lang="ja-JP" altLang="en-US"/>
              <a:t>ヘッドラインあり／</a:t>
            </a:r>
            <a:r>
              <a:rPr kumimoji="1" lang="en-US" altLang="ja-JP" dirty="0"/>
              <a:t>Strictly Confidential </a:t>
            </a:r>
            <a:r>
              <a:rPr kumimoji="1" lang="ja-JP" altLang="en-US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9E8508C7-0D0D-F644-AF8C-A0CAFBCE73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C6EF332D-D594-5B42-ACF6-5645449247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594245E4-BAAF-CE49-AB77-66ADFBCF1C7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FC909D65-65E6-9E42-A580-2DB4B53841E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7447D00-890F-6C4D-88EB-B3312DF254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コンテンツページ（ヘッドラインなし）</a:t>
            </a:r>
            <a:endParaRPr kumimoji="1" lang="ja-JP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67431B9-5695-704A-9E52-979E6924E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67B71327-E628-A84B-A5CB-D5E81F7AB91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BE65F76-0B32-C047-9F9E-249B8C118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4"/>
            <a:ext cx="10369550" cy="792161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81F82D70-0499-4349-B363-021DF2923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16C937F-81D7-734D-BDD6-53D9664F6D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0" name="フッター プレースホルダ 4">
            <a:extLst>
              <a:ext uri="{FF2B5EF4-FFF2-40B4-BE49-F238E27FC236}">
                <a16:creationId xmlns:a16="http://schemas.microsoft.com/office/drawing/2014/main" id="{1AAE1D54-AD8E-1443-9DAD-99BAC2F6FEE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CAD7DE3-D24B-724E-8B5F-43058FB383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Internal Use Only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6DD7D887-015E-BF4F-8F3C-B332A30D97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79D50B04-C638-704B-981E-2AB2720047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31E72946-0FD6-324D-BEB4-0585B294B2E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0C7FEF-368B-BF43-A6E3-4342EACADE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Strictly 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C32ADB6B-C7F6-BF4A-B0C1-87E4AC1ADB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B97A5A2-353B-9143-B145-BD5F80C18A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8A5A985-D6AF-524C-80B1-FAA8F08CAC04}"/>
              </a:ext>
            </a:extLst>
          </p:cNvPr>
          <p:cNvSpPr/>
          <p:nvPr userDrawn="1"/>
        </p:nvSpPr>
        <p:spPr>
          <a:xfrm>
            <a:off x="911225" y="759932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  <p15:guide id="2" orient="horz" pos="482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068950"/>
            <a:ext cx="7872413" cy="720100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エンドスライド（写真なし）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B768CEB-FE31-E842-9DE3-DB96C3588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97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2402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07A6EE8-4632-8247-AFF2-A3D53A9F22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2911" y="5157788"/>
            <a:ext cx="366587" cy="36658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F34BF41-3401-1041-8389-D2F59C3441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5560E4E-436A-A04B-9EE9-9F684ED122C9}"/>
              </a:ext>
            </a:extLst>
          </p:cNvPr>
          <p:cNvSpPr/>
          <p:nvPr userDrawn="1"/>
        </p:nvSpPr>
        <p:spPr>
          <a:xfrm>
            <a:off x="912402" y="7651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  <p:extLst>
      <p:ext uri="{BB962C8B-B14F-4D97-AF65-F5344CB8AC3E}">
        <p14:creationId xmlns:p14="http://schemas.microsoft.com/office/powerpoint/2010/main" val="1443319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249" userDrawn="1">
          <p15:clr>
            <a:srgbClr val="FBAE40"/>
          </p15:clr>
        </p15:guide>
        <p15:guide id="4" orient="horz" pos="315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141103"/>
            <a:ext cx="7872413" cy="575795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 ）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FD1F3ED-4F2E-8C48-B469-E0F0F6267A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4188" y="3206433"/>
            <a:ext cx="366587" cy="36658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08CAD62-BE17-C242-BC6C-3F745BA34D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71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0" Type="http://schemas.openxmlformats.org/officeDocument/2006/relationships/image" Target="../media/image1.jpeg"/><Relationship Id="rId21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911225" y="419495"/>
            <a:ext cx="10369550" cy="79216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11225" y="1916114"/>
            <a:ext cx="10369551" cy="45370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8616068" y="6513947"/>
            <a:ext cx="2880607" cy="2603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fld id="{2C090036-EBBF-4B93-956E-A4D69D49721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E9324FF-3952-414D-A58F-E655E0C923BB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29"/>
            <a:ext cx="3184604" cy="23741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BA9F687-96C1-4E63-2BAB-F53CDDDFE2C0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81" r:id="rId2"/>
    <p:sldLayoutId id="2147483679" r:id="rId3"/>
    <p:sldLayoutId id="2147483673" r:id="rId4"/>
    <p:sldLayoutId id="2147483670" r:id="rId5"/>
    <p:sldLayoutId id="2147483671" r:id="rId6"/>
    <p:sldLayoutId id="2147483668" r:id="rId7"/>
    <p:sldLayoutId id="2147483682" r:id="rId8"/>
    <p:sldLayoutId id="2147483683" r:id="rId9"/>
    <p:sldLayoutId id="2147483684" r:id="rId10"/>
    <p:sldLayoutId id="2147483672" r:id="rId11"/>
    <p:sldLayoutId id="2147483685" r:id="rId12"/>
    <p:sldLayoutId id="2147483686" r:id="rId13"/>
    <p:sldLayoutId id="2147483687" r:id="rId14"/>
    <p:sldLayoutId id="2147483666" r:id="rId15"/>
    <p:sldLayoutId id="2147483676" r:id="rId16"/>
    <p:sldLayoutId id="2147483675" r:id="rId17"/>
    <p:sldLayoutId id="2147483678" r:id="rId18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kumimoji="1"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spcBef>
          <a:spcPts val="0"/>
        </a:spcBef>
        <a:buFontTx/>
        <a:buNone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0" algn="l" defTabSz="685800" rtl="0" eaLnBrk="1" latinLnBrk="0" hangingPunct="1">
        <a:spcBef>
          <a:spcPts val="0"/>
        </a:spcBef>
        <a:buFontTx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0" algn="l" defTabSz="685800" rtl="0" eaLnBrk="1" latinLnBrk="0" hangingPunct="1">
        <a:spcBef>
          <a:spcPts val="0"/>
        </a:spcBef>
        <a:buFontTx/>
        <a:buNone/>
        <a:defRPr kumimoji="1"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0" algn="l" defTabSz="685800" rtl="0" eaLnBrk="1" latinLnBrk="0" hangingPunct="1">
        <a:spcBef>
          <a:spcPts val="0"/>
        </a:spcBef>
        <a:buFontTx/>
        <a:buNone/>
        <a:defRPr kumimoji="1"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36000" indent="0" algn="l" defTabSz="685800" rtl="0" eaLnBrk="1" latinLnBrk="0" hangingPunct="1">
        <a:spcBef>
          <a:spcPts val="0"/>
        </a:spcBef>
        <a:buFontTx/>
        <a:buNone/>
        <a:defRPr kumimoji="1" sz="800" kern="1200">
          <a:solidFill>
            <a:schemeClr val="tx1"/>
          </a:solidFill>
          <a:latin typeface="ＭＳ Ｐゴシック" pitchFamily="50" charset="-128"/>
          <a:ea typeface="ＭＳ Ｐゴシック" pitchFamily="50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54" userDrawn="1">
          <p15:clr>
            <a:srgbClr val="F26B43"/>
          </p15:clr>
        </p15:guide>
        <p15:guide id="2" pos="2147" userDrawn="1">
          <p15:clr>
            <a:srgbClr val="F26B43"/>
          </p15:clr>
        </p15:guide>
        <p15:guide id="3" orient="horz" pos="255" userDrawn="1">
          <p15:clr>
            <a:srgbClr val="F26B43"/>
          </p15:clr>
        </p15:guide>
        <p15:guide id="4" pos="7106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  <p15:guide id="6" pos="574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5533" userDrawn="1">
          <p15:clr>
            <a:srgbClr val="F26B43"/>
          </p15:clr>
        </p15:guide>
        <p15:guide id="9" pos="7242" userDrawn="1">
          <p15:clr>
            <a:srgbClr val="F26B43"/>
          </p15:clr>
        </p15:guide>
        <p15:guide id="10" orient="horz" pos="1389" userDrawn="1">
          <p15:clr>
            <a:srgbClr val="F26B43"/>
          </p15:clr>
        </p15:guide>
        <p15:guide id="11" orient="horz" pos="3113" userDrawn="1">
          <p15:clr>
            <a:srgbClr val="F26B43"/>
          </p15:clr>
        </p15:guide>
        <p15:guide id="12" orient="horz" pos="3748" userDrawn="1">
          <p15:clr>
            <a:srgbClr val="F26B43"/>
          </p15:clr>
        </p15:guide>
        <p15:guide id="13" pos="4021" userDrawn="1">
          <p15:clr>
            <a:srgbClr val="F26B43"/>
          </p15:clr>
        </p15:guide>
        <p15:guide id="14" pos="365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AIコンテキスト制約への対応：スキル化戦略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言語モデルの処理能力に合わせて、段階ごとに必要なスキルだけを読み込む設計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17320"/>
            <a:ext cx="137160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課題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8880" y="1417320"/>
            <a:ext cx="8814816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1417320"/>
            <a:ext cx="863193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言語モデルの「一度に処理できる情報量の上限」（コンテキストウィンドウ制約）への対応が必須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874519"/>
            <a:ext cx="137160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問題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1874519"/>
            <a:ext cx="8814816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874519"/>
            <a:ext cx="863193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全知識を一度に読み込む → コンテキスト枯渇 → 品質低下・矛盾・誤り増加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331720"/>
            <a:ext cx="1371600" cy="260604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対応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80" y="2331720"/>
            <a:ext cx="8814816" cy="2606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2468880"/>
            <a:ext cx="8631936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【Tier 1】 outline_guide.md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提案書全体の構成・ストーリー設計ルール</a:t>
            </a:r>
          </a:p>
          <a:p>
            <a:pPr algn="l"/>
          </a:p>
          <a:p>
            <a:pPr algn="l"/>
            <a:r>
              <a:rPr sz="1200" b="0">
                <a:solidFill>
                  <a:srgbClr val="333333"/>
                </a:solidFill>
              </a:rPr>
              <a:t>【Recipe】 slide_recipe.md + 参照作品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スライドパターン・設計意図・参照適応</a:t>
            </a:r>
          </a:p>
          <a:p>
            <a:pPr algn="l"/>
          </a:p>
          <a:p>
            <a:pPr algn="l"/>
            <a:r>
              <a:rPr sz="1200" b="0">
                <a:solidFill>
                  <a:srgbClr val="333333"/>
                </a:solidFill>
              </a:rPr>
              <a:t>【Tier 2】 critique_rubric.md + template guide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座標・色・フォント・品質基準の連携</a:t>
            </a:r>
          </a:p>
          <a:p>
            <a:pPr algn="l"/>
          </a:p>
          <a:p>
            <a:pPr algn="l"/>
            <a:r>
              <a:rPr sz="1200" b="0">
                <a:solidFill>
                  <a:srgbClr val="333333"/>
                </a:solidFill>
              </a:rPr>
              <a:t>→ 各段階のコンテキスト最適化で安定したAI生成を実現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+ 人間協働：3層フロー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000000"/>
      </a:dk1>
      <a:lt1>
        <a:srgbClr val="FFFFFF"/>
      </a:lt1>
      <a:dk2>
        <a:srgbClr val="DF7403"/>
      </a:dk2>
      <a:lt2>
        <a:srgbClr val="EA5504"/>
      </a:lt2>
      <a:accent1>
        <a:srgbClr val="87922A"/>
      </a:accent1>
      <a:accent2>
        <a:srgbClr val="438296"/>
      </a:accent2>
      <a:accent3>
        <a:srgbClr val="407597"/>
      </a:accent3>
      <a:accent4>
        <a:srgbClr val="61688C"/>
      </a:accent4>
      <a:accent5>
        <a:srgbClr val="7D5B83"/>
      </a:accent5>
      <a:accent6>
        <a:srgbClr val="9FA0A0"/>
      </a:accent6>
      <a:hlink>
        <a:srgbClr val="438296"/>
      </a:hlink>
      <a:folHlink>
        <a:srgbClr val="7D5B83"/>
      </a:folHlink>
    </a:clrScheme>
    <a:fontScheme name="ＭＳ Ｐゴシック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9050">
          <a:solidFill>
            <a:schemeClr val="tx1"/>
          </a:solidFill>
        </a:ln>
      </a:spPr>
      <a:bodyPr rtlCol="0" anchor="t" anchorCtr="0"/>
      <a:lstStyle>
        <a:defPPr algn="ctr">
          <a:defRPr kumimoji="1"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0" tIns="0" rIns="0" bIns="0" rtlCol="0">
        <a:noAutofit/>
      </a:bodyPr>
      <a:lstStyle>
        <a:defPPr>
          <a:defRPr kumimoji="1" sz="14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15989</TotalTime>
  <Words>613</Words>
  <Application>Microsoft Office PowerPoint</Application>
  <PresentationFormat>ワイド画面</PresentationFormat>
  <Paragraphs>49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ＭＳ Ｐゴシック</vt:lpstr>
      <vt:lpstr>游ゴシック</vt:lpstr>
      <vt:lpstr>Arial</vt:lpstr>
      <vt:lpstr>Calibri</vt:lpstr>
      <vt:lpstr>Office テーマ</vt:lpstr>
      <vt:lpstr>ＸＸＸＸＸプロジェクト ご提案書　※SXロゴあり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お見積り</vt:lpstr>
      <vt:lpstr>月次作業完了確認書</vt:lpstr>
      <vt:lpstr>プロジェクト満足度調査</vt:lpstr>
      <vt:lpstr>電子サインサービス(DocuSign)利用について</vt:lpstr>
      <vt:lpstr>シグマクシス・グループ人権方針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SIGMAXYZ</dc:creator>
  <cp:lastModifiedBy>SXHD-Legal</cp:lastModifiedBy>
  <cp:revision>427</cp:revision>
  <cp:lastPrinted>2018-06-13T22:31:49Z</cp:lastPrinted>
  <dcterms:created xsi:type="dcterms:W3CDTF">2009-06-15T08:28:54Z</dcterms:created>
  <dcterms:modified xsi:type="dcterms:W3CDTF">2024-07-22T01:56:59Z</dcterms:modified>
</cp:coreProperties>
</file>