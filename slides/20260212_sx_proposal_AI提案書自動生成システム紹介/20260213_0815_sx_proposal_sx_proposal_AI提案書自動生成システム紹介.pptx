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7"/>
    <p:sldId id="265" r:id="rId6"/>
    <p:sldId id="266" r:id="rId5"/>
    <p:sldId id="267" r:id="rId4"/>
    <p:sldId id="268" r:id="rId3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3.xml"/><Relationship Id="rId4" Type="http://schemas.openxmlformats.org/officeDocument/2006/relationships/slide" Target="slides/slide1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9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株式会社シグマクシス</a:t>
            </a:r>
          </a:p>
          <a:p>
            <a:r>
              <a:t>2026/2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対話するだけで提案書が完成するAIシステムの紹介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72" y="2060143"/>
            <a:ext cx="10376611" cy="42483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アジェンダ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1. 提案書作成の課題</a:t>
            </a:r>
          </a:p>
          <a:p>
            <a:r>
              <a:t>2. システムの仕組み</a:t>
            </a:r>
          </a:p>
          <a:p>
            <a:r>
              <a:t>3. 使うほど賢くなる仕組み</a:t>
            </a:r>
          </a:p>
          <a:p>
            <a:r>
              <a:t>4. 今後の展開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426" y="405079"/>
            <a:ext cx="4897526" cy="60487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1. 提案書作成の課題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時間・品質・再利用の3つの壁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・提案書1本に平均3〜5時間、うち半分以上がレイアウト調整</a:t>
            </a:r>
          </a:p>
          <a:p>
            <a:r>
              <a:t>・テンプレートの使い方が人によってバラバラで品質にばらつき</a:t>
            </a:r>
          </a:p>
          <a:p>
            <a:r>
              <a:t>・過去の良い資料が個人PCに埋もれ、ナレッジとして再利用されない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内容を考える時間よりデザイン調整に時間を取られ、品質も属人的になっている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0" y="4114800"/>
            <a:ext cx="2286000" cy="8229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時間</a:t>
            </a:r>
            <a:br/>
            <a:r>
              <a:t>3〜5時間/本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4114800"/>
            <a:ext cx="2286000" cy="8229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品質</a:t>
            </a:r>
            <a:br/>
            <a:r>
              <a:t>属人的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4114800"/>
            <a:ext cx="2286000" cy="8229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再利用</a:t>
            </a:r>
            <a:br/>
            <a:r>
              <a:t>埋もれる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 システムの仕組み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思考と実行を分離する3層構造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・思考層: AIがユーザーと対話し、スライド構成を設計</a:t>
            </a:r>
          </a:p>
          <a:p>
            <a:r>
              <a:t>・中間言語: 構造化データでスライド構造・図解・画像指示を定義</a:t>
            </a:r>
          </a:p>
          <a:p>
            <a:r>
              <a:t>・実行層: 生成エンジンがテンプレートに忠実にPowerPointを描画</a:t>
            </a:r>
          </a:p>
          <a:p>
            <a:r>
              <a:t>・画像層: 画像生成AIが各スライドにビジュアルを自動生成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AIが「何を書くか」を考え、中間言語で設計し、エンジンが「どう描くか」を実行する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103120" y="4023360"/>
            <a:ext cx="237744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思考層</a:t>
            </a:r>
            <a:br/>
            <a:r>
              <a:t>Claude Code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572000" y="425196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0" y="4023360"/>
            <a:ext cx="201168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中間言語</a:t>
            </a:r>
            <a:br/>
            <a:r>
              <a:t>JSON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223760" y="425196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4023360"/>
            <a:ext cx="237744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実行層</a:t>
            </a:r>
            <a:br/>
            <a:r>
              <a:t>pptx_engine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対話だけで完結する操作フロー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・Step1: 要望を伝える → AIが提案書の構成案を自動生成</a:t>
            </a:r>
          </a:p>
          <a:p>
            <a:r>
              <a:t>・Step2: 構成案を確認・修正（直接編集 or チャット指示）</a:t>
            </a:r>
          </a:p>
          <a:p>
            <a:r>
              <a:t>・Step3: 承認後、詳細展開 → PowerPoint自動生成・起動</a:t>
            </a:r>
          </a:p>
          <a:p>
            <a:r>
              <a:t>・Step4: サムネイルで品質チェック → AIが改善を提案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要望を伝えるだけで、構成設計から視覚的な品質確認まで一気通貫で完結する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Step1</a:t>
            </a:r>
            <a:br/>
            <a:r>
              <a:t>要望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749039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624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Step2</a:t>
            </a:r>
            <a:br/>
            <a:r>
              <a:t>JSON編集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43600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Step3</a:t>
            </a:r>
            <a:br/>
            <a:r>
              <a:t>PPTX生成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138160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Step4</a:t>
            </a:r>
            <a:br/>
            <a:r>
              <a:t>視覚確認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3. 使うほど賢くなる仕組み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オンデマンドスキルでAIが専門家に変身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・デザイン原則・評価基準・構成ガイドの3つの専門知識を整備</a:t>
            </a:r>
          </a:p>
          <a:p>
            <a:r>
              <a:t>・通常時は軽量動作、品質診断時に必要なスキルだけを即座にロード</a:t>
            </a:r>
          </a:p>
          <a:p>
            <a:r>
              <a:t>・状況に応じて専門家レベルの判断力を発揮</a:t>
            </a:r>
          </a:p>
          <a:p>
            <a:r>
              <a:t>・ノウハウを追記するたびにAIの判断力が蓄積的に向上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必要な時だけ専門知識を読み込み、効率と品質を両立する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デザイン原則</a:t>
            </a:r>
            <a:br/>
            <a:r>
              <a:t>レイアウト・配色・図解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評価基準</a:t>
            </a:r>
            <a:br/>
            <a:r>
              <a:t>品質診断・改善提案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構成ガイド</a:t>
            </a:r>
            <a:br/>
            <a:r>
              <a:t>ストーリー設計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プロジェクト単位のナレッジ蓄積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・プロジェクトごとにフォルダを自動作成し、成果物を集約</a:t>
            </a:r>
          </a:p>
          <a:p>
            <a:r>
              <a:t>・構成案・スライド詳細・PowerPoint・サムネイルを一元管理</a:t>
            </a:r>
          </a:p>
          <a:p>
            <a:r>
              <a:t>・バージョン管理で変更履歴を追跡、チーム共有が容易</a:t>
            </a:r>
          </a:p>
          <a:p>
            <a:r>
              <a:t>・テンプレート化すれば同じ構成の提案書を即座に再生成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プロジェクトごとに全成果物を一箇所に集約し、チームで共有・再利用する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0" y="3474720"/>
            <a:ext cx="1828800" cy="6400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プロジェクト管理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4297680"/>
            <a:ext cx="32004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DX推進提案</a:t>
            </a:r>
            <a:br/>
            <a:r>
              <a:t>構成案 + 詳細 + PPTX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4297680"/>
            <a:ext cx="32004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業務改善報告</a:t>
            </a:r>
            <a:br/>
            <a:r>
              <a:t>構成案 + 詳細 + PPTX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4. 今後の展開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自律的に進化するシステムへ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・テンプレートライブラリの充実 → 業種・用途別に最適な構成を蓄積</a:t>
            </a:r>
          </a:p>
          <a:p>
            <a:r>
              <a:t>・AIによる自動品質チェック → 生成・確認・修正の自動フィードバックループ</a:t>
            </a:r>
          </a:p>
          <a:p>
            <a:r>
              <a:t>・クライアント別テンプレート対応 → 提出先に合わせた体裁を自動切替</a:t>
            </a:r>
          </a:p>
          <a:p>
            <a:r>
              <a:t>・スライド単位の差し替え → 既存資料の部分的な更新にも対応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スキルの蓄積とフィードバックループで、使うほど賢くなるシステムを目指す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現在</a:t>
            </a:r>
            <a:br/>
            <a:r>
              <a:t>v2.0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389120" y="429768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3776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近未来</a:t>
            </a:r>
            <a:br/>
            <a:r>
              <a:t>レシピ拡充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315200" y="429768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将来</a:t>
            </a:r>
            <a:br/>
            <a:r>
              <a:t>自律進化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ご確認ありがとうございました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