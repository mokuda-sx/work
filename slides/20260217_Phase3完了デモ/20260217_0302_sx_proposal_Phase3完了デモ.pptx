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AIコンサル提案：3つの支援プラン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