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AIコンサル提案：3つの支援プラン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・対象領域: マーケティング、営業、カスタマーサポートの3領域</a:t>
            </a:r>
          </a:p>
          <a:p>
            <a:r>
              <a:t>・支援期間: ライトプラン 2ヶ月、スタンダード 4ヶ月、プレミアム 6ヶ月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段階的な支援プランで、貴社のAI活用成熟度に応じた柔軟な対応を実現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429000"/>
            <a:ext cx="2377440" cy="521207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ライトプラン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29000"/>
            <a:ext cx="2377440" cy="521207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スタンダードプラン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429000"/>
            <a:ext cx="2377440" cy="521207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プレミアムプラン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612648" cy="4389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期間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4023360"/>
            <a:ext cx="23774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2ヶ月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023360"/>
            <a:ext cx="23774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4ヶ月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023360"/>
            <a:ext cx="23774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6ヶ月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26280"/>
            <a:ext cx="612648" cy="1965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活動概要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526280"/>
            <a:ext cx="237744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AI活用可能性の診断と概念実証</a:t>
            </a:r>
            <a:br/>
            <a:br/>
            <a:r>
              <a:t>・現状分析</a:t>
            </a:r>
            <a:br/>
            <a:r>
              <a:t>・PoC実施</a:t>
            </a:r>
            <a:br/>
            <a:r>
              <a:t>・効果検証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526280"/>
            <a:ext cx="237744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MVP構築と部分展開</a:t>
            </a:r>
            <a:br/>
            <a:br/>
            <a:r>
              <a:t>・要件定義</a:t>
            </a:r>
            <a:br/>
            <a:r>
              <a:t>・MVP開発</a:t>
            </a:r>
            <a:br/>
            <a:r>
              <a:t>・限定展開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526280"/>
            <a:ext cx="237744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本格展開と運用定着</a:t>
            </a:r>
            <a:br/>
            <a:br/>
            <a:r>
              <a:t>・全社展開</a:t>
            </a:r>
            <a:br/>
            <a:r>
              <a:t>・運用設計</a:t>
            </a:r>
            <a:br/>
            <a:r>
              <a:t>・効果測定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