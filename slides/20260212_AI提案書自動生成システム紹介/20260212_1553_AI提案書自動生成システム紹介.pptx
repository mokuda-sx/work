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7"/>
    <p:sldId id="265" r:id="rId6"/>
    <p:sldId id="266" r:id="rId5"/>
    <p:sldId id="267" r:id="rId4"/>
    <p:sldId id="268" r:id="rId3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株式会社シグマクシス</a:t>
            </a:r>
          </a:p>
          <a:p>
            <a:r>
              <a:t>2026/2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対話するだけで提案書が完成するAIシステムの紹介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2" y="2060143"/>
            <a:ext cx="10376611" cy="42483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アジェンダ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提案書作成の課題</a:t>
            </a:r>
          </a:p>
          <a:p>
            <a:r>
              <a:t>2. システムの仕組み</a:t>
            </a:r>
          </a:p>
          <a:p>
            <a:r>
              <a:t>3. 使うほど賢くなる仕組み</a:t>
            </a:r>
          </a:p>
          <a:p>
            <a:r>
              <a:t>4. 今後の展開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426" y="405079"/>
            <a:ext cx="4897526" cy="60487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・提案書1本に平均3〜5時間、うち半分以上がレイアウト調整</a:t>
            </a:r>
          </a:p>
          <a:p>
            <a:r>
              <a:t>・テンプレートの使い方が人によってバラバラで品質にばらつき</a:t>
            </a:r>
          </a:p>
          <a:p>
            <a:r>
              <a:t>・過去の良い資料が個人PCに埋もれ、ナレッジとして再利用されない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内容を考える時間よりデザイン調整に時間を取られ、品質も属人的になっている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時間</a:t>
            </a:r>
            <a:br/>
            <a:r>
              <a:t>3〜5時間/本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品質</a:t>
            </a:r>
            <a:br/>
            <a:r>
              <a:t>属人的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再利用</a:t>
            </a:r>
            <a:br/>
            <a:r>
              <a:t>埋もれる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657600" cy="19950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思考と実行を分離する3層構造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・思考層: Claude Code がユーザーと対話しJSONアウトラインを生成</a:t>
            </a:r>
          </a:p>
          <a:p>
            <a:r>
              <a:t>・中間言語: JSONでスライド構造・図解・画像プロンプトを定義</a:t>
            </a:r>
          </a:p>
          <a:p>
            <a:r>
              <a:t>・実行層: pptx_engine.py が python-pptx でテンプレートに忠実描画</a:t>
            </a:r>
          </a:p>
          <a:p>
            <a:r>
              <a:t>・画像層: Gemini API が各スライドにAI画像を自動生成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AIが内容を考え、JSONで設計し、Pythonが忠実に描画するプロッター・パラダイム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思考層</a:t>
            </a:r>
            <a:br/>
            <a:r>
              <a:t>Claude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0" y="4023360"/>
            <a:ext cx="2011680" cy="914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中間言語</a:t>
            </a:r>
            <a:br/>
            <a:r>
              <a:t>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7784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実行層</a:t>
            </a:r>
            <a:br/>
            <a:r>
              <a:t>pptx_engine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・Step1: 要望を伝える → AIがTier 1アウトラインを自動生成</a:t>
            </a:r>
          </a:p>
          <a:p>
            <a:r>
              <a:t>・Step2: VSCodeで直接編集 or チャットで修正指示</a:t>
            </a:r>
          </a:p>
          <a:p>
            <a:r>
              <a:t>・Step3: 承認後、Tier 2展開 → PPTX結合 → PowerPoint自動起動</a:t>
            </a:r>
          </a:p>
          <a:p>
            <a:r>
              <a:t>・Step4: サムネイルPNG生成 → AIが視覚的に品質チェック・改善提案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要望を伝えるだけでアウトライン生成から視覚確認まで、VSCode上で完結する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Step1</a:t>
            </a:r>
            <a:br/>
            <a:r>
              <a:t>要望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9456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5176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Step2</a:t>
            </a:r>
            <a:br/>
            <a:r>
              <a:t>JSON編集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8912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Step3</a:t>
            </a:r>
            <a:br/>
            <a:r>
              <a:t>PPTX生成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8368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Step4</a:t>
            </a:r>
            <a:br/>
            <a:r>
              <a:t>視覚確認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オンデマンドスキルでAIが専門家に変身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・skills/ フォルダにデザイン原則・評価基準・構成ガイドを格納</a:t>
            </a:r>
          </a:p>
          <a:p>
            <a:r>
              <a:t>・通常の生成では読み込まない → トークンを節約</a:t>
            </a:r>
          </a:p>
          <a:p>
            <a:r>
              <a:t>・診断・改善時に必要なスキルだけ Read → その場で専門家に</a:t>
            </a:r>
          </a:p>
          <a:p>
            <a:r>
              <a:t>・ノウハウを追記するたびにAIの能力が蓄積的に向上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必要な時だけ専門知識を読み込み、トークン節約と高品質を両立する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design_principles</a:t>
            </a:r>
            <a:br/>
            <a:r>
              <a:t>デザイン原則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critique_rubric</a:t>
            </a:r>
            <a:br/>
            <a:r>
              <a:t>評価ルーブリック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outline_guide</a:t>
            </a:r>
            <a:br/>
            <a:r>
              <a:t>構成ガイド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プロジェクト単位のナレッジ蓄積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・プロジェクトごとにサブフォルダを自動生成</a:t>
            </a:r>
          </a:p>
          <a:p>
            <a:r>
              <a:t>・outline.json + Tier 2 JSON + PPTX + サムネイルを一箇所に集約</a:t>
            </a:r>
          </a:p>
          <a:p>
            <a:r>
              <a:t>・GitHubにコミット → チーム共有・過去資料の検索が容易</a:t>
            </a:r>
          </a:p>
          <a:p>
            <a:r>
              <a:t>・レシピ化すれば同じ構成の提案書を即座に再生成可能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slides/YYYYMMDD_プロジェクト名/ に全成果物を集約し、GitHubで一元管理する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1828800" cy="6400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slides/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20260212_DX提案/</a:t>
            </a:r>
            <a:br/>
            <a:r>
              <a:t>outline + slides/ + .pptx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20260215_報告書/</a:t>
            </a:r>
            <a:br/>
            <a:r>
              <a:t>outline + slides/ + .pptx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今後の展開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自律的に進化するシステムへ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・レシピライブラリ充実 → 業種・用途別テンプレートを蓄積</a:t>
            </a:r>
          </a:p>
          <a:p>
            <a:r>
              <a:t>・視覚的セルフコレクションの自動化 → 生成→確認→修正ループ</a:t>
            </a:r>
          </a:p>
          <a:p>
            <a:r>
              <a:t>・マルチテンプレート対応 → 複数のPPTXテンプレートに拡張</a:t>
            </a:r>
          </a:p>
          <a:p>
            <a:r>
              <a:t>・スライド単位の差し替え → 既存PPTXの一部だけ更新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スキルの蓄積とフィードバックループで、使うほど賢くなるシステムを目指す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現在</a:t>
            </a:r>
            <a:br/>
            <a:r>
              <a:t>v2.0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近未来</a:t>
            </a:r>
            <a:br/>
            <a:r>
              <a:t>レシピ拡充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6072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将来</a:t>
            </a:r>
            <a:br/>
            <a:r>
              <a:t>自律進化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ご確認ありがとうございました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