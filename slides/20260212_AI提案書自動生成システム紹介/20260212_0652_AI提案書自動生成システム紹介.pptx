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  <p:sldId id="269" r:id="rId2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AI提案書自動生成システム紹介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このシステムが解決する課題</a:t>
            </a:r>
          </a:p>
          <a:p>
            <a:r>
              <a:t>2. システムアーキテクチャ</a:t>
            </a:r>
          </a:p>
          <a:p>
            <a:r>
              <a:t>3. 対話フローと使い方</a:t>
            </a:r>
          </a:p>
          <a:p>
            <a:r>
              <a:t>4. スキルライブラリの仕組み</a:t>
            </a:r>
          </a:p>
          <a:p>
            <a:r>
              <a:t>5. 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このシステムが解決する課題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提案書作成の「時間と品質」の課題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・提案書1本に平均3〜5時間。内容よりデザイン調整に時間を取られがち</a:t>
            </a:r>
          </a:p>
          <a:p>
            <a:r>
              <a:t>・テンプレートの使い方が人によってバラバラ → 品質にばらつき</a:t>
            </a:r>
          </a:p>
          <a:p>
            <a:r>
              <a:t>・過去の良い資料が個人PCに埋もれて再利用されない</a:t>
            </a:r>
          </a:p>
          <a:p>
            <a:r>
              <a:t>・AIツールは「どこに何を書くか」を指定するのが手間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内容思考とデザイン作業の混在が生産性を下げ、品質のばらつきを生んでいる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従来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79392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114800"/>
            <a:ext cx="25603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このシステム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システムアーキテクチャ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思考と実行を分離するプロッター・パラダイム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・【思考層】Claude Code がユーザーと対話 → JSON アウトライン生成</a:t>
            </a:r>
          </a:p>
          <a:p>
            <a:r>
              <a:t>・【中間言語】JSON でスライド構造・図解・画像プロンプトを定義</a:t>
            </a:r>
          </a:p>
          <a:p>
            <a:r>
              <a:t>・【実行層】pptx_engine.py が python-pptx で忠実に描画</a:t>
            </a:r>
          </a:p>
          <a:p>
            <a:r>
              <a:t>・【画像層】Gemini API が各スライドに AI 画像を生成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AIが内容を考え、Pythonが忠実に描画する3層構造で品質と柔軟性を両立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01168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4279392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0" y="4023360"/>
            <a:ext cx="18288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29200" y="4279392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4023360"/>
            <a:ext cx="201168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6434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対話フローと使い方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VSCode上のClaude Codeが全てのインターフェース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Claude Code が outline_temp.json を自動生成・VSCodeで開く</a:t>
            </a:r>
          </a:p>
          <a:p>
            <a:r>
              <a:t>・Step2: VSCodeで直接編集 or チャットで修正指示 → Edit ツールで即反映</a:t>
            </a:r>
          </a:p>
          <a:p>
            <a:r>
              <a:t>・Step3: 「生成して」→ python generate_pptx.py 実行 → PowerPoint が自動起動</a:t>
            </a:r>
          </a:p>
          <a:p>
            <a:r>
              <a:t>・Step4: --thumbnail でPNG生成 → Claude Code が視覚的に確認・問題を指摘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話しかけるだけでJSONアウトライン生成→確認・編集→PPTX生成まで完結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46304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①要望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80" y="425196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4114800"/>
            <a:ext cx="164592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②JSON編集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425196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4114800"/>
            <a:ext cx="164592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③PPTX生成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00800" y="425196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4114800"/>
            <a:ext cx="164592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④視覚確認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スキルライブラリの仕組み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オンデマンド読み込みでAIがデザイナーの知識を獲得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・skills/ フォルダーにデザイン原則・評価ルーブリック・構成ガイドを格納</a:t>
            </a:r>
          </a:p>
          <a:p>
            <a:r>
              <a:t>・通常の生成作業では読み込まない → トークン節約</a:t>
            </a:r>
          </a:p>
          <a:p>
            <a:r>
              <a:t>・診断時・改善時に必要なスキルだけ Read → AI がその場で専門家に変身</a:t>
            </a:r>
          </a:p>
          <a:p>
            <a:r>
              <a:t>・発見したノウハウをスキルファイルに追記 → 人が学ぶのと同じ仕組みで成長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必要な時だけ読み込むスキル形式でトークン節約と知識の蓄積を両立する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診断ルーブリック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プロジェクト別フォルダー管理でナレッジを蓄積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・slides/ フォルダーにプロジェクト別サブフォルダーを自動生成</a:t>
            </a:r>
          </a:p>
          <a:p>
            <a:r>
              <a:t>・各フォルダーに outline.json・PPTX・thumbnails/ を保存</a:t>
            </a:r>
          </a:p>
          <a:p>
            <a:r>
              <a:t>・--project オプションでプロジェクト名を指定可能</a:t>
            </a:r>
          </a:p>
          <a:p>
            <a:r>
              <a:t>・GitHubにコミット → チーム共有・過去資料の再利用が容易に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slides/YYYYMMDD_プロジェクト名/ に全成果物を集約し、GitHubで一元管理する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2926080" cy="1188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outline.json</a:t>
            </a:r>
            <a:br/>
            <a:r>
              <a:t>*.pptx / thumbnails/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297680"/>
            <a:ext cx="2926080" cy="1188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outline.json</a:t>
            </a:r>
            <a:br/>
            <a:r>
              <a:t>*.pptx / thumbnails/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AIがデザイナーの美意識を学び続けるシステムへ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・レシピライブラリの充実 → 業種・用途別テンプレートを recipes/ に蓄積</a:t>
            </a:r>
          </a:p>
          <a:p>
            <a:r>
              <a:t>・スキルの自動更新 → 生成・評価サイクルで発見したノウハウを即追記</a:t>
            </a:r>
          </a:p>
          <a:p>
            <a:r>
              <a:t>・マルチテンプレート対応 → 会社以外のテンプレートへの拡張</a:t>
            </a:r>
          </a:p>
          <a:p>
            <a:r>
              <a:t>・スライド単位の差し替え → 既存PPTXの特定スライドだけ更新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スキルライブラリの充実とフィードバックループで、使うほど賢くなる仕組みを構築する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1031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60" y="4279392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4114800"/>
            <a:ext cx="21031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自動更新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4279392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114800"/>
            <a:ext cx="21031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0"/>
            <a:ext cx="3200400" cy="17456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6" y="759866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