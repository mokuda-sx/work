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2026年2月　システム概要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AIが内容を考え、JSONで設計し、Pythonが忠実に描画するプロッター・パラダイム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要望を伝えるだけでアウトライン生成から視覚確認まで、VSCode上で完結する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必要な時だけ専門知識を読み込み、トークン節約と高品質を両立する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