
<file path=[Content_Types].xml><?xml version="1.0" encoding="utf-8"?>
<Types xmlns="http://schemas.openxmlformats.org/package/2006/content-types">
  <Default Extension="emf" ContentType="image/x-emf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66" r:id="rId3"/>
  </p:sldMasterIdLst>
  <p:notesMasterIdLst>
    <p:notesMasterId r:id="rId5"/>
  </p:notesMasterIdLst>
  <p:handoutMasterIdLst>
    <p:handoutMasterId r:id="rId6"/>
  </p:handoutMasterIdLst>
  <p:sldIdLst>
    <p:sldId id="256" r:id="rId4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x="12192000" cy="6858000"/>
  <p:notesSz cx="7104063" cy="10234613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8795C8D5-EFC8-412F-B5E9-4B84661C44F6}">
          <p14:sldIdLst>
            <p14:sldId id="214748316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00000"/>
    <a:srgbClr val="7F7F7F"/>
    <a:srgbClr val="DEDFDF"/>
    <a:srgbClr val="A7DAAC"/>
    <a:srgbClr val="3B8B42"/>
    <a:srgbClr val="D9D9D9"/>
    <a:srgbClr val="FFFFFF"/>
    <a:srgbClr val="C7DBA4"/>
    <a:srgbClr val="D4BF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276" y="1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tags" Target="tags/tag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4BEDB3A3-9BFC-2A34-FBED-ED2C3B40EC5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9F8A078-3F56-ED7C-B07B-2F001C8276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/>
            </a:lvl1pPr>
          </a:lstStyle>
          <a:p>
            <a:fld id="{AC4CBA4B-C403-43E1-94D0-047C7E36D0BD}" type="datetimeFigureOut">
              <a:rPr kumimoji="1" lang="ja-JP" altLang="en-US" smtClean="0"/>
              <a:t>2026/2/12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F8AB8AB-750A-F3CE-CFAF-2A07E7314E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36E6C2E-1F18-7800-3E46-2E319A1847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/>
            </a:lvl1pPr>
          </a:lstStyle>
          <a:p>
            <a:fld id="{65EA0D31-E50A-491A-A74B-4B2450CA4B0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25191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8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5" tIns="49533" rIns="99065" bIns="49533" rtlCol="0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23BB58DF-7B53-45B0-8B36-7EF5195FC933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5" tIns="49533" rIns="99065" bIns="49533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9065" tIns="49533" rIns="99065" bIns="49533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l">
              <a:defRPr sz="13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9065" tIns="49533" rIns="99065" bIns="49533" rtlCol="0" anchor="b"/>
          <a:lstStyle>
            <a:lvl1pPr algn="r">
              <a:defRPr sz="1300">
                <a:latin typeface="メイリオ" panose="020B0604030504040204" pitchFamily="50" charset="-128"/>
              </a:defRPr>
            </a:lvl1pPr>
          </a:lstStyle>
          <a:p>
            <a:fld id="{9E7FC3B8-8D37-470C-87BA-E1AB128AA9FA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175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メイリオ" panose="020B0604030504040204" pitchFamily="50" charset="-128"/>
        <a:ea typeface="メイリオ" panose="020B0604030504040204" pitchFamily="50" charset="-128"/>
        <a:cs typeface="+mn-cs"/>
        <a:sym typeface="メイリオ" panose="020B0604030504040204" pitchFamily="50" charset="-128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1.bin"/><Relationship Id="rId4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3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2.bin"/><Relationship Id="rId4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3.bin"/><Relationship Id="rId4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4.bin"/><Relationship Id="rId4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53D106C-83F2-2BA1-36B0-C57158A189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42648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D106C-83F2-2BA1-36B0-C57158A189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6" y="2883243"/>
            <a:ext cx="11505423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4163552"/>
            <a:ext cx="11505423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2A4A7C09-28F0-A531-CE67-B4E0A1EFD0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6" y="4538968"/>
            <a:ext cx="11505423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6" y="5566224"/>
            <a:ext cx="11505423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9858917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表紙（キービジュアル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D484F4D-FDAA-9CE5-1816-06D46E59BBA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649413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484F4D-FDAA-9CE5-1816-06D46E59BB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A68C0D3C-54F1-97A6-06D9-423D11FD36E6}"/>
              </a:ext>
            </a:extLst>
          </p:cNvPr>
          <p:cNvGrpSpPr/>
          <p:nvPr userDrawn="1"/>
        </p:nvGrpSpPr>
        <p:grpSpPr>
          <a:xfrm>
            <a:off x="426808" y="6117136"/>
            <a:ext cx="3628259" cy="375416"/>
            <a:chOff x="2818220" y="3047114"/>
            <a:chExt cx="9011250" cy="932393"/>
          </a:xfrm>
        </p:grpSpPr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077EAEC4-9601-117F-756B-631B99998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220" y="3047114"/>
              <a:ext cx="1720798" cy="932393"/>
            </a:xfrm>
            <a:custGeom>
              <a:avLst/>
              <a:gdLst>
                <a:gd name="T0" fmla="*/ 4366 w 4876"/>
                <a:gd name="T1" fmla="*/ 1646 h 2642"/>
                <a:gd name="T2" fmla="*/ 4456 w 4876"/>
                <a:gd name="T3" fmla="*/ 1624 h 2642"/>
                <a:gd name="T4" fmla="*/ 4542 w 4876"/>
                <a:gd name="T5" fmla="*/ 1572 h 2642"/>
                <a:gd name="T6" fmla="*/ 4626 w 4876"/>
                <a:gd name="T7" fmla="*/ 1496 h 2642"/>
                <a:gd name="T8" fmla="*/ 4702 w 4876"/>
                <a:gd name="T9" fmla="*/ 1394 h 2642"/>
                <a:gd name="T10" fmla="*/ 4766 w 4876"/>
                <a:gd name="T11" fmla="*/ 1270 h 2642"/>
                <a:gd name="T12" fmla="*/ 4814 w 4876"/>
                <a:gd name="T13" fmla="*/ 1126 h 2642"/>
                <a:gd name="T14" fmla="*/ 4842 w 4876"/>
                <a:gd name="T15" fmla="*/ 964 h 2642"/>
                <a:gd name="T16" fmla="*/ 4848 w 4876"/>
                <a:gd name="T17" fmla="*/ 832 h 2642"/>
                <a:gd name="T18" fmla="*/ 4838 w 4876"/>
                <a:gd name="T19" fmla="*/ 676 h 2642"/>
                <a:gd name="T20" fmla="*/ 4806 w 4876"/>
                <a:gd name="T21" fmla="*/ 526 h 2642"/>
                <a:gd name="T22" fmla="*/ 4756 w 4876"/>
                <a:gd name="T23" fmla="*/ 386 h 2642"/>
                <a:gd name="T24" fmla="*/ 4688 w 4876"/>
                <a:gd name="T25" fmla="*/ 260 h 2642"/>
                <a:gd name="T26" fmla="*/ 4604 w 4876"/>
                <a:gd name="T27" fmla="*/ 152 h 2642"/>
                <a:gd name="T28" fmla="*/ 4502 w 4876"/>
                <a:gd name="T29" fmla="*/ 72 h 2642"/>
                <a:gd name="T30" fmla="*/ 4388 w 4876"/>
                <a:gd name="T31" fmla="*/ 18 h 2642"/>
                <a:gd name="T32" fmla="*/ 4262 w 4876"/>
                <a:gd name="T33" fmla="*/ 0 h 2642"/>
                <a:gd name="T34" fmla="*/ 1876 w 4876"/>
                <a:gd name="T35" fmla="*/ 1828 h 2642"/>
                <a:gd name="T36" fmla="*/ 1810 w 4876"/>
                <a:gd name="T37" fmla="*/ 1934 h 2642"/>
                <a:gd name="T38" fmla="*/ 1672 w 4876"/>
                <a:gd name="T39" fmla="*/ 2010 h 2642"/>
                <a:gd name="T40" fmla="*/ 1458 w 4876"/>
                <a:gd name="T41" fmla="*/ 2056 h 2642"/>
                <a:gd name="T42" fmla="*/ 1248 w 4876"/>
                <a:gd name="T43" fmla="*/ 2066 h 2642"/>
                <a:gd name="T44" fmla="*/ 978 w 4876"/>
                <a:gd name="T45" fmla="*/ 2048 h 2642"/>
                <a:gd name="T46" fmla="*/ 784 w 4876"/>
                <a:gd name="T47" fmla="*/ 1994 h 2642"/>
                <a:gd name="T48" fmla="*/ 664 w 4876"/>
                <a:gd name="T49" fmla="*/ 1910 h 2642"/>
                <a:gd name="T50" fmla="*/ 616 w 4876"/>
                <a:gd name="T51" fmla="*/ 1798 h 2642"/>
                <a:gd name="T52" fmla="*/ 0 w 4876"/>
                <a:gd name="T53" fmla="*/ 1960 h 2642"/>
                <a:gd name="T54" fmla="*/ 26 w 4876"/>
                <a:gd name="T55" fmla="*/ 2094 h 2642"/>
                <a:gd name="T56" fmla="*/ 78 w 4876"/>
                <a:gd name="T57" fmla="*/ 2202 h 2642"/>
                <a:gd name="T58" fmla="*/ 166 w 4876"/>
                <a:gd name="T59" fmla="*/ 2316 h 2642"/>
                <a:gd name="T60" fmla="*/ 300 w 4876"/>
                <a:gd name="T61" fmla="*/ 2426 h 2642"/>
                <a:gd name="T62" fmla="*/ 488 w 4876"/>
                <a:gd name="T63" fmla="*/ 2522 h 2642"/>
                <a:gd name="T64" fmla="*/ 738 w 4876"/>
                <a:gd name="T65" fmla="*/ 2594 h 2642"/>
                <a:gd name="T66" fmla="*/ 1058 w 4876"/>
                <a:gd name="T67" fmla="*/ 2636 h 2642"/>
                <a:gd name="T68" fmla="*/ 1346 w 4876"/>
                <a:gd name="T69" fmla="*/ 2640 h 2642"/>
                <a:gd name="T70" fmla="*/ 1686 w 4876"/>
                <a:gd name="T71" fmla="*/ 2608 h 2642"/>
                <a:gd name="T72" fmla="*/ 1952 w 4876"/>
                <a:gd name="T73" fmla="*/ 2542 h 2642"/>
                <a:gd name="T74" fmla="*/ 2156 w 4876"/>
                <a:gd name="T75" fmla="*/ 2452 h 2642"/>
                <a:gd name="T76" fmla="*/ 2302 w 4876"/>
                <a:gd name="T77" fmla="*/ 2344 h 2642"/>
                <a:gd name="T78" fmla="*/ 2402 w 4876"/>
                <a:gd name="T79" fmla="*/ 2230 h 2642"/>
                <a:gd name="T80" fmla="*/ 2462 w 4876"/>
                <a:gd name="T81" fmla="*/ 2120 h 2642"/>
                <a:gd name="T82" fmla="*/ 2494 w 4876"/>
                <a:gd name="T83" fmla="*/ 1998 h 2642"/>
                <a:gd name="T84" fmla="*/ 4020 w 4876"/>
                <a:gd name="T85" fmla="*/ 584 h 2642"/>
                <a:gd name="T86" fmla="*/ 4090 w 4876"/>
                <a:gd name="T87" fmla="*/ 596 h 2642"/>
                <a:gd name="T88" fmla="*/ 4156 w 4876"/>
                <a:gd name="T89" fmla="*/ 634 h 2642"/>
                <a:gd name="T90" fmla="*/ 4204 w 4876"/>
                <a:gd name="T91" fmla="*/ 712 h 2642"/>
                <a:gd name="T92" fmla="*/ 4222 w 4876"/>
                <a:gd name="T93" fmla="*/ 832 h 2642"/>
                <a:gd name="T94" fmla="*/ 4212 w 4876"/>
                <a:gd name="T95" fmla="*/ 934 h 2642"/>
                <a:gd name="T96" fmla="*/ 4170 w 4876"/>
                <a:gd name="T97" fmla="*/ 1022 h 2642"/>
                <a:gd name="T98" fmla="*/ 4108 w 4876"/>
                <a:gd name="T99" fmla="*/ 1066 h 2642"/>
                <a:gd name="T100" fmla="*/ 4020 w 4876"/>
                <a:gd name="T101" fmla="*/ 1080 h 2642"/>
                <a:gd name="T102" fmla="*/ 4048 w 4876"/>
                <a:gd name="T103" fmla="*/ 1648 h 2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876" h="2642">
                  <a:moveTo>
                    <a:pt x="4048" y="1648"/>
                  </a:moveTo>
                  <a:lnTo>
                    <a:pt x="4344" y="1648"/>
                  </a:lnTo>
                  <a:lnTo>
                    <a:pt x="4344" y="1648"/>
                  </a:lnTo>
                  <a:lnTo>
                    <a:pt x="4366" y="1646"/>
                  </a:lnTo>
                  <a:lnTo>
                    <a:pt x="4388" y="1644"/>
                  </a:lnTo>
                  <a:lnTo>
                    <a:pt x="4410" y="1640"/>
                  </a:lnTo>
                  <a:lnTo>
                    <a:pt x="4432" y="1632"/>
                  </a:lnTo>
                  <a:lnTo>
                    <a:pt x="4456" y="1624"/>
                  </a:lnTo>
                  <a:lnTo>
                    <a:pt x="4478" y="1614"/>
                  </a:lnTo>
                  <a:lnTo>
                    <a:pt x="4500" y="1602"/>
                  </a:lnTo>
                  <a:lnTo>
                    <a:pt x="4522" y="1588"/>
                  </a:lnTo>
                  <a:lnTo>
                    <a:pt x="4542" y="1572"/>
                  </a:lnTo>
                  <a:lnTo>
                    <a:pt x="4564" y="1556"/>
                  </a:lnTo>
                  <a:lnTo>
                    <a:pt x="4586" y="1538"/>
                  </a:lnTo>
                  <a:lnTo>
                    <a:pt x="4606" y="1518"/>
                  </a:lnTo>
                  <a:lnTo>
                    <a:pt x="4626" y="1496"/>
                  </a:lnTo>
                  <a:lnTo>
                    <a:pt x="4646" y="1472"/>
                  </a:lnTo>
                  <a:lnTo>
                    <a:pt x="4666" y="1448"/>
                  </a:lnTo>
                  <a:lnTo>
                    <a:pt x="4684" y="1422"/>
                  </a:lnTo>
                  <a:lnTo>
                    <a:pt x="4702" y="1394"/>
                  </a:lnTo>
                  <a:lnTo>
                    <a:pt x="4718" y="1364"/>
                  </a:lnTo>
                  <a:lnTo>
                    <a:pt x="4734" y="1334"/>
                  </a:lnTo>
                  <a:lnTo>
                    <a:pt x="4750" y="1302"/>
                  </a:lnTo>
                  <a:lnTo>
                    <a:pt x="4766" y="1270"/>
                  </a:lnTo>
                  <a:lnTo>
                    <a:pt x="4778" y="1236"/>
                  </a:lnTo>
                  <a:lnTo>
                    <a:pt x="4792" y="1200"/>
                  </a:lnTo>
                  <a:lnTo>
                    <a:pt x="4802" y="1164"/>
                  </a:lnTo>
                  <a:lnTo>
                    <a:pt x="4814" y="1126"/>
                  </a:lnTo>
                  <a:lnTo>
                    <a:pt x="4822" y="1086"/>
                  </a:lnTo>
                  <a:lnTo>
                    <a:pt x="4830" y="1046"/>
                  </a:lnTo>
                  <a:lnTo>
                    <a:pt x="4836" y="1006"/>
                  </a:lnTo>
                  <a:lnTo>
                    <a:pt x="4842" y="964"/>
                  </a:lnTo>
                  <a:lnTo>
                    <a:pt x="4846" y="920"/>
                  </a:lnTo>
                  <a:lnTo>
                    <a:pt x="4848" y="876"/>
                  </a:lnTo>
                  <a:lnTo>
                    <a:pt x="4848" y="832"/>
                  </a:lnTo>
                  <a:lnTo>
                    <a:pt x="4848" y="832"/>
                  </a:lnTo>
                  <a:lnTo>
                    <a:pt x="4848" y="792"/>
                  </a:lnTo>
                  <a:lnTo>
                    <a:pt x="4846" y="754"/>
                  </a:lnTo>
                  <a:lnTo>
                    <a:pt x="4842" y="714"/>
                  </a:lnTo>
                  <a:lnTo>
                    <a:pt x="4838" y="676"/>
                  </a:lnTo>
                  <a:lnTo>
                    <a:pt x="4832" y="638"/>
                  </a:lnTo>
                  <a:lnTo>
                    <a:pt x="4826" y="600"/>
                  </a:lnTo>
                  <a:lnTo>
                    <a:pt x="4816" y="562"/>
                  </a:lnTo>
                  <a:lnTo>
                    <a:pt x="4806" y="526"/>
                  </a:lnTo>
                  <a:lnTo>
                    <a:pt x="4796" y="490"/>
                  </a:lnTo>
                  <a:lnTo>
                    <a:pt x="4784" y="454"/>
                  </a:lnTo>
                  <a:lnTo>
                    <a:pt x="4770" y="420"/>
                  </a:lnTo>
                  <a:lnTo>
                    <a:pt x="4756" y="386"/>
                  </a:lnTo>
                  <a:lnTo>
                    <a:pt x="4740" y="352"/>
                  </a:lnTo>
                  <a:lnTo>
                    <a:pt x="4724" y="320"/>
                  </a:lnTo>
                  <a:lnTo>
                    <a:pt x="4706" y="290"/>
                  </a:lnTo>
                  <a:lnTo>
                    <a:pt x="4688" y="260"/>
                  </a:lnTo>
                  <a:lnTo>
                    <a:pt x="4668" y="230"/>
                  </a:lnTo>
                  <a:lnTo>
                    <a:pt x="4648" y="204"/>
                  </a:lnTo>
                  <a:lnTo>
                    <a:pt x="4626" y="178"/>
                  </a:lnTo>
                  <a:lnTo>
                    <a:pt x="4604" y="152"/>
                  </a:lnTo>
                  <a:lnTo>
                    <a:pt x="4580" y="130"/>
                  </a:lnTo>
                  <a:lnTo>
                    <a:pt x="4554" y="108"/>
                  </a:lnTo>
                  <a:lnTo>
                    <a:pt x="4530" y="88"/>
                  </a:lnTo>
                  <a:lnTo>
                    <a:pt x="4502" y="72"/>
                  </a:lnTo>
                  <a:lnTo>
                    <a:pt x="4476" y="54"/>
                  </a:lnTo>
                  <a:lnTo>
                    <a:pt x="4448" y="40"/>
                  </a:lnTo>
                  <a:lnTo>
                    <a:pt x="4418" y="28"/>
                  </a:lnTo>
                  <a:lnTo>
                    <a:pt x="4388" y="18"/>
                  </a:lnTo>
                  <a:lnTo>
                    <a:pt x="4358" y="10"/>
                  </a:lnTo>
                  <a:lnTo>
                    <a:pt x="4326" y="4"/>
                  </a:lnTo>
                  <a:lnTo>
                    <a:pt x="4294" y="0"/>
                  </a:lnTo>
                  <a:lnTo>
                    <a:pt x="4262" y="0"/>
                  </a:lnTo>
                  <a:lnTo>
                    <a:pt x="1882" y="0"/>
                  </a:lnTo>
                  <a:lnTo>
                    <a:pt x="1882" y="1798"/>
                  </a:lnTo>
                  <a:lnTo>
                    <a:pt x="1882" y="1798"/>
                  </a:lnTo>
                  <a:lnTo>
                    <a:pt x="1876" y="1828"/>
                  </a:lnTo>
                  <a:lnTo>
                    <a:pt x="1866" y="1856"/>
                  </a:lnTo>
                  <a:lnTo>
                    <a:pt x="1852" y="1884"/>
                  </a:lnTo>
                  <a:lnTo>
                    <a:pt x="1832" y="1910"/>
                  </a:lnTo>
                  <a:lnTo>
                    <a:pt x="1810" y="1934"/>
                  </a:lnTo>
                  <a:lnTo>
                    <a:pt x="1782" y="1956"/>
                  </a:lnTo>
                  <a:lnTo>
                    <a:pt x="1750" y="1976"/>
                  </a:lnTo>
                  <a:lnTo>
                    <a:pt x="1712" y="1994"/>
                  </a:lnTo>
                  <a:lnTo>
                    <a:pt x="1672" y="2010"/>
                  </a:lnTo>
                  <a:lnTo>
                    <a:pt x="1626" y="2026"/>
                  </a:lnTo>
                  <a:lnTo>
                    <a:pt x="1574" y="2038"/>
                  </a:lnTo>
                  <a:lnTo>
                    <a:pt x="1518" y="2048"/>
                  </a:lnTo>
                  <a:lnTo>
                    <a:pt x="1458" y="2056"/>
                  </a:lnTo>
                  <a:lnTo>
                    <a:pt x="1394" y="2062"/>
                  </a:lnTo>
                  <a:lnTo>
                    <a:pt x="1324" y="2066"/>
                  </a:lnTo>
                  <a:lnTo>
                    <a:pt x="1248" y="2066"/>
                  </a:lnTo>
                  <a:lnTo>
                    <a:pt x="1248" y="2066"/>
                  </a:lnTo>
                  <a:lnTo>
                    <a:pt x="1174" y="2066"/>
                  </a:lnTo>
                  <a:lnTo>
                    <a:pt x="1104" y="2062"/>
                  </a:lnTo>
                  <a:lnTo>
                    <a:pt x="1038" y="2056"/>
                  </a:lnTo>
                  <a:lnTo>
                    <a:pt x="978" y="2048"/>
                  </a:lnTo>
                  <a:lnTo>
                    <a:pt x="922" y="2038"/>
                  </a:lnTo>
                  <a:lnTo>
                    <a:pt x="872" y="2026"/>
                  </a:lnTo>
                  <a:lnTo>
                    <a:pt x="826" y="2010"/>
                  </a:lnTo>
                  <a:lnTo>
                    <a:pt x="784" y="1994"/>
                  </a:lnTo>
                  <a:lnTo>
                    <a:pt x="748" y="1976"/>
                  </a:lnTo>
                  <a:lnTo>
                    <a:pt x="716" y="1956"/>
                  </a:lnTo>
                  <a:lnTo>
                    <a:pt x="688" y="1934"/>
                  </a:lnTo>
                  <a:lnTo>
                    <a:pt x="664" y="1910"/>
                  </a:lnTo>
                  <a:lnTo>
                    <a:pt x="646" y="1884"/>
                  </a:lnTo>
                  <a:lnTo>
                    <a:pt x="632" y="1856"/>
                  </a:lnTo>
                  <a:lnTo>
                    <a:pt x="622" y="1828"/>
                  </a:lnTo>
                  <a:lnTo>
                    <a:pt x="616" y="1798"/>
                  </a:lnTo>
                  <a:lnTo>
                    <a:pt x="616" y="1080"/>
                  </a:lnTo>
                  <a:lnTo>
                    <a:pt x="0" y="1080"/>
                  </a:lnTo>
                  <a:lnTo>
                    <a:pt x="0" y="1960"/>
                  </a:lnTo>
                  <a:lnTo>
                    <a:pt x="0" y="1960"/>
                  </a:lnTo>
                  <a:lnTo>
                    <a:pt x="4" y="1998"/>
                  </a:lnTo>
                  <a:lnTo>
                    <a:pt x="12" y="2044"/>
                  </a:lnTo>
                  <a:lnTo>
                    <a:pt x="18" y="2068"/>
                  </a:lnTo>
                  <a:lnTo>
                    <a:pt x="26" y="2094"/>
                  </a:lnTo>
                  <a:lnTo>
                    <a:pt x="36" y="2120"/>
                  </a:lnTo>
                  <a:lnTo>
                    <a:pt x="48" y="2146"/>
                  </a:lnTo>
                  <a:lnTo>
                    <a:pt x="62" y="2174"/>
                  </a:lnTo>
                  <a:lnTo>
                    <a:pt x="78" y="2202"/>
                  </a:lnTo>
                  <a:lnTo>
                    <a:pt x="96" y="2230"/>
                  </a:lnTo>
                  <a:lnTo>
                    <a:pt x="116" y="2258"/>
                  </a:lnTo>
                  <a:lnTo>
                    <a:pt x="140" y="2288"/>
                  </a:lnTo>
                  <a:lnTo>
                    <a:pt x="166" y="2316"/>
                  </a:lnTo>
                  <a:lnTo>
                    <a:pt x="194" y="2344"/>
                  </a:lnTo>
                  <a:lnTo>
                    <a:pt x="226" y="2372"/>
                  </a:lnTo>
                  <a:lnTo>
                    <a:pt x="262" y="2400"/>
                  </a:lnTo>
                  <a:lnTo>
                    <a:pt x="300" y="2426"/>
                  </a:lnTo>
                  <a:lnTo>
                    <a:pt x="342" y="2452"/>
                  </a:lnTo>
                  <a:lnTo>
                    <a:pt x="386" y="2476"/>
                  </a:lnTo>
                  <a:lnTo>
                    <a:pt x="436" y="2500"/>
                  </a:lnTo>
                  <a:lnTo>
                    <a:pt x="488" y="2522"/>
                  </a:lnTo>
                  <a:lnTo>
                    <a:pt x="544" y="2542"/>
                  </a:lnTo>
                  <a:lnTo>
                    <a:pt x="604" y="2562"/>
                  </a:lnTo>
                  <a:lnTo>
                    <a:pt x="670" y="2580"/>
                  </a:lnTo>
                  <a:lnTo>
                    <a:pt x="738" y="2594"/>
                  </a:lnTo>
                  <a:lnTo>
                    <a:pt x="812" y="2608"/>
                  </a:lnTo>
                  <a:lnTo>
                    <a:pt x="890" y="2620"/>
                  </a:lnTo>
                  <a:lnTo>
                    <a:pt x="972" y="2630"/>
                  </a:lnTo>
                  <a:lnTo>
                    <a:pt x="1058" y="2636"/>
                  </a:lnTo>
                  <a:lnTo>
                    <a:pt x="1152" y="2640"/>
                  </a:lnTo>
                  <a:lnTo>
                    <a:pt x="1248" y="2642"/>
                  </a:lnTo>
                  <a:lnTo>
                    <a:pt x="1248" y="2642"/>
                  </a:lnTo>
                  <a:lnTo>
                    <a:pt x="1346" y="2640"/>
                  </a:lnTo>
                  <a:lnTo>
                    <a:pt x="1438" y="2636"/>
                  </a:lnTo>
                  <a:lnTo>
                    <a:pt x="1526" y="2630"/>
                  </a:lnTo>
                  <a:lnTo>
                    <a:pt x="1608" y="2620"/>
                  </a:lnTo>
                  <a:lnTo>
                    <a:pt x="1686" y="2608"/>
                  </a:lnTo>
                  <a:lnTo>
                    <a:pt x="1760" y="2594"/>
                  </a:lnTo>
                  <a:lnTo>
                    <a:pt x="1828" y="2580"/>
                  </a:lnTo>
                  <a:lnTo>
                    <a:pt x="1892" y="2562"/>
                  </a:lnTo>
                  <a:lnTo>
                    <a:pt x="1952" y="2542"/>
                  </a:lnTo>
                  <a:lnTo>
                    <a:pt x="2010" y="2522"/>
                  </a:lnTo>
                  <a:lnTo>
                    <a:pt x="2062" y="2500"/>
                  </a:lnTo>
                  <a:lnTo>
                    <a:pt x="2110" y="2476"/>
                  </a:lnTo>
                  <a:lnTo>
                    <a:pt x="2156" y="2452"/>
                  </a:lnTo>
                  <a:lnTo>
                    <a:pt x="2198" y="2426"/>
                  </a:lnTo>
                  <a:lnTo>
                    <a:pt x="2236" y="2400"/>
                  </a:lnTo>
                  <a:lnTo>
                    <a:pt x="2270" y="2372"/>
                  </a:lnTo>
                  <a:lnTo>
                    <a:pt x="2302" y="2344"/>
                  </a:lnTo>
                  <a:lnTo>
                    <a:pt x="2332" y="2316"/>
                  </a:lnTo>
                  <a:lnTo>
                    <a:pt x="2358" y="2288"/>
                  </a:lnTo>
                  <a:lnTo>
                    <a:pt x="2380" y="2258"/>
                  </a:lnTo>
                  <a:lnTo>
                    <a:pt x="2402" y="2230"/>
                  </a:lnTo>
                  <a:lnTo>
                    <a:pt x="2420" y="2202"/>
                  </a:lnTo>
                  <a:lnTo>
                    <a:pt x="2436" y="2174"/>
                  </a:lnTo>
                  <a:lnTo>
                    <a:pt x="2450" y="2146"/>
                  </a:lnTo>
                  <a:lnTo>
                    <a:pt x="2462" y="2120"/>
                  </a:lnTo>
                  <a:lnTo>
                    <a:pt x="2472" y="2094"/>
                  </a:lnTo>
                  <a:lnTo>
                    <a:pt x="2480" y="2068"/>
                  </a:lnTo>
                  <a:lnTo>
                    <a:pt x="2486" y="2044"/>
                  </a:lnTo>
                  <a:lnTo>
                    <a:pt x="2494" y="1998"/>
                  </a:lnTo>
                  <a:lnTo>
                    <a:pt x="2498" y="1960"/>
                  </a:lnTo>
                  <a:lnTo>
                    <a:pt x="2498" y="584"/>
                  </a:lnTo>
                  <a:lnTo>
                    <a:pt x="4020" y="584"/>
                  </a:lnTo>
                  <a:lnTo>
                    <a:pt x="4020" y="584"/>
                  </a:lnTo>
                  <a:lnTo>
                    <a:pt x="4038" y="584"/>
                  </a:lnTo>
                  <a:lnTo>
                    <a:pt x="4056" y="586"/>
                  </a:lnTo>
                  <a:lnTo>
                    <a:pt x="4074" y="590"/>
                  </a:lnTo>
                  <a:lnTo>
                    <a:pt x="4090" y="596"/>
                  </a:lnTo>
                  <a:lnTo>
                    <a:pt x="4108" y="602"/>
                  </a:lnTo>
                  <a:lnTo>
                    <a:pt x="4124" y="612"/>
                  </a:lnTo>
                  <a:lnTo>
                    <a:pt x="4140" y="622"/>
                  </a:lnTo>
                  <a:lnTo>
                    <a:pt x="4156" y="634"/>
                  </a:lnTo>
                  <a:lnTo>
                    <a:pt x="4170" y="650"/>
                  </a:lnTo>
                  <a:lnTo>
                    <a:pt x="4182" y="668"/>
                  </a:lnTo>
                  <a:lnTo>
                    <a:pt x="4194" y="688"/>
                  </a:lnTo>
                  <a:lnTo>
                    <a:pt x="4204" y="712"/>
                  </a:lnTo>
                  <a:lnTo>
                    <a:pt x="4212" y="736"/>
                  </a:lnTo>
                  <a:lnTo>
                    <a:pt x="4218" y="766"/>
                  </a:lnTo>
                  <a:lnTo>
                    <a:pt x="4222" y="796"/>
                  </a:lnTo>
                  <a:lnTo>
                    <a:pt x="4222" y="832"/>
                  </a:lnTo>
                  <a:lnTo>
                    <a:pt x="4222" y="832"/>
                  </a:lnTo>
                  <a:lnTo>
                    <a:pt x="4222" y="870"/>
                  </a:lnTo>
                  <a:lnTo>
                    <a:pt x="4218" y="904"/>
                  </a:lnTo>
                  <a:lnTo>
                    <a:pt x="4212" y="934"/>
                  </a:lnTo>
                  <a:lnTo>
                    <a:pt x="4204" y="960"/>
                  </a:lnTo>
                  <a:lnTo>
                    <a:pt x="4194" y="984"/>
                  </a:lnTo>
                  <a:lnTo>
                    <a:pt x="4182" y="1004"/>
                  </a:lnTo>
                  <a:lnTo>
                    <a:pt x="4170" y="1022"/>
                  </a:lnTo>
                  <a:lnTo>
                    <a:pt x="4156" y="1036"/>
                  </a:lnTo>
                  <a:lnTo>
                    <a:pt x="4140" y="1048"/>
                  </a:lnTo>
                  <a:lnTo>
                    <a:pt x="4124" y="1058"/>
                  </a:lnTo>
                  <a:lnTo>
                    <a:pt x="4108" y="1066"/>
                  </a:lnTo>
                  <a:lnTo>
                    <a:pt x="4090" y="1070"/>
                  </a:lnTo>
                  <a:lnTo>
                    <a:pt x="4074" y="1074"/>
                  </a:lnTo>
                  <a:lnTo>
                    <a:pt x="4056" y="1078"/>
                  </a:lnTo>
                  <a:lnTo>
                    <a:pt x="4020" y="1080"/>
                  </a:lnTo>
                  <a:lnTo>
                    <a:pt x="2840" y="1080"/>
                  </a:lnTo>
                  <a:lnTo>
                    <a:pt x="4048" y="2612"/>
                  </a:lnTo>
                  <a:lnTo>
                    <a:pt x="4876" y="2612"/>
                  </a:lnTo>
                  <a:lnTo>
                    <a:pt x="4048" y="1648"/>
                  </a:lnTo>
                  <a:close/>
                </a:path>
              </a:pathLst>
            </a:custGeom>
            <a:solidFill>
              <a:srgbClr val="3786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935" tIns="41468" rIns="82935" bIns="41468" numCol="1" anchor="t" anchorCtr="0" compatLnSpc="1">
              <a:prstTxWarp prst="textNoShape">
                <a:avLst/>
              </a:prstTxWarp>
            </a:bodyPr>
            <a:lstStyle/>
            <a:p>
              <a:endParaRPr lang="ja-JP" altLang="en-US" sz="1633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  <p:grpSp>
          <p:nvGrpSpPr>
            <p:cNvPr id="37" name="グループ化 36">
              <a:extLst>
                <a:ext uri="{FF2B5EF4-FFF2-40B4-BE49-F238E27FC236}">
                  <a16:creationId xmlns:a16="http://schemas.microsoft.com/office/drawing/2014/main" id="{2227E6DE-DEF7-6EDF-FC8E-4545FF6D1C1F}"/>
                </a:ext>
              </a:extLst>
            </p:cNvPr>
            <p:cNvGrpSpPr/>
            <p:nvPr/>
          </p:nvGrpSpPr>
          <p:grpSpPr>
            <a:xfrm>
              <a:off x="4826994" y="3214748"/>
              <a:ext cx="7002476" cy="596421"/>
              <a:chOff x="-7267575" y="2419350"/>
              <a:chExt cx="31499175" cy="2682875"/>
            </a:xfrm>
            <a:solidFill>
              <a:schemeClr val="tx1"/>
            </a:solidFill>
          </p:grpSpPr>
          <p:sp>
            <p:nvSpPr>
              <p:cNvPr id="38" name="Freeform 65">
                <a:extLst>
                  <a:ext uri="{FF2B5EF4-FFF2-40B4-BE49-F238E27FC236}">
                    <a16:creationId xmlns:a16="http://schemas.microsoft.com/office/drawing/2014/main" id="{B1BE188F-166E-3D51-DB78-F2B96DAA934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4238625" y="2609850"/>
                <a:ext cx="2263775" cy="2393950"/>
              </a:xfrm>
              <a:custGeom>
                <a:avLst/>
                <a:gdLst>
                  <a:gd name="T0" fmla="*/ 0 w 1426"/>
                  <a:gd name="T1" fmla="*/ 0 h 1508"/>
                  <a:gd name="T2" fmla="*/ 0 w 1426"/>
                  <a:gd name="T3" fmla="*/ 1508 h 1508"/>
                  <a:gd name="T4" fmla="*/ 1426 w 1426"/>
                  <a:gd name="T5" fmla="*/ 1508 h 1508"/>
                  <a:gd name="T6" fmla="*/ 1426 w 1426"/>
                  <a:gd name="T7" fmla="*/ 0 h 1508"/>
                  <a:gd name="T8" fmla="*/ 0 w 1426"/>
                  <a:gd name="T9" fmla="*/ 0 h 1508"/>
                  <a:gd name="T10" fmla="*/ 1228 w 1426"/>
                  <a:gd name="T11" fmla="*/ 1348 h 1508"/>
                  <a:gd name="T12" fmla="*/ 198 w 1426"/>
                  <a:gd name="T13" fmla="*/ 1348 h 1508"/>
                  <a:gd name="T14" fmla="*/ 198 w 1426"/>
                  <a:gd name="T15" fmla="*/ 814 h 1508"/>
                  <a:gd name="T16" fmla="*/ 1228 w 1426"/>
                  <a:gd name="T17" fmla="*/ 814 h 1508"/>
                  <a:gd name="T18" fmla="*/ 1228 w 1426"/>
                  <a:gd name="T19" fmla="*/ 1348 h 1508"/>
                  <a:gd name="T20" fmla="*/ 1228 w 1426"/>
                  <a:gd name="T21" fmla="*/ 654 h 1508"/>
                  <a:gd name="T22" fmla="*/ 198 w 1426"/>
                  <a:gd name="T23" fmla="*/ 654 h 1508"/>
                  <a:gd name="T24" fmla="*/ 198 w 1426"/>
                  <a:gd name="T25" fmla="*/ 160 h 1508"/>
                  <a:gd name="T26" fmla="*/ 1228 w 1426"/>
                  <a:gd name="T27" fmla="*/ 160 h 1508"/>
                  <a:gd name="T28" fmla="*/ 1228 w 1426"/>
                  <a:gd name="T29" fmla="*/ 654 h 1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26" h="1508">
                    <a:moveTo>
                      <a:pt x="0" y="0"/>
                    </a:moveTo>
                    <a:lnTo>
                      <a:pt x="0" y="1508"/>
                    </a:lnTo>
                    <a:lnTo>
                      <a:pt x="1426" y="1508"/>
                    </a:lnTo>
                    <a:lnTo>
                      <a:pt x="1426" y="0"/>
                    </a:lnTo>
                    <a:lnTo>
                      <a:pt x="0" y="0"/>
                    </a:lnTo>
                    <a:close/>
                    <a:moveTo>
                      <a:pt x="1228" y="1348"/>
                    </a:moveTo>
                    <a:lnTo>
                      <a:pt x="198" y="1348"/>
                    </a:lnTo>
                    <a:lnTo>
                      <a:pt x="198" y="814"/>
                    </a:lnTo>
                    <a:lnTo>
                      <a:pt x="1228" y="814"/>
                    </a:lnTo>
                    <a:lnTo>
                      <a:pt x="1228" y="1348"/>
                    </a:lnTo>
                    <a:close/>
                    <a:moveTo>
                      <a:pt x="1228" y="654"/>
                    </a:moveTo>
                    <a:lnTo>
                      <a:pt x="198" y="654"/>
                    </a:lnTo>
                    <a:lnTo>
                      <a:pt x="198" y="160"/>
                    </a:lnTo>
                    <a:lnTo>
                      <a:pt x="1228" y="160"/>
                    </a:lnTo>
                    <a:lnTo>
                      <a:pt x="1228" y="6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39" name="Freeform 66">
                <a:extLst>
                  <a:ext uri="{FF2B5EF4-FFF2-40B4-BE49-F238E27FC236}">
                    <a16:creationId xmlns:a16="http://schemas.microsoft.com/office/drawing/2014/main" id="{AEAAF16C-17EB-D574-E932-266BBCE79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1425" y="2511425"/>
                <a:ext cx="1285875" cy="2587625"/>
              </a:xfrm>
              <a:custGeom>
                <a:avLst/>
                <a:gdLst>
                  <a:gd name="T0" fmla="*/ 810 w 810"/>
                  <a:gd name="T1" fmla="*/ 980 h 1630"/>
                  <a:gd name="T2" fmla="*/ 796 w 810"/>
                  <a:gd name="T3" fmla="*/ 966 h 1630"/>
                  <a:gd name="T4" fmla="*/ 758 w 810"/>
                  <a:gd name="T5" fmla="*/ 924 h 1630"/>
                  <a:gd name="T6" fmla="*/ 686 w 810"/>
                  <a:gd name="T7" fmla="*/ 862 h 1630"/>
                  <a:gd name="T8" fmla="*/ 580 w 810"/>
                  <a:gd name="T9" fmla="*/ 786 h 1630"/>
                  <a:gd name="T10" fmla="*/ 604 w 810"/>
                  <a:gd name="T11" fmla="*/ 748 h 1630"/>
                  <a:gd name="T12" fmla="*/ 650 w 810"/>
                  <a:gd name="T13" fmla="*/ 668 h 1630"/>
                  <a:gd name="T14" fmla="*/ 694 w 810"/>
                  <a:gd name="T15" fmla="*/ 582 h 1630"/>
                  <a:gd name="T16" fmla="*/ 734 w 810"/>
                  <a:gd name="T17" fmla="*/ 492 h 1630"/>
                  <a:gd name="T18" fmla="*/ 752 w 810"/>
                  <a:gd name="T19" fmla="*/ 286 h 1630"/>
                  <a:gd name="T20" fmla="*/ 484 w 810"/>
                  <a:gd name="T21" fmla="*/ 0 h 1630"/>
                  <a:gd name="T22" fmla="*/ 310 w 810"/>
                  <a:gd name="T23" fmla="*/ 286 h 1630"/>
                  <a:gd name="T24" fmla="*/ 30 w 810"/>
                  <a:gd name="T25" fmla="*/ 444 h 1630"/>
                  <a:gd name="T26" fmla="*/ 554 w 810"/>
                  <a:gd name="T27" fmla="*/ 444 h 1630"/>
                  <a:gd name="T28" fmla="*/ 522 w 810"/>
                  <a:gd name="T29" fmla="*/ 522 h 1630"/>
                  <a:gd name="T30" fmla="*/ 486 w 810"/>
                  <a:gd name="T31" fmla="*/ 594 h 1630"/>
                  <a:gd name="T32" fmla="*/ 446 w 810"/>
                  <a:gd name="T33" fmla="*/ 664 h 1630"/>
                  <a:gd name="T34" fmla="*/ 358 w 810"/>
                  <a:gd name="T35" fmla="*/ 794 h 1630"/>
                  <a:gd name="T36" fmla="*/ 264 w 810"/>
                  <a:gd name="T37" fmla="*/ 906 h 1630"/>
                  <a:gd name="T38" fmla="*/ 176 w 810"/>
                  <a:gd name="T39" fmla="*/ 1000 h 1630"/>
                  <a:gd name="T40" fmla="*/ 98 w 810"/>
                  <a:gd name="T41" fmla="*/ 1074 h 1630"/>
                  <a:gd name="T42" fmla="*/ 18 w 810"/>
                  <a:gd name="T43" fmla="*/ 1142 h 1630"/>
                  <a:gd name="T44" fmla="*/ 0 w 810"/>
                  <a:gd name="T45" fmla="*/ 1334 h 1630"/>
                  <a:gd name="T46" fmla="*/ 24 w 810"/>
                  <a:gd name="T47" fmla="*/ 1320 h 1630"/>
                  <a:gd name="T48" fmla="*/ 92 w 810"/>
                  <a:gd name="T49" fmla="*/ 1278 h 1630"/>
                  <a:gd name="T50" fmla="*/ 190 w 810"/>
                  <a:gd name="T51" fmla="*/ 1206 h 1630"/>
                  <a:gd name="T52" fmla="*/ 310 w 810"/>
                  <a:gd name="T53" fmla="*/ 1104 h 1630"/>
                  <a:gd name="T54" fmla="*/ 484 w 810"/>
                  <a:gd name="T55" fmla="*/ 1630 h 1630"/>
                  <a:gd name="T56" fmla="*/ 484 w 810"/>
                  <a:gd name="T57" fmla="*/ 944 h 1630"/>
                  <a:gd name="T58" fmla="*/ 558 w 810"/>
                  <a:gd name="T59" fmla="*/ 990 h 1630"/>
                  <a:gd name="T60" fmla="*/ 640 w 810"/>
                  <a:gd name="T61" fmla="*/ 1046 h 1630"/>
                  <a:gd name="T62" fmla="*/ 748 w 810"/>
                  <a:gd name="T63" fmla="*/ 1132 h 1630"/>
                  <a:gd name="T64" fmla="*/ 810 w 810"/>
                  <a:gd name="T65" fmla="*/ 1184 h 16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810" h="1630">
                    <a:moveTo>
                      <a:pt x="810" y="1184"/>
                    </a:moveTo>
                    <a:lnTo>
                      <a:pt x="810" y="980"/>
                    </a:lnTo>
                    <a:lnTo>
                      <a:pt x="810" y="980"/>
                    </a:lnTo>
                    <a:lnTo>
                      <a:pt x="796" y="966"/>
                    </a:lnTo>
                    <a:lnTo>
                      <a:pt x="780" y="948"/>
                    </a:lnTo>
                    <a:lnTo>
                      <a:pt x="758" y="924"/>
                    </a:lnTo>
                    <a:lnTo>
                      <a:pt x="726" y="896"/>
                    </a:lnTo>
                    <a:lnTo>
                      <a:pt x="686" y="862"/>
                    </a:lnTo>
                    <a:lnTo>
                      <a:pt x="638" y="826"/>
                    </a:lnTo>
                    <a:lnTo>
                      <a:pt x="580" y="786"/>
                    </a:lnTo>
                    <a:lnTo>
                      <a:pt x="580" y="786"/>
                    </a:lnTo>
                    <a:lnTo>
                      <a:pt x="604" y="748"/>
                    </a:lnTo>
                    <a:lnTo>
                      <a:pt x="628" y="708"/>
                    </a:lnTo>
                    <a:lnTo>
                      <a:pt x="650" y="668"/>
                    </a:lnTo>
                    <a:lnTo>
                      <a:pt x="672" y="626"/>
                    </a:lnTo>
                    <a:lnTo>
                      <a:pt x="694" y="582"/>
                    </a:lnTo>
                    <a:lnTo>
                      <a:pt x="714" y="538"/>
                    </a:lnTo>
                    <a:lnTo>
                      <a:pt x="734" y="492"/>
                    </a:lnTo>
                    <a:lnTo>
                      <a:pt x="752" y="444"/>
                    </a:lnTo>
                    <a:lnTo>
                      <a:pt x="752" y="286"/>
                    </a:lnTo>
                    <a:lnTo>
                      <a:pt x="484" y="286"/>
                    </a:lnTo>
                    <a:lnTo>
                      <a:pt x="484" y="0"/>
                    </a:lnTo>
                    <a:lnTo>
                      <a:pt x="310" y="0"/>
                    </a:lnTo>
                    <a:lnTo>
                      <a:pt x="310" y="286"/>
                    </a:lnTo>
                    <a:lnTo>
                      <a:pt x="30" y="286"/>
                    </a:lnTo>
                    <a:lnTo>
                      <a:pt x="30" y="444"/>
                    </a:lnTo>
                    <a:lnTo>
                      <a:pt x="554" y="444"/>
                    </a:lnTo>
                    <a:lnTo>
                      <a:pt x="554" y="444"/>
                    </a:lnTo>
                    <a:lnTo>
                      <a:pt x="538" y="484"/>
                    </a:lnTo>
                    <a:lnTo>
                      <a:pt x="522" y="522"/>
                    </a:lnTo>
                    <a:lnTo>
                      <a:pt x="504" y="558"/>
                    </a:lnTo>
                    <a:lnTo>
                      <a:pt x="486" y="594"/>
                    </a:lnTo>
                    <a:lnTo>
                      <a:pt x="466" y="630"/>
                    </a:lnTo>
                    <a:lnTo>
                      <a:pt x="446" y="664"/>
                    </a:lnTo>
                    <a:lnTo>
                      <a:pt x="402" y="732"/>
                    </a:lnTo>
                    <a:lnTo>
                      <a:pt x="358" y="794"/>
                    </a:lnTo>
                    <a:lnTo>
                      <a:pt x="312" y="852"/>
                    </a:lnTo>
                    <a:lnTo>
                      <a:pt x="264" y="906"/>
                    </a:lnTo>
                    <a:lnTo>
                      <a:pt x="220" y="956"/>
                    </a:lnTo>
                    <a:lnTo>
                      <a:pt x="176" y="1000"/>
                    </a:lnTo>
                    <a:lnTo>
                      <a:pt x="134" y="1040"/>
                    </a:lnTo>
                    <a:lnTo>
                      <a:pt x="98" y="1074"/>
                    </a:lnTo>
                    <a:lnTo>
                      <a:pt x="64" y="1104"/>
                    </a:lnTo>
                    <a:lnTo>
                      <a:pt x="18" y="1142"/>
                    </a:lnTo>
                    <a:lnTo>
                      <a:pt x="0" y="1156"/>
                    </a:lnTo>
                    <a:lnTo>
                      <a:pt x="0" y="1334"/>
                    </a:lnTo>
                    <a:lnTo>
                      <a:pt x="0" y="1334"/>
                    </a:lnTo>
                    <a:lnTo>
                      <a:pt x="24" y="1320"/>
                    </a:lnTo>
                    <a:lnTo>
                      <a:pt x="54" y="1302"/>
                    </a:lnTo>
                    <a:lnTo>
                      <a:pt x="92" y="1278"/>
                    </a:lnTo>
                    <a:lnTo>
                      <a:pt x="138" y="1246"/>
                    </a:lnTo>
                    <a:lnTo>
                      <a:pt x="190" y="1206"/>
                    </a:lnTo>
                    <a:lnTo>
                      <a:pt x="248" y="1160"/>
                    </a:lnTo>
                    <a:lnTo>
                      <a:pt x="310" y="1104"/>
                    </a:lnTo>
                    <a:lnTo>
                      <a:pt x="310" y="1630"/>
                    </a:lnTo>
                    <a:lnTo>
                      <a:pt x="484" y="1630"/>
                    </a:lnTo>
                    <a:lnTo>
                      <a:pt x="484" y="944"/>
                    </a:lnTo>
                    <a:lnTo>
                      <a:pt x="484" y="944"/>
                    </a:lnTo>
                    <a:lnTo>
                      <a:pt x="526" y="970"/>
                    </a:lnTo>
                    <a:lnTo>
                      <a:pt x="558" y="990"/>
                    </a:lnTo>
                    <a:lnTo>
                      <a:pt x="596" y="1014"/>
                    </a:lnTo>
                    <a:lnTo>
                      <a:pt x="640" y="1046"/>
                    </a:lnTo>
                    <a:lnTo>
                      <a:pt x="690" y="1086"/>
                    </a:lnTo>
                    <a:lnTo>
                      <a:pt x="748" y="1132"/>
                    </a:lnTo>
                    <a:lnTo>
                      <a:pt x="810" y="1184"/>
                    </a:lnTo>
                    <a:lnTo>
                      <a:pt x="810" y="11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0" name="Freeform 67">
                <a:extLst>
                  <a:ext uri="{FF2B5EF4-FFF2-40B4-BE49-F238E27FC236}">
                    <a16:creationId xmlns:a16="http://schemas.microsoft.com/office/drawing/2014/main" id="{F22A5BAD-6F26-AF73-3F42-04679F8E1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25050" y="2505075"/>
                <a:ext cx="1606550" cy="2593975"/>
              </a:xfrm>
              <a:custGeom>
                <a:avLst/>
                <a:gdLst>
                  <a:gd name="T0" fmla="*/ 1012 w 1012"/>
                  <a:gd name="T1" fmla="*/ 1472 h 1634"/>
                  <a:gd name="T2" fmla="*/ 594 w 1012"/>
                  <a:gd name="T3" fmla="*/ 1472 h 1634"/>
                  <a:gd name="T4" fmla="*/ 594 w 1012"/>
                  <a:gd name="T5" fmla="*/ 656 h 1634"/>
                  <a:gd name="T6" fmla="*/ 918 w 1012"/>
                  <a:gd name="T7" fmla="*/ 656 h 1634"/>
                  <a:gd name="T8" fmla="*/ 918 w 1012"/>
                  <a:gd name="T9" fmla="*/ 494 h 1634"/>
                  <a:gd name="T10" fmla="*/ 594 w 1012"/>
                  <a:gd name="T11" fmla="*/ 494 h 1634"/>
                  <a:gd name="T12" fmla="*/ 594 w 1012"/>
                  <a:gd name="T13" fmla="*/ 0 h 1634"/>
                  <a:gd name="T14" fmla="*/ 420 w 1012"/>
                  <a:gd name="T15" fmla="*/ 0 h 1634"/>
                  <a:gd name="T16" fmla="*/ 420 w 1012"/>
                  <a:gd name="T17" fmla="*/ 494 h 1634"/>
                  <a:gd name="T18" fmla="*/ 94 w 1012"/>
                  <a:gd name="T19" fmla="*/ 494 h 1634"/>
                  <a:gd name="T20" fmla="*/ 94 w 1012"/>
                  <a:gd name="T21" fmla="*/ 656 h 1634"/>
                  <a:gd name="T22" fmla="*/ 420 w 1012"/>
                  <a:gd name="T23" fmla="*/ 656 h 1634"/>
                  <a:gd name="T24" fmla="*/ 420 w 1012"/>
                  <a:gd name="T25" fmla="*/ 1472 h 1634"/>
                  <a:gd name="T26" fmla="*/ 0 w 1012"/>
                  <a:gd name="T27" fmla="*/ 1472 h 1634"/>
                  <a:gd name="T28" fmla="*/ 0 w 1012"/>
                  <a:gd name="T29" fmla="*/ 1632 h 1634"/>
                  <a:gd name="T30" fmla="*/ 420 w 1012"/>
                  <a:gd name="T31" fmla="*/ 1632 h 1634"/>
                  <a:gd name="T32" fmla="*/ 420 w 1012"/>
                  <a:gd name="T33" fmla="*/ 1634 h 1634"/>
                  <a:gd name="T34" fmla="*/ 594 w 1012"/>
                  <a:gd name="T35" fmla="*/ 1634 h 1634"/>
                  <a:gd name="T36" fmla="*/ 594 w 1012"/>
                  <a:gd name="T37" fmla="*/ 1632 h 1634"/>
                  <a:gd name="T38" fmla="*/ 1012 w 1012"/>
                  <a:gd name="T39" fmla="*/ 1632 h 1634"/>
                  <a:gd name="T40" fmla="*/ 1012 w 1012"/>
                  <a:gd name="T41" fmla="*/ 1472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2" h="1634">
                    <a:moveTo>
                      <a:pt x="1012" y="1472"/>
                    </a:moveTo>
                    <a:lnTo>
                      <a:pt x="594" y="1472"/>
                    </a:lnTo>
                    <a:lnTo>
                      <a:pt x="594" y="656"/>
                    </a:lnTo>
                    <a:lnTo>
                      <a:pt x="918" y="656"/>
                    </a:lnTo>
                    <a:lnTo>
                      <a:pt x="918" y="494"/>
                    </a:lnTo>
                    <a:lnTo>
                      <a:pt x="594" y="494"/>
                    </a:lnTo>
                    <a:lnTo>
                      <a:pt x="594" y="0"/>
                    </a:lnTo>
                    <a:lnTo>
                      <a:pt x="420" y="0"/>
                    </a:lnTo>
                    <a:lnTo>
                      <a:pt x="420" y="494"/>
                    </a:lnTo>
                    <a:lnTo>
                      <a:pt x="94" y="494"/>
                    </a:lnTo>
                    <a:lnTo>
                      <a:pt x="94" y="656"/>
                    </a:lnTo>
                    <a:lnTo>
                      <a:pt x="420" y="656"/>
                    </a:lnTo>
                    <a:lnTo>
                      <a:pt x="420" y="1472"/>
                    </a:lnTo>
                    <a:lnTo>
                      <a:pt x="0" y="1472"/>
                    </a:lnTo>
                    <a:lnTo>
                      <a:pt x="0" y="1632"/>
                    </a:lnTo>
                    <a:lnTo>
                      <a:pt x="420" y="1632"/>
                    </a:lnTo>
                    <a:lnTo>
                      <a:pt x="420" y="1634"/>
                    </a:lnTo>
                    <a:lnTo>
                      <a:pt x="594" y="1634"/>
                    </a:lnTo>
                    <a:lnTo>
                      <a:pt x="594" y="1632"/>
                    </a:lnTo>
                    <a:lnTo>
                      <a:pt x="1012" y="1632"/>
                    </a:lnTo>
                    <a:lnTo>
                      <a:pt x="1012" y="147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1" name="Freeform 68">
                <a:extLst>
                  <a:ext uri="{FF2B5EF4-FFF2-40B4-BE49-F238E27FC236}">
                    <a16:creationId xmlns:a16="http://schemas.microsoft.com/office/drawing/2014/main" id="{BF3BAF4A-FA91-B8DB-DA0C-5CACD9710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90875" y="3594100"/>
                <a:ext cx="1654175" cy="1466850"/>
              </a:xfrm>
              <a:custGeom>
                <a:avLst/>
                <a:gdLst>
                  <a:gd name="T0" fmla="*/ 528 w 1042"/>
                  <a:gd name="T1" fmla="*/ 164 h 924"/>
                  <a:gd name="T2" fmla="*/ 882 w 1042"/>
                  <a:gd name="T3" fmla="*/ 162 h 924"/>
                  <a:gd name="T4" fmla="*/ 882 w 1042"/>
                  <a:gd name="T5" fmla="*/ 0 h 924"/>
                  <a:gd name="T6" fmla="*/ 40 w 1042"/>
                  <a:gd name="T7" fmla="*/ 4 h 924"/>
                  <a:gd name="T8" fmla="*/ 40 w 1042"/>
                  <a:gd name="T9" fmla="*/ 166 h 924"/>
                  <a:gd name="T10" fmla="*/ 354 w 1042"/>
                  <a:gd name="T11" fmla="*/ 164 h 924"/>
                  <a:gd name="T12" fmla="*/ 354 w 1042"/>
                  <a:gd name="T13" fmla="*/ 750 h 924"/>
                  <a:gd name="T14" fmla="*/ 354 w 1042"/>
                  <a:gd name="T15" fmla="*/ 750 h 924"/>
                  <a:gd name="T16" fmla="*/ 274 w 1042"/>
                  <a:gd name="T17" fmla="*/ 754 h 924"/>
                  <a:gd name="T18" fmla="*/ 188 w 1042"/>
                  <a:gd name="T19" fmla="*/ 756 h 924"/>
                  <a:gd name="T20" fmla="*/ 96 w 1042"/>
                  <a:gd name="T21" fmla="*/ 758 h 924"/>
                  <a:gd name="T22" fmla="*/ 0 w 1042"/>
                  <a:gd name="T23" fmla="*/ 760 h 924"/>
                  <a:gd name="T24" fmla="*/ 0 w 1042"/>
                  <a:gd name="T25" fmla="*/ 924 h 924"/>
                  <a:gd name="T26" fmla="*/ 0 w 1042"/>
                  <a:gd name="T27" fmla="*/ 924 h 924"/>
                  <a:gd name="T28" fmla="*/ 138 w 1042"/>
                  <a:gd name="T29" fmla="*/ 922 h 924"/>
                  <a:gd name="T30" fmla="*/ 264 w 1042"/>
                  <a:gd name="T31" fmla="*/ 918 h 924"/>
                  <a:gd name="T32" fmla="*/ 380 w 1042"/>
                  <a:gd name="T33" fmla="*/ 912 h 924"/>
                  <a:gd name="T34" fmla="*/ 486 w 1042"/>
                  <a:gd name="T35" fmla="*/ 904 h 924"/>
                  <a:gd name="T36" fmla="*/ 580 w 1042"/>
                  <a:gd name="T37" fmla="*/ 894 h 924"/>
                  <a:gd name="T38" fmla="*/ 666 w 1042"/>
                  <a:gd name="T39" fmla="*/ 884 h 924"/>
                  <a:gd name="T40" fmla="*/ 742 w 1042"/>
                  <a:gd name="T41" fmla="*/ 872 h 924"/>
                  <a:gd name="T42" fmla="*/ 808 w 1042"/>
                  <a:gd name="T43" fmla="*/ 860 h 924"/>
                  <a:gd name="T44" fmla="*/ 866 w 1042"/>
                  <a:gd name="T45" fmla="*/ 848 h 924"/>
                  <a:gd name="T46" fmla="*/ 914 w 1042"/>
                  <a:gd name="T47" fmla="*/ 838 h 924"/>
                  <a:gd name="T48" fmla="*/ 954 w 1042"/>
                  <a:gd name="T49" fmla="*/ 826 h 924"/>
                  <a:gd name="T50" fmla="*/ 986 w 1042"/>
                  <a:gd name="T51" fmla="*/ 818 h 924"/>
                  <a:gd name="T52" fmla="*/ 1028 w 1042"/>
                  <a:gd name="T53" fmla="*/ 804 h 924"/>
                  <a:gd name="T54" fmla="*/ 1042 w 1042"/>
                  <a:gd name="T55" fmla="*/ 798 h 924"/>
                  <a:gd name="T56" fmla="*/ 1042 w 1042"/>
                  <a:gd name="T57" fmla="*/ 634 h 924"/>
                  <a:gd name="T58" fmla="*/ 1042 w 1042"/>
                  <a:gd name="T59" fmla="*/ 634 h 924"/>
                  <a:gd name="T60" fmla="*/ 1012 w 1042"/>
                  <a:gd name="T61" fmla="*/ 644 h 924"/>
                  <a:gd name="T62" fmla="*/ 976 w 1042"/>
                  <a:gd name="T63" fmla="*/ 656 h 924"/>
                  <a:gd name="T64" fmla="*/ 922 w 1042"/>
                  <a:gd name="T65" fmla="*/ 672 h 924"/>
                  <a:gd name="T66" fmla="*/ 852 w 1042"/>
                  <a:gd name="T67" fmla="*/ 688 h 924"/>
                  <a:gd name="T68" fmla="*/ 764 w 1042"/>
                  <a:gd name="T69" fmla="*/ 704 h 924"/>
                  <a:gd name="T70" fmla="*/ 656 w 1042"/>
                  <a:gd name="T71" fmla="*/ 720 h 924"/>
                  <a:gd name="T72" fmla="*/ 528 w 1042"/>
                  <a:gd name="T73" fmla="*/ 736 h 924"/>
                  <a:gd name="T74" fmla="*/ 528 w 1042"/>
                  <a:gd name="T75" fmla="*/ 164 h 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042" h="924">
                    <a:moveTo>
                      <a:pt x="528" y="164"/>
                    </a:moveTo>
                    <a:lnTo>
                      <a:pt x="882" y="162"/>
                    </a:lnTo>
                    <a:lnTo>
                      <a:pt x="882" y="0"/>
                    </a:lnTo>
                    <a:lnTo>
                      <a:pt x="40" y="4"/>
                    </a:lnTo>
                    <a:lnTo>
                      <a:pt x="40" y="166"/>
                    </a:lnTo>
                    <a:lnTo>
                      <a:pt x="354" y="164"/>
                    </a:lnTo>
                    <a:lnTo>
                      <a:pt x="354" y="750"/>
                    </a:lnTo>
                    <a:lnTo>
                      <a:pt x="354" y="750"/>
                    </a:lnTo>
                    <a:lnTo>
                      <a:pt x="274" y="754"/>
                    </a:lnTo>
                    <a:lnTo>
                      <a:pt x="188" y="756"/>
                    </a:lnTo>
                    <a:lnTo>
                      <a:pt x="96" y="758"/>
                    </a:lnTo>
                    <a:lnTo>
                      <a:pt x="0" y="760"/>
                    </a:lnTo>
                    <a:lnTo>
                      <a:pt x="0" y="924"/>
                    </a:lnTo>
                    <a:lnTo>
                      <a:pt x="0" y="924"/>
                    </a:lnTo>
                    <a:lnTo>
                      <a:pt x="138" y="922"/>
                    </a:lnTo>
                    <a:lnTo>
                      <a:pt x="264" y="918"/>
                    </a:lnTo>
                    <a:lnTo>
                      <a:pt x="380" y="912"/>
                    </a:lnTo>
                    <a:lnTo>
                      <a:pt x="486" y="904"/>
                    </a:lnTo>
                    <a:lnTo>
                      <a:pt x="580" y="894"/>
                    </a:lnTo>
                    <a:lnTo>
                      <a:pt x="666" y="884"/>
                    </a:lnTo>
                    <a:lnTo>
                      <a:pt x="742" y="872"/>
                    </a:lnTo>
                    <a:lnTo>
                      <a:pt x="808" y="860"/>
                    </a:lnTo>
                    <a:lnTo>
                      <a:pt x="866" y="848"/>
                    </a:lnTo>
                    <a:lnTo>
                      <a:pt x="914" y="838"/>
                    </a:lnTo>
                    <a:lnTo>
                      <a:pt x="954" y="826"/>
                    </a:lnTo>
                    <a:lnTo>
                      <a:pt x="986" y="818"/>
                    </a:lnTo>
                    <a:lnTo>
                      <a:pt x="1028" y="804"/>
                    </a:lnTo>
                    <a:lnTo>
                      <a:pt x="1042" y="798"/>
                    </a:lnTo>
                    <a:lnTo>
                      <a:pt x="1042" y="634"/>
                    </a:lnTo>
                    <a:lnTo>
                      <a:pt x="1042" y="634"/>
                    </a:lnTo>
                    <a:lnTo>
                      <a:pt x="1012" y="644"/>
                    </a:lnTo>
                    <a:lnTo>
                      <a:pt x="976" y="656"/>
                    </a:lnTo>
                    <a:lnTo>
                      <a:pt x="922" y="672"/>
                    </a:lnTo>
                    <a:lnTo>
                      <a:pt x="852" y="688"/>
                    </a:lnTo>
                    <a:lnTo>
                      <a:pt x="764" y="704"/>
                    </a:lnTo>
                    <a:lnTo>
                      <a:pt x="656" y="720"/>
                    </a:lnTo>
                    <a:lnTo>
                      <a:pt x="528" y="736"/>
                    </a:lnTo>
                    <a:lnTo>
                      <a:pt x="528" y="1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2" name="Freeform 69">
                <a:extLst>
                  <a:ext uri="{FF2B5EF4-FFF2-40B4-BE49-F238E27FC236}">
                    <a16:creationId xmlns:a16="http://schemas.microsoft.com/office/drawing/2014/main" id="{B6B9111B-5D9D-B45C-7D8D-C2F10ADEB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7700" y="2511425"/>
                <a:ext cx="2622550" cy="2552700"/>
              </a:xfrm>
              <a:custGeom>
                <a:avLst/>
                <a:gdLst>
                  <a:gd name="T0" fmla="*/ 1622 w 1652"/>
                  <a:gd name="T1" fmla="*/ 410 h 1608"/>
                  <a:gd name="T2" fmla="*/ 1212 w 1652"/>
                  <a:gd name="T3" fmla="*/ 250 h 1608"/>
                  <a:gd name="T4" fmla="*/ 1038 w 1652"/>
                  <a:gd name="T5" fmla="*/ 0 h 1608"/>
                  <a:gd name="T6" fmla="*/ 0 w 1652"/>
                  <a:gd name="T7" fmla="*/ 250 h 1608"/>
                  <a:gd name="T8" fmla="*/ 1040 w 1652"/>
                  <a:gd name="T9" fmla="*/ 410 h 1608"/>
                  <a:gd name="T10" fmla="*/ 1046 w 1652"/>
                  <a:gd name="T11" fmla="*/ 508 h 1608"/>
                  <a:gd name="T12" fmla="*/ 1064 w 1652"/>
                  <a:gd name="T13" fmla="*/ 684 h 1608"/>
                  <a:gd name="T14" fmla="*/ 1092 w 1652"/>
                  <a:gd name="T15" fmla="*/ 842 h 1608"/>
                  <a:gd name="T16" fmla="*/ 1130 w 1652"/>
                  <a:gd name="T17" fmla="*/ 982 h 1608"/>
                  <a:gd name="T18" fmla="*/ 1174 w 1652"/>
                  <a:gd name="T19" fmla="*/ 1104 h 1608"/>
                  <a:gd name="T20" fmla="*/ 1224 w 1652"/>
                  <a:gd name="T21" fmla="*/ 1208 h 1608"/>
                  <a:gd name="T22" fmla="*/ 1276 w 1652"/>
                  <a:gd name="T23" fmla="*/ 1298 h 1608"/>
                  <a:gd name="T24" fmla="*/ 1332 w 1652"/>
                  <a:gd name="T25" fmla="*/ 1374 h 1608"/>
                  <a:gd name="T26" fmla="*/ 1388 w 1652"/>
                  <a:gd name="T27" fmla="*/ 1436 h 1608"/>
                  <a:gd name="T28" fmla="*/ 1442 w 1652"/>
                  <a:gd name="T29" fmla="*/ 1486 h 1608"/>
                  <a:gd name="T30" fmla="*/ 1494 w 1652"/>
                  <a:gd name="T31" fmla="*/ 1526 h 1608"/>
                  <a:gd name="T32" fmla="*/ 1562 w 1652"/>
                  <a:gd name="T33" fmla="*/ 1570 h 1608"/>
                  <a:gd name="T34" fmla="*/ 1628 w 1652"/>
                  <a:gd name="T35" fmla="*/ 1600 h 1608"/>
                  <a:gd name="T36" fmla="*/ 1652 w 1652"/>
                  <a:gd name="T37" fmla="*/ 1434 h 1608"/>
                  <a:gd name="T38" fmla="*/ 1634 w 1652"/>
                  <a:gd name="T39" fmla="*/ 1422 h 1608"/>
                  <a:gd name="T40" fmla="*/ 1584 w 1652"/>
                  <a:gd name="T41" fmla="*/ 1384 h 1608"/>
                  <a:gd name="T42" fmla="*/ 1514 w 1652"/>
                  <a:gd name="T43" fmla="*/ 1316 h 1608"/>
                  <a:gd name="T44" fmla="*/ 1454 w 1652"/>
                  <a:gd name="T45" fmla="*/ 1244 h 1608"/>
                  <a:gd name="T46" fmla="*/ 1412 w 1652"/>
                  <a:gd name="T47" fmla="*/ 1184 h 1608"/>
                  <a:gd name="T48" fmla="*/ 1372 w 1652"/>
                  <a:gd name="T49" fmla="*/ 1114 h 1608"/>
                  <a:gd name="T50" fmla="*/ 1334 w 1652"/>
                  <a:gd name="T51" fmla="*/ 1036 h 1608"/>
                  <a:gd name="T52" fmla="*/ 1298 w 1652"/>
                  <a:gd name="T53" fmla="*/ 948 h 1608"/>
                  <a:gd name="T54" fmla="*/ 1268 w 1652"/>
                  <a:gd name="T55" fmla="*/ 848 h 1608"/>
                  <a:gd name="T56" fmla="*/ 1242 w 1652"/>
                  <a:gd name="T57" fmla="*/ 738 h 1608"/>
                  <a:gd name="T58" fmla="*/ 1224 w 1652"/>
                  <a:gd name="T59" fmla="*/ 616 h 1608"/>
                  <a:gd name="T60" fmla="*/ 1214 w 1652"/>
                  <a:gd name="T61" fmla="*/ 482 h 1608"/>
                  <a:gd name="T62" fmla="*/ 1212 w 1652"/>
                  <a:gd name="T63" fmla="*/ 410 h 16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1652" h="1608">
                    <a:moveTo>
                      <a:pt x="1212" y="410"/>
                    </a:moveTo>
                    <a:lnTo>
                      <a:pt x="1622" y="410"/>
                    </a:lnTo>
                    <a:lnTo>
                      <a:pt x="1622" y="250"/>
                    </a:lnTo>
                    <a:lnTo>
                      <a:pt x="1212" y="250"/>
                    </a:lnTo>
                    <a:lnTo>
                      <a:pt x="1212" y="0"/>
                    </a:lnTo>
                    <a:lnTo>
                      <a:pt x="1038" y="0"/>
                    </a:lnTo>
                    <a:lnTo>
                      <a:pt x="1038" y="250"/>
                    </a:lnTo>
                    <a:lnTo>
                      <a:pt x="0" y="250"/>
                    </a:lnTo>
                    <a:lnTo>
                      <a:pt x="0" y="410"/>
                    </a:lnTo>
                    <a:lnTo>
                      <a:pt x="1040" y="410"/>
                    </a:lnTo>
                    <a:lnTo>
                      <a:pt x="1040" y="410"/>
                    </a:lnTo>
                    <a:lnTo>
                      <a:pt x="1046" y="508"/>
                    </a:lnTo>
                    <a:lnTo>
                      <a:pt x="1052" y="598"/>
                    </a:lnTo>
                    <a:lnTo>
                      <a:pt x="1064" y="684"/>
                    </a:lnTo>
                    <a:lnTo>
                      <a:pt x="1076" y="766"/>
                    </a:lnTo>
                    <a:lnTo>
                      <a:pt x="1092" y="842"/>
                    </a:lnTo>
                    <a:lnTo>
                      <a:pt x="1110" y="914"/>
                    </a:lnTo>
                    <a:lnTo>
                      <a:pt x="1130" y="982"/>
                    </a:lnTo>
                    <a:lnTo>
                      <a:pt x="1152" y="1044"/>
                    </a:lnTo>
                    <a:lnTo>
                      <a:pt x="1174" y="1104"/>
                    </a:lnTo>
                    <a:lnTo>
                      <a:pt x="1198" y="1158"/>
                    </a:lnTo>
                    <a:lnTo>
                      <a:pt x="1224" y="1208"/>
                    </a:lnTo>
                    <a:lnTo>
                      <a:pt x="1250" y="1254"/>
                    </a:lnTo>
                    <a:lnTo>
                      <a:pt x="1276" y="1298"/>
                    </a:lnTo>
                    <a:lnTo>
                      <a:pt x="1304" y="1338"/>
                    </a:lnTo>
                    <a:lnTo>
                      <a:pt x="1332" y="1374"/>
                    </a:lnTo>
                    <a:lnTo>
                      <a:pt x="1360" y="1406"/>
                    </a:lnTo>
                    <a:lnTo>
                      <a:pt x="1388" y="1436"/>
                    </a:lnTo>
                    <a:lnTo>
                      <a:pt x="1416" y="1462"/>
                    </a:lnTo>
                    <a:lnTo>
                      <a:pt x="1442" y="1486"/>
                    </a:lnTo>
                    <a:lnTo>
                      <a:pt x="1468" y="1508"/>
                    </a:lnTo>
                    <a:lnTo>
                      <a:pt x="1494" y="1526"/>
                    </a:lnTo>
                    <a:lnTo>
                      <a:pt x="1518" y="1544"/>
                    </a:lnTo>
                    <a:lnTo>
                      <a:pt x="1562" y="1570"/>
                    </a:lnTo>
                    <a:lnTo>
                      <a:pt x="1598" y="1588"/>
                    </a:lnTo>
                    <a:lnTo>
                      <a:pt x="1628" y="1600"/>
                    </a:lnTo>
                    <a:lnTo>
                      <a:pt x="1652" y="1608"/>
                    </a:lnTo>
                    <a:lnTo>
                      <a:pt x="1652" y="1434"/>
                    </a:lnTo>
                    <a:lnTo>
                      <a:pt x="1652" y="1434"/>
                    </a:lnTo>
                    <a:lnTo>
                      <a:pt x="1634" y="1422"/>
                    </a:lnTo>
                    <a:lnTo>
                      <a:pt x="1612" y="1406"/>
                    </a:lnTo>
                    <a:lnTo>
                      <a:pt x="1584" y="1384"/>
                    </a:lnTo>
                    <a:lnTo>
                      <a:pt x="1550" y="1354"/>
                    </a:lnTo>
                    <a:lnTo>
                      <a:pt x="1514" y="1316"/>
                    </a:lnTo>
                    <a:lnTo>
                      <a:pt x="1474" y="1270"/>
                    </a:lnTo>
                    <a:lnTo>
                      <a:pt x="1454" y="1244"/>
                    </a:lnTo>
                    <a:lnTo>
                      <a:pt x="1434" y="1214"/>
                    </a:lnTo>
                    <a:lnTo>
                      <a:pt x="1412" y="1184"/>
                    </a:lnTo>
                    <a:lnTo>
                      <a:pt x="1392" y="1150"/>
                    </a:lnTo>
                    <a:lnTo>
                      <a:pt x="1372" y="1114"/>
                    </a:lnTo>
                    <a:lnTo>
                      <a:pt x="1352" y="1076"/>
                    </a:lnTo>
                    <a:lnTo>
                      <a:pt x="1334" y="1036"/>
                    </a:lnTo>
                    <a:lnTo>
                      <a:pt x="1316" y="994"/>
                    </a:lnTo>
                    <a:lnTo>
                      <a:pt x="1298" y="948"/>
                    </a:lnTo>
                    <a:lnTo>
                      <a:pt x="1282" y="900"/>
                    </a:lnTo>
                    <a:lnTo>
                      <a:pt x="1268" y="848"/>
                    </a:lnTo>
                    <a:lnTo>
                      <a:pt x="1254" y="794"/>
                    </a:lnTo>
                    <a:lnTo>
                      <a:pt x="1242" y="738"/>
                    </a:lnTo>
                    <a:lnTo>
                      <a:pt x="1232" y="678"/>
                    </a:lnTo>
                    <a:lnTo>
                      <a:pt x="1224" y="616"/>
                    </a:lnTo>
                    <a:lnTo>
                      <a:pt x="1218" y="550"/>
                    </a:lnTo>
                    <a:lnTo>
                      <a:pt x="1214" y="482"/>
                    </a:lnTo>
                    <a:lnTo>
                      <a:pt x="1212" y="410"/>
                    </a:lnTo>
                    <a:lnTo>
                      <a:pt x="1212" y="4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3" name="Rectangle 70">
                <a:extLst>
                  <a:ext uri="{FF2B5EF4-FFF2-40B4-BE49-F238E27FC236}">
                    <a16:creationId xmlns:a16="http://schemas.microsoft.com/office/drawing/2014/main" id="{09E44059-DFC0-CF6D-E90C-4F330EE52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41925" y="2511425"/>
                <a:ext cx="520700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4" name="Freeform 71">
                <a:extLst>
                  <a:ext uri="{FF2B5EF4-FFF2-40B4-BE49-F238E27FC236}">
                    <a16:creationId xmlns:a16="http://schemas.microsoft.com/office/drawing/2014/main" id="{412E340C-DD1B-5CA7-C9D3-9FC9E70BF43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785475" y="2508250"/>
                <a:ext cx="1901825" cy="2124075"/>
              </a:xfrm>
              <a:custGeom>
                <a:avLst/>
                <a:gdLst>
                  <a:gd name="T0" fmla="*/ 958 w 1198"/>
                  <a:gd name="T1" fmla="*/ 158 h 1338"/>
                  <a:gd name="T2" fmla="*/ 1090 w 1198"/>
                  <a:gd name="T3" fmla="*/ 0 h 1338"/>
                  <a:gd name="T4" fmla="*/ 876 w 1198"/>
                  <a:gd name="T5" fmla="*/ 0 h 1338"/>
                  <a:gd name="T6" fmla="*/ 744 w 1198"/>
                  <a:gd name="T7" fmla="*/ 158 h 1338"/>
                  <a:gd name="T8" fmla="*/ 528 w 1198"/>
                  <a:gd name="T9" fmla="*/ 158 h 1338"/>
                  <a:gd name="T10" fmla="*/ 334 w 1198"/>
                  <a:gd name="T11" fmla="*/ 0 h 1338"/>
                  <a:gd name="T12" fmla="*/ 120 w 1198"/>
                  <a:gd name="T13" fmla="*/ 0 h 1338"/>
                  <a:gd name="T14" fmla="*/ 278 w 1198"/>
                  <a:gd name="T15" fmla="*/ 158 h 1338"/>
                  <a:gd name="T16" fmla="*/ 0 w 1198"/>
                  <a:gd name="T17" fmla="*/ 158 h 1338"/>
                  <a:gd name="T18" fmla="*/ 0 w 1198"/>
                  <a:gd name="T19" fmla="*/ 320 h 1338"/>
                  <a:gd name="T20" fmla="*/ 392 w 1198"/>
                  <a:gd name="T21" fmla="*/ 320 h 1338"/>
                  <a:gd name="T22" fmla="*/ 304 w 1198"/>
                  <a:gd name="T23" fmla="*/ 410 h 1338"/>
                  <a:gd name="T24" fmla="*/ 46 w 1198"/>
                  <a:gd name="T25" fmla="*/ 410 h 1338"/>
                  <a:gd name="T26" fmla="*/ 46 w 1198"/>
                  <a:gd name="T27" fmla="*/ 1338 h 1338"/>
                  <a:gd name="T28" fmla="*/ 1152 w 1198"/>
                  <a:gd name="T29" fmla="*/ 1338 h 1338"/>
                  <a:gd name="T30" fmla="*/ 1152 w 1198"/>
                  <a:gd name="T31" fmla="*/ 410 h 1338"/>
                  <a:gd name="T32" fmla="*/ 542 w 1198"/>
                  <a:gd name="T33" fmla="*/ 410 h 1338"/>
                  <a:gd name="T34" fmla="*/ 632 w 1198"/>
                  <a:gd name="T35" fmla="*/ 320 h 1338"/>
                  <a:gd name="T36" fmla="*/ 1198 w 1198"/>
                  <a:gd name="T37" fmla="*/ 320 h 1338"/>
                  <a:gd name="T38" fmla="*/ 1198 w 1198"/>
                  <a:gd name="T39" fmla="*/ 158 h 1338"/>
                  <a:gd name="T40" fmla="*/ 958 w 1198"/>
                  <a:gd name="T41" fmla="*/ 158 h 1338"/>
                  <a:gd name="T42" fmla="*/ 968 w 1198"/>
                  <a:gd name="T43" fmla="*/ 920 h 1338"/>
                  <a:gd name="T44" fmla="*/ 230 w 1198"/>
                  <a:gd name="T45" fmla="*/ 920 h 1338"/>
                  <a:gd name="T46" fmla="*/ 230 w 1198"/>
                  <a:gd name="T47" fmla="*/ 826 h 1338"/>
                  <a:gd name="T48" fmla="*/ 968 w 1198"/>
                  <a:gd name="T49" fmla="*/ 826 h 1338"/>
                  <a:gd name="T50" fmla="*/ 968 w 1198"/>
                  <a:gd name="T51" fmla="*/ 920 h 1338"/>
                  <a:gd name="T52" fmla="*/ 230 w 1198"/>
                  <a:gd name="T53" fmla="*/ 1176 h 1338"/>
                  <a:gd name="T54" fmla="*/ 230 w 1198"/>
                  <a:gd name="T55" fmla="*/ 1082 h 1338"/>
                  <a:gd name="T56" fmla="*/ 968 w 1198"/>
                  <a:gd name="T57" fmla="*/ 1082 h 1338"/>
                  <a:gd name="T58" fmla="*/ 968 w 1198"/>
                  <a:gd name="T59" fmla="*/ 1176 h 1338"/>
                  <a:gd name="T60" fmla="*/ 230 w 1198"/>
                  <a:gd name="T61" fmla="*/ 1176 h 1338"/>
                  <a:gd name="T62" fmla="*/ 968 w 1198"/>
                  <a:gd name="T63" fmla="*/ 664 h 1338"/>
                  <a:gd name="T64" fmla="*/ 230 w 1198"/>
                  <a:gd name="T65" fmla="*/ 664 h 1338"/>
                  <a:gd name="T66" fmla="*/ 230 w 1198"/>
                  <a:gd name="T67" fmla="*/ 570 h 1338"/>
                  <a:gd name="T68" fmla="*/ 968 w 1198"/>
                  <a:gd name="T69" fmla="*/ 570 h 1338"/>
                  <a:gd name="T70" fmla="*/ 968 w 1198"/>
                  <a:gd name="T71" fmla="*/ 664 h 1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98" h="1338">
                    <a:moveTo>
                      <a:pt x="958" y="158"/>
                    </a:moveTo>
                    <a:lnTo>
                      <a:pt x="1090" y="0"/>
                    </a:lnTo>
                    <a:lnTo>
                      <a:pt x="876" y="0"/>
                    </a:lnTo>
                    <a:lnTo>
                      <a:pt x="744" y="158"/>
                    </a:lnTo>
                    <a:lnTo>
                      <a:pt x="528" y="158"/>
                    </a:lnTo>
                    <a:lnTo>
                      <a:pt x="334" y="0"/>
                    </a:lnTo>
                    <a:lnTo>
                      <a:pt x="120" y="0"/>
                    </a:lnTo>
                    <a:lnTo>
                      <a:pt x="278" y="158"/>
                    </a:lnTo>
                    <a:lnTo>
                      <a:pt x="0" y="158"/>
                    </a:lnTo>
                    <a:lnTo>
                      <a:pt x="0" y="320"/>
                    </a:lnTo>
                    <a:lnTo>
                      <a:pt x="392" y="320"/>
                    </a:lnTo>
                    <a:lnTo>
                      <a:pt x="304" y="410"/>
                    </a:lnTo>
                    <a:lnTo>
                      <a:pt x="46" y="410"/>
                    </a:lnTo>
                    <a:lnTo>
                      <a:pt x="46" y="1338"/>
                    </a:lnTo>
                    <a:lnTo>
                      <a:pt x="1152" y="1338"/>
                    </a:lnTo>
                    <a:lnTo>
                      <a:pt x="1152" y="410"/>
                    </a:lnTo>
                    <a:lnTo>
                      <a:pt x="542" y="410"/>
                    </a:lnTo>
                    <a:lnTo>
                      <a:pt x="632" y="320"/>
                    </a:lnTo>
                    <a:lnTo>
                      <a:pt x="1198" y="320"/>
                    </a:lnTo>
                    <a:lnTo>
                      <a:pt x="1198" y="158"/>
                    </a:lnTo>
                    <a:lnTo>
                      <a:pt x="958" y="158"/>
                    </a:lnTo>
                    <a:close/>
                    <a:moveTo>
                      <a:pt x="968" y="920"/>
                    </a:moveTo>
                    <a:lnTo>
                      <a:pt x="230" y="920"/>
                    </a:lnTo>
                    <a:lnTo>
                      <a:pt x="230" y="826"/>
                    </a:lnTo>
                    <a:lnTo>
                      <a:pt x="968" y="826"/>
                    </a:lnTo>
                    <a:lnTo>
                      <a:pt x="968" y="920"/>
                    </a:lnTo>
                    <a:close/>
                    <a:moveTo>
                      <a:pt x="230" y="1176"/>
                    </a:moveTo>
                    <a:lnTo>
                      <a:pt x="230" y="1082"/>
                    </a:lnTo>
                    <a:lnTo>
                      <a:pt x="968" y="1082"/>
                    </a:lnTo>
                    <a:lnTo>
                      <a:pt x="968" y="1176"/>
                    </a:lnTo>
                    <a:lnTo>
                      <a:pt x="230" y="1176"/>
                    </a:lnTo>
                    <a:close/>
                    <a:moveTo>
                      <a:pt x="968" y="664"/>
                    </a:moveTo>
                    <a:lnTo>
                      <a:pt x="230" y="664"/>
                    </a:lnTo>
                    <a:lnTo>
                      <a:pt x="230" y="570"/>
                    </a:lnTo>
                    <a:lnTo>
                      <a:pt x="968" y="570"/>
                    </a:lnTo>
                    <a:lnTo>
                      <a:pt x="968" y="6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5" name="Freeform 72">
                <a:extLst>
                  <a:ext uri="{FF2B5EF4-FFF2-40B4-BE49-F238E27FC236}">
                    <a16:creationId xmlns:a16="http://schemas.microsoft.com/office/drawing/2014/main" id="{980131C8-2CA4-FB22-D613-2B6E24DB8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3349625"/>
                <a:ext cx="2663825" cy="1749425"/>
              </a:xfrm>
              <a:custGeom>
                <a:avLst/>
                <a:gdLst>
                  <a:gd name="T0" fmla="*/ 422 w 1678"/>
                  <a:gd name="T1" fmla="*/ 784 h 1102"/>
                  <a:gd name="T2" fmla="*/ 422 w 1678"/>
                  <a:gd name="T3" fmla="*/ 0 h 1102"/>
                  <a:gd name="T4" fmla="*/ 0 w 1678"/>
                  <a:gd name="T5" fmla="*/ 0 h 1102"/>
                  <a:gd name="T6" fmla="*/ 0 w 1678"/>
                  <a:gd name="T7" fmla="*/ 162 h 1102"/>
                  <a:gd name="T8" fmla="*/ 242 w 1678"/>
                  <a:gd name="T9" fmla="*/ 162 h 1102"/>
                  <a:gd name="T10" fmla="*/ 242 w 1678"/>
                  <a:gd name="T11" fmla="*/ 648 h 1102"/>
                  <a:gd name="T12" fmla="*/ 242 w 1678"/>
                  <a:gd name="T13" fmla="*/ 648 h 1102"/>
                  <a:gd name="T14" fmla="*/ 242 w 1678"/>
                  <a:gd name="T15" fmla="*/ 662 h 1102"/>
                  <a:gd name="T16" fmla="*/ 240 w 1678"/>
                  <a:gd name="T17" fmla="*/ 676 h 1102"/>
                  <a:gd name="T18" fmla="*/ 232 w 1678"/>
                  <a:gd name="T19" fmla="*/ 704 h 1102"/>
                  <a:gd name="T20" fmla="*/ 220 w 1678"/>
                  <a:gd name="T21" fmla="*/ 732 h 1102"/>
                  <a:gd name="T22" fmla="*/ 204 w 1678"/>
                  <a:gd name="T23" fmla="*/ 758 h 1102"/>
                  <a:gd name="T24" fmla="*/ 186 w 1678"/>
                  <a:gd name="T25" fmla="*/ 784 h 1102"/>
                  <a:gd name="T26" fmla="*/ 166 w 1678"/>
                  <a:gd name="T27" fmla="*/ 808 h 1102"/>
                  <a:gd name="T28" fmla="*/ 144 w 1678"/>
                  <a:gd name="T29" fmla="*/ 830 h 1102"/>
                  <a:gd name="T30" fmla="*/ 120 w 1678"/>
                  <a:gd name="T31" fmla="*/ 852 h 1102"/>
                  <a:gd name="T32" fmla="*/ 76 w 1678"/>
                  <a:gd name="T33" fmla="*/ 888 h 1102"/>
                  <a:gd name="T34" fmla="*/ 38 w 1678"/>
                  <a:gd name="T35" fmla="*/ 916 h 1102"/>
                  <a:gd name="T36" fmla="*/ 0 w 1678"/>
                  <a:gd name="T37" fmla="*/ 942 h 1102"/>
                  <a:gd name="T38" fmla="*/ 0 w 1678"/>
                  <a:gd name="T39" fmla="*/ 1102 h 1102"/>
                  <a:gd name="T40" fmla="*/ 0 w 1678"/>
                  <a:gd name="T41" fmla="*/ 1102 h 1102"/>
                  <a:gd name="T42" fmla="*/ 6 w 1678"/>
                  <a:gd name="T43" fmla="*/ 1102 h 1102"/>
                  <a:gd name="T44" fmla="*/ 28 w 1678"/>
                  <a:gd name="T45" fmla="*/ 1098 h 1102"/>
                  <a:gd name="T46" fmla="*/ 58 w 1678"/>
                  <a:gd name="T47" fmla="*/ 1090 h 1102"/>
                  <a:gd name="T48" fmla="*/ 98 w 1678"/>
                  <a:gd name="T49" fmla="*/ 1074 h 1102"/>
                  <a:gd name="T50" fmla="*/ 118 w 1678"/>
                  <a:gd name="T51" fmla="*/ 1064 h 1102"/>
                  <a:gd name="T52" fmla="*/ 142 w 1678"/>
                  <a:gd name="T53" fmla="*/ 1050 h 1102"/>
                  <a:gd name="T54" fmla="*/ 166 w 1678"/>
                  <a:gd name="T55" fmla="*/ 1036 h 1102"/>
                  <a:gd name="T56" fmla="*/ 190 w 1678"/>
                  <a:gd name="T57" fmla="*/ 1018 h 1102"/>
                  <a:gd name="T58" fmla="*/ 214 w 1678"/>
                  <a:gd name="T59" fmla="*/ 998 h 1102"/>
                  <a:gd name="T60" fmla="*/ 238 w 1678"/>
                  <a:gd name="T61" fmla="*/ 974 h 1102"/>
                  <a:gd name="T62" fmla="*/ 262 w 1678"/>
                  <a:gd name="T63" fmla="*/ 946 h 1102"/>
                  <a:gd name="T64" fmla="*/ 286 w 1678"/>
                  <a:gd name="T65" fmla="*/ 916 h 1102"/>
                  <a:gd name="T66" fmla="*/ 286 w 1678"/>
                  <a:gd name="T67" fmla="*/ 916 h 1102"/>
                  <a:gd name="T68" fmla="*/ 298 w 1678"/>
                  <a:gd name="T69" fmla="*/ 940 h 1102"/>
                  <a:gd name="T70" fmla="*/ 314 w 1678"/>
                  <a:gd name="T71" fmla="*/ 966 h 1102"/>
                  <a:gd name="T72" fmla="*/ 334 w 1678"/>
                  <a:gd name="T73" fmla="*/ 996 h 1102"/>
                  <a:gd name="T74" fmla="*/ 348 w 1678"/>
                  <a:gd name="T75" fmla="*/ 1012 h 1102"/>
                  <a:gd name="T76" fmla="*/ 362 w 1678"/>
                  <a:gd name="T77" fmla="*/ 1026 h 1102"/>
                  <a:gd name="T78" fmla="*/ 380 w 1678"/>
                  <a:gd name="T79" fmla="*/ 1040 h 1102"/>
                  <a:gd name="T80" fmla="*/ 398 w 1678"/>
                  <a:gd name="T81" fmla="*/ 1052 h 1102"/>
                  <a:gd name="T82" fmla="*/ 416 w 1678"/>
                  <a:gd name="T83" fmla="*/ 1062 h 1102"/>
                  <a:gd name="T84" fmla="*/ 438 w 1678"/>
                  <a:gd name="T85" fmla="*/ 1070 h 1102"/>
                  <a:gd name="T86" fmla="*/ 462 w 1678"/>
                  <a:gd name="T87" fmla="*/ 1076 h 1102"/>
                  <a:gd name="T88" fmla="*/ 486 w 1678"/>
                  <a:gd name="T89" fmla="*/ 1078 h 1102"/>
                  <a:gd name="T90" fmla="*/ 1678 w 1678"/>
                  <a:gd name="T91" fmla="*/ 1078 h 1102"/>
                  <a:gd name="T92" fmla="*/ 1678 w 1678"/>
                  <a:gd name="T93" fmla="*/ 916 h 1102"/>
                  <a:gd name="T94" fmla="*/ 546 w 1678"/>
                  <a:gd name="T95" fmla="*/ 916 h 1102"/>
                  <a:gd name="T96" fmla="*/ 546 w 1678"/>
                  <a:gd name="T97" fmla="*/ 916 h 1102"/>
                  <a:gd name="T98" fmla="*/ 524 w 1678"/>
                  <a:gd name="T99" fmla="*/ 914 h 1102"/>
                  <a:gd name="T100" fmla="*/ 506 w 1678"/>
                  <a:gd name="T101" fmla="*/ 910 h 1102"/>
                  <a:gd name="T102" fmla="*/ 488 w 1678"/>
                  <a:gd name="T103" fmla="*/ 904 h 1102"/>
                  <a:gd name="T104" fmla="*/ 474 w 1678"/>
                  <a:gd name="T105" fmla="*/ 896 h 1102"/>
                  <a:gd name="T106" fmla="*/ 462 w 1678"/>
                  <a:gd name="T107" fmla="*/ 886 h 1102"/>
                  <a:gd name="T108" fmla="*/ 452 w 1678"/>
                  <a:gd name="T109" fmla="*/ 874 h 1102"/>
                  <a:gd name="T110" fmla="*/ 444 w 1678"/>
                  <a:gd name="T111" fmla="*/ 862 h 1102"/>
                  <a:gd name="T112" fmla="*/ 438 w 1678"/>
                  <a:gd name="T113" fmla="*/ 850 h 1102"/>
                  <a:gd name="T114" fmla="*/ 428 w 1678"/>
                  <a:gd name="T115" fmla="*/ 826 h 1102"/>
                  <a:gd name="T116" fmla="*/ 424 w 1678"/>
                  <a:gd name="T117" fmla="*/ 806 h 1102"/>
                  <a:gd name="T118" fmla="*/ 422 w 1678"/>
                  <a:gd name="T119" fmla="*/ 784 h 1102"/>
                  <a:gd name="T120" fmla="*/ 422 w 1678"/>
                  <a:gd name="T121" fmla="*/ 784 h 1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678" h="1102">
                    <a:moveTo>
                      <a:pt x="422" y="784"/>
                    </a:moveTo>
                    <a:lnTo>
                      <a:pt x="422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242" y="162"/>
                    </a:lnTo>
                    <a:lnTo>
                      <a:pt x="242" y="648"/>
                    </a:lnTo>
                    <a:lnTo>
                      <a:pt x="242" y="648"/>
                    </a:lnTo>
                    <a:lnTo>
                      <a:pt x="242" y="662"/>
                    </a:lnTo>
                    <a:lnTo>
                      <a:pt x="240" y="676"/>
                    </a:lnTo>
                    <a:lnTo>
                      <a:pt x="232" y="704"/>
                    </a:lnTo>
                    <a:lnTo>
                      <a:pt x="220" y="732"/>
                    </a:lnTo>
                    <a:lnTo>
                      <a:pt x="204" y="758"/>
                    </a:lnTo>
                    <a:lnTo>
                      <a:pt x="186" y="784"/>
                    </a:lnTo>
                    <a:lnTo>
                      <a:pt x="166" y="808"/>
                    </a:lnTo>
                    <a:lnTo>
                      <a:pt x="144" y="830"/>
                    </a:lnTo>
                    <a:lnTo>
                      <a:pt x="120" y="852"/>
                    </a:lnTo>
                    <a:lnTo>
                      <a:pt x="76" y="888"/>
                    </a:lnTo>
                    <a:lnTo>
                      <a:pt x="38" y="916"/>
                    </a:lnTo>
                    <a:lnTo>
                      <a:pt x="0" y="942"/>
                    </a:lnTo>
                    <a:lnTo>
                      <a:pt x="0" y="1102"/>
                    </a:lnTo>
                    <a:lnTo>
                      <a:pt x="0" y="1102"/>
                    </a:lnTo>
                    <a:lnTo>
                      <a:pt x="6" y="1102"/>
                    </a:lnTo>
                    <a:lnTo>
                      <a:pt x="28" y="1098"/>
                    </a:lnTo>
                    <a:lnTo>
                      <a:pt x="58" y="1090"/>
                    </a:lnTo>
                    <a:lnTo>
                      <a:pt x="98" y="1074"/>
                    </a:lnTo>
                    <a:lnTo>
                      <a:pt x="118" y="1064"/>
                    </a:lnTo>
                    <a:lnTo>
                      <a:pt x="142" y="1050"/>
                    </a:lnTo>
                    <a:lnTo>
                      <a:pt x="166" y="1036"/>
                    </a:lnTo>
                    <a:lnTo>
                      <a:pt x="190" y="1018"/>
                    </a:lnTo>
                    <a:lnTo>
                      <a:pt x="214" y="998"/>
                    </a:lnTo>
                    <a:lnTo>
                      <a:pt x="238" y="974"/>
                    </a:lnTo>
                    <a:lnTo>
                      <a:pt x="262" y="946"/>
                    </a:lnTo>
                    <a:lnTo>
                      <a:pt x="286" y="916"/>
                    </a:lnTo>
                    <a:lnTo>
                      <a:pt x="286" y="916"/>
                    </a:lnTo>
                    <a:lnTo>
                      <a:pt x="298" y="940"/>
                    </a:lnTo>
                    <a:lnTo>
                      <a:pt x="314" y="966"/>
                    </a:lnTo>
                    <a:lnTo>
                      <a:pt x="334" y="996"/>
                    </a:lnTo>
                    <a:lnTo>
                      <a:pt x="348" y="1012"/>
                    </a:lnTo>
                    <a:lnTo>
                      <a:pt x="362" y="1026"/>
                    </a:lnTo>
                    <a:lnTo>
                      <a:pt x="380" y="1040"/>
                    </a:lnTo>
                    <a:lnTo>
                      <a:pt x="398" y="1052"/>
                    </a:lnTo>
                    <a:lnTo>
                      <a:pt x="416" y="1062"/>
                    </a:lnTo>
                    <a:lnTo>
                      <a:pt x="438" y="1070"/>
                    </a:lnTo>
                    <a:lnTo>
                      <a:pt x="462" y="1076"/>
                    </a:lnTo>
                    <a:lnTo>
                      <a:pt x="486" y="1078"/>
                    </a:lnTo>
                    <a:lnTo>
                      <a:pt x="1678" y="1078"/>
                    </a:lnTo>
                    <a:lnTo>
                      <a:pt x="1678" y="916"/>
                    </a:lnTo>
                    <a:lnTo>
                      <a:pt x="546" y="916"/>
                    </a:lnTo>
                    <a:lnTo>
                      <a:pt x="546" y="916"/>
                    </a:lnTo>
                    <a:lnTo>
                      <a:pt x="524" y="914"/>
                    </a:lnTo>
                    <a:lnTo>
                      <a:pt x="506" y="910"/>
                    </a:lnTo>
                    <a:lnTo>
                      <a:pt x="488" y="904"/>
                    </a:lnTo>
                    <a:lnTo>
                      <a:pt x="474" y="896"/>
                    </a:lnTo>
                    <a:lnTo>
                      <a:pt x="462" y="886"/>
                    </a:lnTo>
                    <a:lnTo>
                      <a:pt x="452" y="874"/>
                    </a:lnTo>
                    <a:lnTo>
                      <a:pt x="444" y="862"/>
                    </a:lnTo>
                    <a:lnTo>
                      <a:pt x="438" y="850"/>
                    </a:lnTo>
                    <a:lnTo>
                      <a:pt x="428" y="826"/>
                    </a:lnTo>
                    <a:lnTo>
                      <a:pt x="424" y="806"/>
                    </a:lnTo>
                    <a:lnTo>
                      <a:pt x="422" y="784"/>
                    </a:lnTo>
                    <a:lnTo>
                      <a:pt x="422" y="78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6" name="Freeform 73">
                <a:extLst>
                  <a:ext uri="{FF2B5EF4-FFF2-40B4-BE49-F238E27FC236}">
                    <a16:creationId xmlns:a16="http://schemas.microsoft.com/office/drawing/2014/main" id="{9EFE7FE1-A9E4-6816-72FD-A60967D87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23475" y="2508250"/>
                <a:ext cx="669925" cy="558800"/>
              </a:xfrm>
              <a:custGeom>
                <a:avLst/>
                <a:gdLst>
                  <a:gd name="T0" fmla="*/ 422 w 422"/>
                  <a:gd name="T1" fmla="*/ 176 h 352"/>
                  <a:gd name="T2" fmla="*/ 0 w 422"/>
                  <a:gd name="T3" fmla="*/ 0 h 352"/>
                  <a:gd name="T4" fmla="*/ 0 w 422"/>
                  <a:gd name="T5" fmla="*/ 176 h 352"/>
                  <a:gd name="T6" fmla="*/ 422 w 422"/>
                  <a:gd name="T7" fmla="*/ 352 h 352"/>
                  <a:gd name="T8" fmla="*/ 422 w 422"/>
                  <a:gd name="T9" fmla="*/ 176 h 3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2" h="352">
                    <a:moveTo>
                      <a:pt x="422" y="176"/>
                    </a:moveTo>
                    <a:lnTo>
                      <a:pt x="0" y="0"/>
                    </a:lnTo>
                    <a:lnTo>
                      <a:pt x="0" y="176"/>
                    </a:lnTo>
                    <a:lnTo>
                      <a:pt x="422" y="352"/>
                    </a:lnTo>
                    <a:lnTo>
                      <a:pt x="422" y="1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7" name="Freeform 74">
                <a:extLst>
                  <a:ext uri="{FF2B5EF4-FFF2-40B4-BE49-F238E27FC236}">
                    <a16:creationId xmlns:a16="http://schemas.microsoft.com/office/drawing/2014/main" id="{1896C02E-D991-118E-9408-06CAA7F26E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054850" y="2419350"/>
                <a:ext cx="1266825" cy="2641600"/>
              </a:xfrm>
              <a:custGeom>
                <a:avLst/>
                <a:gdLst>
                  <a:gd name="T0" fmla="*/ 724 w 798"/>
                  <a:gd name="T1" fmla="*/ 700 h 1664"/>
                  <a:gd name="T2" fmla="*/ 724 w 798"/>
                  <a:gd name="T3" fmla="*/ 556 h 1664"/>
                  <a:gd name="T4" fmla="*/ 776 w 798"/>
                  <a:gd name="T5" fmla="*/ 578 h 1664"/>
                  <a:gd name="T6" fmla="*/ 794 w 798"/>
                  <a:gd name="T7" fmla="*/ 422 h 1664"/>
                  <a:gd name="T8" fmla="*/ 750 w 798"/>
                  <a:gd name="T9" fmla="*/ 380 h 1664"/>
                  <a:gd name="T10" fmla="*/ 672 w 798"/>
                  <a:gd name="T11" fmla="*/ 296 h 1664"/>
                  <a:gd name="T12" fmla="*/ 610 w 798"/>
                  <a:gd name="T13" fmla="*/ 220 h 1664"/>
                  <a:gd name="T14" fmla="*/ 564 w 798"/>
                  <a:gd name="T15" fmla="*/ 154 h 1664"/>
                  <a:gd name="T16" fmla="*/ 518 w 798"/>
                  <a:gd name="T17" fmla="*/ 72 h 1664"/>
                  <a:gd name="T18" fmla="*/ 492 w 798"/>
                  <a:gd name="T19" fmla="*/ 8 h 1664"/>
                  <a:gd name="T20" fmla="*/ 304 w 798"/>
                  <a:gd name="T21" fmla="*/ 0 h 1664"/>
                  <a:gd name="T22" fmla="*/ 302 w 798"/>
                  <a:gd name="T23" fmla="*/ 8 h 1664"/>
                  <a:gd name="T24" fmla="*/ 276 w 798"/>
                  <a:gd name="T25" fmla="*/ 72 h 1664"/>
                  <a:gd name="T26" fmla="*/ 230 w 798"/>
                  <a:gd name="T27" fmla="*/ 154 h 1664"/>
                  <a:gd name="T28" fmla="*/ 182 w 798"/>
                  <a:gd name="T29" fmla="*/ 220 h 1664"/>
                  <a:gd name="T30" fmla="*/ 122 w 798"/>
                  <a:gd name="T31" fmla="*/ 296 h 1664"/>
                  <a:gd name="T32" fmla="*/ 44 w 798"/>
                  <a:gd name="T33" fmla="*/ 380 h 1664"/>
                  <a:gd name="T34" fmla="*/ 0 w 798"/>
                  <a:gd name="T35" fmla="*/ 584 h 1664"/>
                  <a:gd name="T36" fmla="*/ 18 w 798"/>
                  <a:gd name="T37" fmla="*/ 578 h 1664"/>
                  <a:gd name="T38" fmla="*/ 74 w 798"/>
                  <a:gd name="T39" fmla="*/ 556 h 1664"/>
                  <a:gd name="T40" fmla="*/ 308 w 798"/>
                  <a:gd name="T41" fmla="*/ 700 h 1664"/>
                  <a:gd name="T42" fmla="*/ 0 w 798"/>
                  <a:gd name="T43" fmla="*/ 870 h 1664"/>
                  <a:gd name="T44" fmla="*/ 308 w 798"/>
                  <a:gd name="T45" fmla="*/ 1032 h 1664"/>
                  <a:gd name="T46" fmla="*/ 2 w 798"/>
                  <a:gd name="T47" fmla="*/ 1502 h 1664"/>
                  <a:gd name="T48" fmla="*/ 794 w 798"/>
                  <a:gd name="T49" fmla="*/ 1664 h 1664"/>
                  <a:gd name="T50" fmla="*/ 488 w 798"/>
                  <a:gd name="T51" fmla="*/ 1502 h 1664"/>
                  <a:gd name="T52" fmla="*/ 798 w 798"/>
                  <a:gd name="T53" fmla="*/ 1032 h 1664"/>
                  <a:gd name="T54" fmla="*/ 488 w 798"/>
                  <a:gd name="T55" fmla="*/ 870 h 1664"/>
                  <a:gd name="T56" fmla="*/ 396 w 798"/>
                  <a:gd name="T57" fmla="*/ 212 h 1664"/>
                  <a:gd name="T58" fmla="*/ 440 w 798"/>
                  <a:gd name="T59" fmla="*/ 278 h 1664"/>
                  <a:gd name="T60" fmla="*/ 520 w 798"/>
                  <a:gd name="T61" fmla="*/ 386 h 1664"/>
                  <a:gd name="T62" fmla="*/ 596 w 798"/>
                  <a:gd name="T63" fmla="*/ 464 h 1664"/>
                  <a:gd name="T64" fmla="*/ 662 w 798"/>
                  <a:gd name="T65" fmla="*/ 520 h 1664"/>
                  <a:gd name="T66" fmla="*/ 102 w 798"/>
                  <a:gd name="T67" fmla="*/ 538 h 1664"/>
                  <a:gd name="T68" fmla="*/ 130 w 798"/>
                  <a:gd name="T69" fmla="*/ 520 h 1664"/>
                  <a:gd name="T70" fmla="*/ 198 w 798"/>
                  <a:gd name="T71" fmla="*/ 464 h 1664"/>
                  <a:gd name="T72" fmla="*/ 272 w 798"/>
                  <a:gd name="T73" fmla="*/ 386 h 1664"/>
                  <a:gd name="T74" fmla="*/ 354 w 798"/>
                  <a:gd name="T75" fmla="*/ 278 h 1664"/>
                  <a:gd name="T76" fmla="*/ 396 w 798"/>
                  <a:gd name="T77" fmla="*/ 212 h 1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798" h="1664">
                    <a:moveTo>
                      <a:pt x="488" y="700"/>
                    </a:moveTo>
                    <a:lnTo>
                      <a:pt x="724" y="700"/>
                    </a:lnTo>
                    <a:lnTo>
                      <a:pt x="724" y="556"/>
                    </a:lnTo>
                    <a:lnTo>
                      <a:pt x="724" y="556"/>
                    </a:lnTo>
                    <a:lnTo>
                      <a:pt x="754" y="570"/>
                    </a:lnTo>
                    <a:lnTo>
                      <a:pt x="776" y="578"/>
                    </a:lnTo>
                    <a:lnTo>
                      <a:pt x="794" y="584"/>
                    </a:lnTo>
                    <a:lnTo>
                      <a:pt x="794" y="422"/>
                    </a:lnTo>
                    <a:lnTo>
                      <a:pt x="794" y="422"/>
                    </a:lnTo>
                    <a:lnTo>
                      <a:pt x="750" y="380"/>
                    </a:lnTo>
                    <a:lnTo>
                      <a:pt x="708" y="338"/>
                    </a:lnTo>
                    <a:lnTo>
                      <a:pt x="672" y="296"/>
                    </a:lnTo>
                    <a:lnTo>
                      <a:pt x="640" y="258"/>
                    </a:lnTo>
                    <a:lnTo>
                      <a:pt x="610" y="220"/>
                    </a:lnTo>
                    <a:lnTo>
                      <a:pt x="586" y="186"/>
                    </a:lnTo>
                    <a:lnTo>
                      <a:pt x="564" y="154"/>
                    </a:lnTo>
                    <a:lnTo>
                      <a:pt x="546" y="124"/>
                    </a:lnTo>
                    <a:lnTo>
                      <a:pt x="518" y="72"/>
                    </a:lnTo>
                    <a:lnTo>
                      <a:pt x="500" y="34"/>
                    </a:lnTo>
                    <a:lnTo>
                      <a:pt x="492" y="8"/>
                    </a:lnTo>
                    <a:lnTo>
                      <a:pt x="488" y="0"/>
                    </a:lnTo>
                    <a:lnTo>
                      <a:pt x="304" y="0"/>
                    </a:lnTo>
                    <a:lnTo>
                      <a:pt x="304" y="0"/>
                    </a:lnTo>
                    <a:lnTo>
                      <a:pt x="302" y="8"/>
                    </a:lnTo>
                    <a:lnTo>
                      <a:pt x="292" y="34"/>
                    </a:lnTo>
                    <a:lnTo>
                      <a:pt x="276" y="72"/>
                    </a:lnTo>
                    <a:lnTo>
                      <a:pt x="248" y="124"/>
                    </a:lnTo>
                    <a:lnTo>
                      <a:pt x="230" y="154"/>
                    </a:lnTo>
                    <a:lnTo>
                      <a:pt x="208" y="186"/>
                    </a:lnTo>
                    <a:lnTo>
                      <a:pt x="182" y="220"/>
                    </a:lnTo>
                    <a:lnTo>
                      <a:pt x="154" y="258"/>
                    </a:lnTo>
                    <a:lnTo>
                      <a:pt x="122" y="296"/>
                    </a:lnTo>
                    <a:lnTo>
                      <a:pt x="86" y="338"/>
                    </a:lnTo>
                    <a:lnTo>
                      <a:pt x="44" y="380"/>
                    </a:lnTo>
                    <a:lnTo>
                      <a:pt x="0" y="422"/>
                    </a:lnTo>
                    <a:lnTo>
                      <a:pt x="0" y="584"/>
                    </a:lnTo>
                    <a:lnTo>
                      <a:pt x="0" y="584"/>
                    </a:lnTo>
                    <a:lnTo>
                      <a:pt x="18" y="578"/>
                    </a:lnTo>
                    <a:lnTo>
                      <a:pt x="42" y="570"/>
                    </a:lnTo>
                    <a:lnTo>
                      <a:pt x="74" y="556"/>
                    </a:lnTo>
                    <a:lnTo>
                      <a:pt x="74" y="700"/>
                    </a:lnTo>
                    <a:lnTo>
                      <a:pt x="308" y="700"/>
                    </a:lnTo>
                    <a:lnTo>
                      <a:pt x="308" y="870"/>
                    </a:lnTo>
                    <a:lnTo>
                      <a:pt x="0" y="870"/>
                    </a:lnTo>
                    <a:lnTo>
                      <a:pt x="0" y="1032"/>
                    </a:lnTo>
                    <a:lnTo>
                      <a:pt x="308" y="1032"/>
                    </a:lnTo>
                    <a:lnTo>
                      <a:pt x="308" y="1502"/>
                    </a:lnTo>
                    <a:lnTo>
                      <a:pt x="2" y="1502"/>
                    </a:lnTo>
                    <a:lnTo>
                      <a:pt x="2" y="1664"/>
                    </a:lnTo>
                    <a:lnTo>
                      <a:pt x="794" y="1664"/>
                    </a:lnTo>
                    <a:lnTo>
                      <a:pt x="794" y="1502"/>
                    </a:lnTo>
                    <a:lnTo>
                      <a:pt x="488" y="1502"/>
                    </a:lnTo>
                    <a:lnTo>
                      <a:pt x="488" y="1032"/>
                    </a:lnTo>
                    <a:lnTo>
                      <a:pt x="798" y="1032"/>
                    </a:lnTo>
                    <a:lnTo>
                      <a:pt x="798" y="870"/>
                    </a:lnTo>
                    <a:lnTo>
                      <a:pt x="488" y="870"/>
                    </a:lnTo>
                    <a:lnTo>
                      <a:pt x="488" y="700"/>
                    </a:lnTo>
                    <a:close/>
                    <a:moveTo>
                      <a:pt x="396" y="212"/>
                    </a:moveTo>
                    <a:lnTo>
                      <a:pt x="396" y="212"/>
                    </a:lnTo>
                    <a:lnTo>
                      <a:pt x="440" y="278"/>
                    </a:lnTo>
                    <a:lnTo>
                      <a:pt x="480" y="334"/>
                    </a:lnTo>
                    <a:lnTo>
                      <a:pt x="520" y="386"/>
                    </a:lnTo>
                    <a:lnTo>
                      <a:pt x="560" y="428"/>
                    </a:lnTo>
                    <a:lnTo>
                      <a:pt x="596" y="464"/>
                    </a:lnTo>
                    <a:lnTo>
                      <a:pt x="630" y="494"/>
                    </a:lnTo>
                    <a:lnTo>
                      <a:pt x="662" y="520"/>
                    </a:lnTo>
                    <a:lnTo>
                      <a:pt x="692" y="538"/>
                    </a:lnTo>
                    <a:lnTo>
                      <a:pt x="102" y="538"/>
                    </a:lnTo>
                    <a:lnTo>
                      <a:pt x="102" y="538"/>
                    </a:lnTo>
                    <a:lnTo>
                      <a:pt x="130" y="520"/>
                    </a:lnTo>
                    <a:lnTo>
                      <a:pt x="162" y="494"/>
                    </a:lnTo>
                    <a:lnTo>
                      <a:pt x="198" y="464"/>
                    </a:lnTo>
                    <a:lnTo>
                      <a:pt x="234" y="428"/>
                    </a:lnTo>
                    <a:lnTo>
                      <a:pt x="272" y="386"/>
                    </a:lnTo>
                    <a:lnTo>
                      <a:pt x="314" y="334"/>
                    </a:lnTo>
                    <a:lnTo>
                      <a:pt x="354" y="278"/>
                    </a:lnTo>
                    <a:lnTo>
                      <a:pt x="396" y="212"/>
                    </a:lnTo>
                    <a:lnTo>
                      <a:pt x="396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8" name="Freeform 75">
                <a:extLst>
                  <a:ext uri="{FF2B5EF4-FFF2-40B4-BE49-F238E27FC236}">
                    <a16:creationId xmlns:a16="http://schemas.microsoft.com/office/drawing/2014/main" id="{012BB5A7-01DC-A8DD-DB3A-3EA0518F73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6925" y="4137025"/>
                <a:ext cx="276225" cy="581025"/>
              </a:xfrm>
              <a:custGeom>
                <a:avLst/>
                <a:gdLst>
                  <a:gd name="T0" fmla="*/ 138 w 174"/>
                  <a:gd name="T1" fmla="*/ 0 h 366"/>
                  <a:gd name="T2" fmla="*/ 0 w 174"/>
                  <a:gd name="T3" fmla="*/ 0 h 366"/>
                  <a:gd name="T4" fmla="*/ 36 w 174"/>
                  <a:gd name="T5" fmla="*/ 366 h 366"/>
                  <a:gd name="T6" fmla="*/ 174 w 174"/>
                  <a:gd name="T7" fmla="*/ 366 h 366"/>
                  <a:gd name="T8" fmla="*/ 138 w 174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4" h="366">
                    <a:moveTo>
                      <a:pt x="138" y="0"/>
                    </a:moveTo>
                    <a:lnTo>
                      <a:pt x="0" y="0"/>
                    </a:lnTo>
                    <a:lnTo>
                      <a:pt x="36" y="366"/>
                    </a:lnTo>
                    <a:lnTo>
                      <a:pt x="174" y="366"/>
                    </a:lnTo>
                    <a:lnTo>
                      <a:pt x="138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49" name="Freeform 76">
                <a:extLst>
                  <a:ext uri="{FF2B5EF4-FFF2-40B4-BE49-F238E27FC236}">
                    <a16:creationId xmlns:a16="http://schemas.microsoft.com/office/drawing/2014/main" id="{5391C85D-ABD7-C528-5D3E-DB718289EB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0200" y="4137025"/>
                <a:ext cx="279400" cy="581025"/>
              </a:xfrm>
              <a:custGeom>
                <a:avLst/>
                <a:gdLst>
                  <a:gd name="T0" fmla="*/ 138 w 176"/>
                  <a:gd name="T1" fmla="*/ 366 h 366"/>
                  <a:gd name="T2" fmla="*/ 176 w 176"/>
                  <a:gd name="T3" fmla="*/ 0 h 366"/>
                  <a:gd name="T4" fmla="*/ 36 w 176"/>
                  <a:gd name="T5" fmla="*/ 0 h 366"/>
                  <a:gd name="T6" fmla="*/ 0 w 176"/>
                  <a:gd name="T7" fmla="*/ 366 h 366"/>
                  <a:gd name="T8" fmla="*/ 138 w 176"/>
                  <a:gd name="T9" fmla="*/ 366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366">
                    <a:moveTo>
                      <a:pt x="138" y="366"/>
                    </a:moveTo>
                    <a:lnTo>
                      <a:pt x="176" y="0"/>
                    </a:lnTo>
                    <a:lnTo>
                      <a:pt x="36" y="0"/>
                    </a:lnTo>
                    <a:lnTo>
                      <a:pt x="0" y="366"/>
                    </a:lnTo>
                    <a:lnTo>
                      <a:pt x="138" y="3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0" name="Freeform 77">
                <a:extLst>
                  <a:ext uri="{FF2B5EF4-FFF2-40B4-BE49-F238E27FC236}">
                    <a16:creationId xmlns:a16="http://schemas.microsoft.com/office/drawing/2014/main" id="{EB30C770-4689-7CB3-BCC1-87486C6362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97875" y="2422525"/>
                <a:ext cx="1387475" cy="2679700"/>
              </a:xfrm>
              <a:custGeom>
                <a:avLst/>
                <a:gdLst>
                  <a:gd name="T0" fmla="*/ 554 w 874"/>
                  <a:gd name="T1" fmla="*/ 768 h 1688"/>
                  <a:gd name="T2" fmla="*/ 834 w 874"/>
                  <a:gd name="T3" fmla="*/ 382 h 1688"/>
                  <a:gd name="T4" fmla="*/ 294 w 874"/>
                  <a:gd name="T5" fmla="*/ 222 h 1688"/>
                  <a:gd name="T6" fmla="*/ 308 w 874"/>
                  <a:gd name="T7" fmla="*/ 170 h 1688"/>
                  <a:gd name="T8" fmla="*/ 332 w 874"/>
                  <a:gd name="T9" fmla="*/ 60 h 1688"/>
                  <a:gd name="T10" fmla="*/ 164 w 874"/>
                  <a:gd name="T11" fmla="*/ 0 h 1688"/>
                  <a:gd name="T12" fmla="*/ 158 w 874"/>
                  <a:gd name="T13" fmla="*/ 48 h 1688"/>
                  <a:gd name="T14" fmla="*/ 136 w 874"/>
                  <a:gd name="T15" fmla="*/ 168 h 1688"/>
                  <a:gd name="T16" fmla="*/ 114 w 874"/>
                  <a:gd name="T17" fmla="*/ 242 h 1688"/>
                  <a:gd name="T18" fmla="*/ 86 w 874"/>
                  <a:gd name="T19" fmla="*/ 320 h 1688"/>
                  <a:gd name="T20" fmla="*/ 48 w 874"/>
                  <a:gd name="T21" fmla="*/ 398 h 1688"/>
                  <a:gd name="T22" fmla="*/ 0 w 874"/>
                  <a:gd name="T23" fmla="*/ 468 h 1688"/>
                  <a:gd name="T24" fmla="*/ 0 w 874"/>
                  <a:gd name="T25" fmla="*/ 686 h 1688"/>
                  <a:gd name="T26" fmla="*/ 22 w 874"/>
                  <a:gd name="T27" fmla="*/ 670 h 1688"/>
                  <a:gd name="T28" fmla="*/ 78 w 874"/>
                  <a:gd name="T29" fmla="*/ 620 h 1688"/>
                  <a:gd name="T30" fmla="*/ 116 w 874"/>
                  <a:gd name="T31" fmla="*/ 580 h 1688"/>
                  <a:gd name="T32" fmla="*/ 154 w 874"/>
                  <a:gd name="T33" fmla="*/ 526 h 1688"/>
                  <a:gd name="T34" fmla="*/ 196 w 874"/>
                  <a:gd name="T35" fmla="*/ 462 h 1688"/>
                  <a:gd name="T36" fmla="*/ 236 w 874"/>
                  <a:gd name="T37" fmla="*/ 382 h 1688"/>
                  <a:gd name="T38" fmla="*/ 374 w 874"/>
                  <a:gd name="T39" fmla="*/ 768 h 1688"/>
                  <a:gd name="T40" fmla="*/ 20 w 874"/>
                  <a:gd name="T41" fmla="*/ 930 h 1688"/>
                  <a:gd name="T42" fmla="*/ 364 w 874"/>
                  <a:gd name="T43" fmla="*/ 930 h 1688"/>
                  <a:gd name="T44" fmla="*/ 352 w 874"/>
                  <a:gd name="T45" fmla="*/ 1002 h 1688"/>
                  <a:gd name="T46" fmla="*/ 334 w 874"/>
                  <a:gd name="T47" fmla="*/ 1072 h 1688"/>
                  <a:gd name="T48" fmla="*/ 312 w 874"/>
                  <a:gd name="T49" fmla="*/ 1134 h 1688"/>
                  <a:gd name="T50" fmla="*/ 286 w 874"/>
                  <a:gd name="T51" fmla="*/ 1190 h 1688"/>
                  <a:gd name="T52" fmla="*/ 228 w 874"/>
                  <a:gd name="T53" fmla="*/ 1288 h 1688"/>
                  <a:gd name="T54" fmla="*/ 168 w 874"/>
                  <a:gd name="T55" fmla="*/ 1366 h 1688"/>
                  <a:gd name="T56" fmla="*/ 108 w 874"/>
                  <a:gd name="T57" fmla="*/ 1424 h 1688"/>
                  <a:gd name="T58" fmla="*/ 58 w 874"/>
                  <a:gd name="T59" fmla="*/ 1466 h 1688"/>
                  <a:gd name="T60" fmla="*/ 12 w 874"/>
                  <a:gd name="T61" fmla="*/ 1496 h 1688"/>
                  <a:gd name="T62" fmla="*/ 12 w 874"/>
                  <a:gd name="T63" fmla="*/ 1688 h 1688"/>
                  <a:gd name="T64" fmla="*/ 62 w 874"/>
                  <a:gd name="T65" fmla="*/ 1660 h 1688"/>
                  <a:gd name="T66" fmla="*/ 118 w 874"/>
                  <a:gd name="T67" fmla="*/ 1622 h 1688"/>
                  <a:gd name="T68" fmla="*/ 186 w 874"/>
                  <a:gd name="T69" fmla="*/ 1570 h 1688"/>
                  <a:gd name="T70" fmla="*/ 260 w 874"/>
                  <a:gd name="T71" fmla="*/ 1500 h 1688"/>
                  <a:gd name="T72" fmla="*/ 338 w 874"/>
                  <a:gd name="T73" fmla="*/ 1414 h 1688"/>
                  <a:gd name="T74" fmla="*/ 410 w 874"/>
                  <a:gd name="T75" fmla="*/ 1312 h 1688"/>
                  <a:gd name="T76" fmla="*/ 458 w 874"/>
                  <a:gd name="T77" fmla="*/ 1222 h 1688"/>
                  <a:gd name="T78" fmla="*/ 474 w 874"/>
                  <a:gd name="T79" fmla="*/ 1192 h 1688"/>
                  <a:gd name="T80" fmla="*/ 514 w 874"/>
                  <a:gd name="T81" fmla="*/ 1292 h 1688"/>
                  <a:gd name="T82" fmla="*/ 548 w 874"/>
                  <a:gd name="T83" fmla="*/ 1358 h 1688"/>
                  <a:gd name="T84" fmla="*/ 592 w 874"/>
                  <a:gd name="T85" fmla="*/ 1432 h 1688"/>
                  <a:gd name="T86" fmla="*/ 646 w 874"/>
                  <a:gd name="T87" fmla="*/ 1504 h 1688"/>
                  <a:gd name="T88" fmla="*/ 710 w 874"/>
                  <a:gd name="T89" fmla="*/ 1576 h 1688"/>
                  <a:gd name="T90" fmla="*/ 786 w 874"/>
                  <a:gd name="T91" fmla="*/ 1638 h 1688"/>
                  <a:gd name="T92" fmla="*/ 852 w 874"/>
                  <a:gd name="T93" fmla="*/ 1678 h 1688"/>
                  <a:gd name="T94" fmla="*/ 874 w 874"/>
                  <a:gd name="T95" fmla="*/ 1496 h 1688"/>
                  <a:gd name="T96" fmla="*/ 864 w 874"/>
                  <a:gd name="T97" fmla="*/ 1488 h 1688"/>
                  <a:gd name="T98" fmla="*/ 816 w 874"/>
                  <a:gd name="T99" fmla="*/ 1444 h 1688"/>
                  <a:gd name="T100" fmla="*/ 772 w 874"/>
                  <a:gd name="T101" fmla="*/ 1394 h 1688"/>
                  <a:gd name="T102" fmla="*/ 722 w 874"/>
                  <a:gd name="T103" fmla="*/ 1324 h 1688"/>
                  <a:gd name="T104" fmla="*/ 672 w 874"/>
                  <a:gd name="T105" fmla="*/ 1236 h 1688"/>
                  <a:gd name="T106" fmla="*/ 626 w 874"/>
                  <a:gd name="T107" fmla="*/ 1130 h 1688"/>
                  <a:gd name="T108" fmla="*/ 590 w 874"/>
                  <a:gd name="T109" fmla="*/ 1002 h 1688"/>
                  <a:gd name="T110" fmla="*/ 578 w 874"/>
                  <a:gd name="T111" fmla="*/ 930 h 1688"/>
                  <a:gd name="T112" fmla="*/ 874 w 874"/>
                  <a:gd name="T113" fmla="*/ 768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874" h="1688">
                    <a:moveTo>
                      <a:pt x="874" y="768"/>
                    </a:moveTo>
                    <a:lnTo>
                      <a:pt x="554" y="768"/>
                    </a:lnTo>
                    <a:lnTo>
                      <a:pt x="554" y="382"/>
                    </a:lnTo>
                    <a:lnTo>
                      <a:pt x="834" y="382"/>
                    </a:lnTo>
                    <a:lnTo>
                      <a:pt x="834" y="222"/>
                    </a:lnTo>
                    <a:lnTo>
                      <a:pt x="294" y="222"/>
                    </a:lnTo>
                    <a:lnTo>
                      <a:pt x="294" y="222"/>
                    </a:lnTo>
                    <a:lnTo>
                      <a:pt x="308" y="170"/>
                    </a:lnTo>
                    <a:lnTo>
                      <a:pt x="320" y="118"/>
                    </a:lnTo>
                    <a:lnTo>
                      <a:pt x="332" y="60"/>
                    </a:lnTo>
                    <a:lnTo>
                      <a:pt x="340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58" y="48"/>
                    </a:lnTo>
                    <a:lnTo>
                      <a:pt x="150" y="102"/>
                    </a:lnTo>
                    <a:lnTo>
                      <a:pt x="136" y="168"/>
                    </a:lnTo>
                    <a:lnTo>
                      <a:pt x="126" y="204"/>
                    </a:lnTo>
                    <a:lnTo>
                      <a:pt x="114" y="242"/>
                    </a:lnTo>
                    <a:lnTo>
                      <a:pt x="102" y="282"/>
                    </a:lnTo>
                    <a:lnTo>
                      <a:pt x="86" y="320"/>
                    </a:lnTo>
                    <a:lnTo>
                      <a:pt x="68" y="360"/>
                    </a:lnTo>
                    <a:lnTo>
                      <a:pt x="48" y="398"/>
                    </a:lnTo>
                    <a:lnTo>
                      <a:pt x="26" y="434"/>
                    </a:lnTo>
                    <a:lnTo>
                      <a:pt x="0" y="468"/>
                    </a:lnTo>
                    <a:lnTo>
                      <a:pt x="0" y="686"/>
                    </a:lnTo>
                    <a:lnTo>
                      <a:pt x="0" y="686"/>
                    </a:lnTo>
                    <a:lnTo>
                      <a:pt x="6" y="682"/>
                    </a:lnTo>
                    <a:lnTo>
                      <a:pt x="22" y="670"/>
                    </a:lnTo>
                    <a:lnTo>
                      <a:pt x="46" y="650"/>
                    </a:lnTo>
                    <a:lnTo>
                      <a:pt x="78" y="620"/>
                    </a:lnTo>
                    <a:lnTo>
                      <a:pt x="96" y="602"/>
                    </a:lnTo>
                    <a:lnTo>
                      <a:pt x="116" y="580"/>
                    </a:lnTo>
                    <a:lnTo>
                      <a:pt x="134" y="554"/>
                    </a:lnTo>
                    <a:lnTo>
                      <a:pt x="154" y="526"/>
                    </a:lnTo>
                    <a:lnTo>
                      <a:pt x="176" y="496"/>
                    </a:lnTo>
                    <a:lnTo>
                      <a:pt x="196" y="462"/>
                    </a:lnTo>
                    <a:lnTo>
                      <a:pt x="216" y="424"/>
                    </a:lnTo>
                    <a:lnTo>
                      <a:pt x="236" y="382"/>
                    </a:lnTo>
                    <a:lnTo>
                      <a:pt x="374" y="382"/>
                    </a:lnTo>
                    <a:lnTo>
                      <a:pt x="374" y="768"/>
                    </a:lnTo>
                    <a:lnTo>
                      <a:pt x="20" y="768"/>
                    </a:lnTo>
                    <a:lnTo>
                      <a:pt x="20" y="930"/>
                    </a:lnTo>
                    <a:lnTo>
                      <a:pt x="364" y="930"/>
                    </a:lnTo>
                    <a:lnTo>
                      <a:pt x="364" y="930"/>
                    </a:lnTo>
                    <a:lnTo>
                      <a:pt x="358" y="966"/>
                    </a:lnTo>
                    <a:lnTo>
                      <a:pt x="352" y="1002"/>
                    </a:lnTo>
                    <a:lnTo>
                      <a:pt x="344" y="1038"/>
                    </a:lnTo>
                    <a:lnTo>
                      <a:pt x="334" y="1072"/>
                    </a:lnTo>
                    <a:lnTo>
                      <a:pt x="324" y="1102"/>
                    </a:lnTo>
                    <a:lnTo>
                      <a:pt x="312" y="1134"/>
                    </a:lnTo>
                    <a:lnTo>
                      <a:pt x="300" y="1162"/>
                    </a:lnTo>
                    <a:lnTo>
                      <a:pt x="286" y="1190"/>
                    </a:lnTo>
                    <a:lnTo>
                      <a:pt x="258" y="1242"/>
                    </a:lnTo>
                    <a:lnTo>
                      <a:pt x="228" y="1288"/>
                    </a:lnTo>
                    <a:lnTo>
                      <a:pt x="198" y="1330"/>
                    </a:lnTo>
                    <a:lnTo>
                      <a:pt x="168" y="1366"/>
                    </a:lnTo>
                    <a:lnTo>
                      <a:pt x="138" y="1398"/>
                    </a:lnTo>
                    <a:lnTo>
                      <a:pt x="108" y="1424"/>
                    </a:lnTo>
                    <a:lnTo>
                      <a:pt x="82" y="1448"/>
                    </a:lnTo>
                    <a:lnTo>
                      <a:pt x="58" y="1466"/>
                    </a:lnTo>
                    <a:lnTo>
                      <a:pt x="24" y="1488"/>
                    </a:lnTo>
                    <a:lnTo>
                      <a:pt x="12" y="1496"/>
                    </a:lnTo>
                    <a:lnTo>
                      <a:pt x="12" y="1688"/>
                    </a:lnTo>
                    <a:lnTo>
                      <a:pt x="12" y="1688"/>
                    </a:lnTo>
                    <a:lnTo>
                      <a:pt x="24" y="1682"/>
                    </a:lnTo>
                    <a:lnTo>
                      <a:pt x="62" y="1660"/>
                    </a:lnTo>
                    <a:lnTo>
                      <a:pt x="88" y="1642"/>
                    </a:lnTo>
                    <a:lnTo>
                      <a:pt x="118" y="1622"/>
                    </a:lnTo>
                    <a:lnTo>
                      <a:pt x="150" y="1598"/>
                    </a:lnTo>
                    <a:lnTo>
                      <a:pt x="186" y="1570"/>
                    </a:lnTo>
                    <a:lnTo>
                      <a:pt x="222" y="1536"/>
                    </a:lnTo>
                    <a:lnTo>
                      <a:pt x="260" y="1500"/>
                    </a:lnTo>
                    <a:lnTo>
                      <a:pt x="300" y="1460"/>
                    </a:lnTo>
                    <a:lnTo>
                      <a:pt x="338" y="1414"/>
                    </a:lnTo>
                    <a:lnTo>
                      <a:pt x="374" y="1366"/>
                    </a:lnTo>
                    <a:lnTo>
                      <a:pt x="410" y="1312"/>
                    </a:lnTo>
                    <a:lnTo>
                      <a:pt x="444" y="1254"/>
                    </a:lnTo>
                    <a:lnTo>
                      <a:pt x="458" y="1222"/>
                    </a:lnTo>
                    <a:lnTo>
                      <a:pt x="474" y="1192"/>
                    </a:lnTo>
                    <a:lnTo>
                      <a:pt x="474" y="1192"/>
                    </a:lnTo>
                    <a:lnTo>
                      <a:pt x="490" y="1234"/>
                    </a:lnTo>
                    <a:lnTo>
                      <a:pt x="514" y="1292"/>
                    </a:lnTo>
                    <a:lnTo>
                      <a:pt x="530" y="1324"/>
                    </a:lnTo>
                    <a:lnTo>
                      <a:pt x="548" y="1358"/>
                    </a:lnTo>
                    <a:lnTo>
                      <a:pt x="568" y="1394"/>
                    </a:lnTo>
                    <a:lnTo>
                      <a:pt x="592" y="1432"/>
                    </a:lnTo>
                    <a:lnTo>
                      <a:pt x="618" y="1468"/>
                    </a:lnTo>
                    <a:lnTo>
                      <a:pt x="646" y="1504"/>
                    </a:lnTo>
                    <a:lnTo>
                      <a:pt x="676" y="1540"/>
                    </a:lnTo>
                    <a:lnTo>
                      <a:pt x="710" y="1576"/>
                    </a:lnTo>
                    <a:lnTo>
                      <a:pt x="748" y="1608"/>
                    </a:lnTo>
                    <a:lnTo>
                      <a:pt x="786" y="1638"/>
                    </a:lnTo>
                    <a:lnTo>
                      <a:pt x="828" y="1666"/>
                    </a:lnTo>
                    <a:lnTo>
                      <a:pt x="852" y="1678"/>
                    </a:lnTo>
                    <a:lnTo>
                      <a:pt x="874" y="1688"/>
                    </a:lnTo>
                    <a:lnTo>
                      <a:pt x="874" y="1496"/>
                    </a:lnTo>
                    <a:lnTo>
                      <a:pt x="874" y="1496"/>
                    </a:lnTo>
                    <a:lnTo>
                      <a:pt x="864" y="1488"/>
                    </a:lnTo>
                    <a:lnTo>
                      <a:pt x="836" y="1464"/>
                    </a:lnTo>
                    <a:lnTo>
                      <a:pt x="816" y="1444"/>
                    </a:lnTo>
                    <a:lnTo>
                      <a:pt x="794" y="1422"/>
                    </a:lnTo>
                    <a:lnTo>
                      <a:pt x="772" y="1394"/>
                    </a:lnTo>
                    <a:lnTo>
                      <a:pt x="746" y="1362"/>
                    </a:lnTo>
                    <a:lnTo>
                      <a:pt x="722" y="1324"/>
                    </a:lnTo>
                    <a:lnTo>
                      <a:pt x="696" y="1284"/>
                    </a:lnTo>
                    <a:lnTo>
                      <a:pt x="672" y="1236"/>
                    </a:lnTo>
                    <a:lnTo>
                      <a:pt x="648" y="1186"/>
                    </a:lnTo>
                    <a:lnTo>
                      <a:pt x="626" y="1130"/>
                    </a:lnTo>
                    <a:lnTo>
                      <a:pt x="606" y="1068"/>
                    </a:lnTo>
                    <a:lnTo>
                      <a:pt x="590" y="1002"/>
                    </a:lnTo>
                    <a:lnTo>
                      <a:pt x="584" y="966"/>
                    </a:lnTo>
                    <a:lnTo>
                      <a:pt x="578" y="930"/>
                    </a:lnTo>
                    <a:lnTo>
                      <a:pt x="874" y="930"/>
                    </a:lnTo>
                    <a:lnTo>
                      <a:pt x="874" y="76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1" name="Freeform 78">
                <a:extLst>
                  <a:ext uri="{FF2B5EF4-FFF2-40B4-BE49-F238E27FC236}">
                    <a16:creationId xmlns:a16="http://schemas.microsoft.com/office/drawing/2014/main" id="{15324408-1F7C-3ACB-D103-3328953B0EA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7267575" y="2419350"/>
                <a:ext cx="2806700" cy="2679700"/>
              </a:xfrm>
              <a:custGeom>
                <a:avLst/>
                <a:gdLst>
                  <a:gd name="T0" fmla="*/ 1690 w 1768"/>
                  <a:gd name="T1" fmla="*/ 1130 h 1688"/>
                  <a:gd name="T2" fmla="*/ 982 w 1768"/>
                  <a:gd name="T3" fmla="*/ 436 h 1688"/>
                  <a:gd name="T4" fmla="*/ 1744 w 1768"/>
                  <a:gd name="T5" fmla="*/ 328 h 1688"/>
                  <a:gd name="T6" fmla="*/ 982 w 1768"/>
                  <a:gd name="T7" fmla="*/ 166 h 1688"/>
                  <a:gd name="T8" fmla="*/ 784 w 1768"/>
                  <a:gd name="T9" fmla="*/ 0 h 1688"/>
                  <a:gd name="T10" fmla="*/ 20 w 1768"/>
                  <a:gd name="T11" fmla="*/ 166 h 1688"/>
                  <a:gd name="T12" fmla="*/ 784 w 1768"/>
                  <a:gd name="T13" fmla="*/ 328 h 1688"/>
                  <a:gd name="T14" fmla="*/ 76 w 1768"/>
                  <a:gd name="T15" fmla="*/ 436 h 1688"/>
                  <a:gd name="T16" fmla="*/ 542 w 1768"/>
                  <a:gd name="T17" fmla="*/ 1130 h 1688"/>
                  <a:gd name="T18" fmla="*/ 496 w 1768"/>
                  <a:gd name="T19" fmla="*/ 1180 h 1688"/>
                  <a:gd name="T20" fmla="*/ 402 w 1768"/>
                  <a:gd name="T21" fmla="*/ 1266 h 1688"/>
                  <a:gd name="T22" fmla="*/ 310 w 1768"/>
                  <a:gd name="T23" fmla="*/ 1338 h 1688"/>
                  <a:gd name="T24" fmla="*/ 222 w 1768"/>
                  <a:gd name="T25" fmla="*/ 1394 h 1688"/>
                  <a:gd name="T26" fmla="*/ 144 w 1768"/>
                  <a:gd name="T27" fmla="*/ 1438 h 1688"/>
                  <a:gd name="T28" fmla="*/ 50 w 1768"/>
                  <a:gd name="T29" fmla="*/ 1480 h 1688"/>
                  <a:gd name="T30" fmla="*/ 0 w 1768"/>
                  <a:gd name="T31" fmla="*/ 1500 h 1688"/>
                  <a:gd name="T32" fmla="*/ 0 w 1768"/>
                  <a:gd name="T33" fmla="*/ 1662 h 1688"/>
                  <a:gd name="T34" fmla="*/ 66 w 1768"/>
                  <a:gd name="T35" fmla="*/ 1644 h 1688"/>
                  <a:gd name="T36" fmla="*/ 142 w 1768"/>
                  <a:gd name="T37" fmla="*/ 1618 h 1688"/>
                  <a:gd name="T38" fmla="*/ 242 w 1768"/>
                  <a:gd name="T39" fmla="*/ 1572 h 1688"/>
                  <a:gd name="T40" fmla="*/ 358 w 1768"/>
                  <a:gd name="T41" fmla="*/ 1506 h 1688"/>
                  <a:gd name="T42" fmla="*/ 490 w 1768"/>
                  <a:gd name="T43" fmla="*/ 1414 h 1688"/>
                  <a:gd name="T44" fmla="*/ 594 w 1768"/>
                  <a:gd name="T45" fmla="*/ 1326 h 1688"/>
                  <a:gd name="T46" fmla="*/ 666 w 1768"/>
                  <a:gd name="T47" fmla="*/ 1258 h 1688"/>
                  <a:gd name="T48" fmla="*/ 740 w 1768"/>
                  <a:gd name="T49" fmla="*/ 1180 h 1688"/>
                  <a:gd name="T50" fmla="*/ 784 w 1768"/>
                  <a:gd name="T51" fmla="*/ 1134 h 1688"/>
                  <a:gd name="T52" fmla="*/ 982 w 1768"/>
                  <a:gd name="T53" fmla="*/ 1688 h 1688"/>
                  <a:gd name="T54" fmla="*/ 992 w 1768"/>
                  <a:gd name="T55" fmla="*/ 1138 h 1688"/>
                  <a:gd name="T56" fmla="*/ 1028 w 1768"/>
                  <a:gd name="T57" fmla="*/ 1180 h 1688"/>
                  <a:gd name="T58" fmla="*/ 1102 w 1768"/>
                  <a:gd name="T59" fmla="*/ 1258 h 1688"/>
                  <a:gd name="T60" fmla="*/ 1174 w 1768"/>
                  <a:gd name="T61" fmla="*/ 1326 h 1688"/>
                  <a:gd name="T62" fmla="*/ 1278 w 1768"/>
                  <a:gd name="T63" fmla="*/ 1414 h 1688"/>
                  <a:gd name="T64" fmla="*/ 1410 w 1768"/>
                  <a:gd name="T65" fmla="*/ 1506 h 1688"/>
                  <a:gd name="T66" fmla="*/ 1526 w 1768"/>
                  <a:gd name="T67" fmla="*/ 1572 h 1688"/>
                  <a:gd name="T68" fmla="*/ 1626 w 1768"/>
                  <a:gd name="T69" fmla="*/ 1618 h 1688"/>
                  <a:gd name="T70" fmla="*/ 1702 w 1768"/>
                  <a:gd name="T71" fmla="*/ 1644 h 1688"/>
                  <a:gd name="T72" fmla="*/ 1768 w 1768"/>
                  <a:gd name="T73" fmla="*/ 1662 h 1688"/>
                  <a:gd name="T74" fmla="*/ 1768 w 1768"/>
                  <a:gd name="T75" fmla="*/ 1500 h 1688"/>
                  <a:gd name="T76" fmla="*/ 1716 w 1768"/>
                  <a:gd name="T77" fmla="*/ 1480 h 1688"/>
                  <a:gd name="T78" fmla="*/ 1624 w 1768"/>
                  <a:gd name="T79" fmla="*/ 1438 h 1688"/>
                  <a:gd name="T80" fmla="*/ 1546 w 1768"/>
                  <a:gd name="T81" fmla="*/ 1394 h 1688"/>
                  <a:gd name="T82" fmla="*/ 1458 w 1768"/>
                  <a:gd name="T83" fmla="*/ 1338 h 1688"/>
                  <a:gd name="T84" fmla="*/ 1364 w 1768"/>
                  <a:gd name="T85" fmla="*/ 1266 h 1688"/>
                  <a:gd name="T86" fmla="*/ 1272 w 1768"/>
                  <a:gd name="T87" fmla="*/ 1180 h 1688"/>
                  <a:gd name="T88" fmla="*/ 1226 w 1768"/>
                  <a:gd name="T89" fmla="*/ 1130 h 1688"/>
                  <a:gd name="T90" fmla="*/ 982 w 1768"/>
                  <a:gd name="T91" fmla="*/ 970 h 1688"/>
                  <a:gd name="T92" fmla="*/ 1506 w 1768"/>
                  <a:gd name="T93" fmla="*/ 864 h 1688"/>
                  <a:gd name="T94" fmla="*/ 1506 w 1768"/>
                  <a:gd name="T95" fmla="*/ 598 h 1688"/>
                  <a:gd name="T96" fmla="*/ 982 w 1768"/>
                  <a:gd name="T97" fmla="*/ 702 h 1688"/>
                  <a:gd name="T98" fmla="*/ 1506 w 1768"/>
                  <a:gd name="T99" fmla="*/ 598 h 1688"/>
                  <a:gd name="T100" fmla="*/ 784 w 1768"/>
                  <a:gd name="T101" fmla="*/ 598 h 1688"/>
                  <a:gd name="T102" fmla="*/ 260 w 1768"/>
                  <a:gd name="T103" fmla="*/ 702 h 1688"/>
                  <a:gd name="T104" fmla="*/ 260 w 1768"/>
                  <a:gd name="T105" fmla="*/ 864 h 1688"/>
                  <a:gd name="T106" fmla="*/ 784 w 1768"/>
                  <a:gd name="T107" fmla="*/ 970 h 1688"/>
                  <a:gd name="T108" fmla="*/ 260 w 1768"/>
                  <a:gd name="T109" fmla="*/ 864 h 16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768" h="1688">
                    <a:moveTo>
                      <a:pt x="1226" y="1130"/>
                    </a:moveTo>
                    <a:lnTo>
                      <a:pt x="1690" y="1130"/>
                    </a:lnTo>
                    <a:lnTo>
                      <a:pt x="1690" y="436"/>
                    </a:lnTo>
                    <a:lnTo>
                      <a:pt x="982" y="436"/>
                    </a:lnTo>
                    <a:lnTo>
                      <a:pt x="982" y="328"/>
                    </a:lnTo>
                    <a:lnTo>
                      <a:pt x="1744" y="328"/>
                    </a:lnTo>
                    <a:lnTo>
                      <a:pt x="1744" y="166"/>
                    </a:lnTo>
                    <a:lnTo>
                      <a:pt x="982" y="166"/>
                    </a:lnTo>
                    <a:lnTo>
                      <a:pt x="982" y="0"/>
                    </a:lnTo>
                    <a:lnTo>
                      <a:pt x="784" y="0"/>
                    </a:lnTo>
                    <a:lnTo>
                      <a:pt x="784" y="166"/>
                    </a:lnTo>
                    <a:lnTo>
                      <a:pt x="20" y="166"/>
                    </a:lnTo>
                    <a:lnTo>
                      <a:pt x="20" y="328"/>
                    </a:lnTo>
                    <a:lnTo>
                      <a:pt x="784" y="328"/>
                    </a:lnTo>
                    <a:lnTo>
                      <a:pt x="784" y="436"/>
                    </a:lnTo>
                    <a:lnTo>
                      <a:pt x="76" y="436"/>
                    </a:lnTo>
                    <a:lnTo>
                      <a:pt x="76" y="1130"/>
                    </a:lnTo>
                    <a:lnTo>
                      <a:pt x="542" y="1130"/>
                    </a:lnTo>
                    <a:lnTo>
                      <a:pt x="542" y="1130"/>
                    </a:lnTo>
                    <a:lnTo>
                      <a:pt x="496" y="1180"/>
                    </a:lnTo>
                    <a:lnTo>
                      <a:pt x="450" y="1224"/>
                    </a:lnTo>
                    <a:lnTo>
                      <a:pt x="402" y="1266"/>
                    </a:lnTo>
                    <a:lnTo>
                      <a:pt x="356" y="1304"/>
                    </a:lnTo>
                    <a:lnTo>
                      <a:pt x="310" y="1338"/>
                    </a:lnTo>
                    <a:lnTo>
                      <a:pt x="266" y="1368"/>
                    </a:lnTo>
                    <a:lnTo>
                      <a:pt x="222" y="1394"/>
                    </a:lnTo>
                    <a:lnTo>
                      <a:pt x="182" y="1418"/>
                    </a:lnTo>
                    <a:lnTo>
                      <a:pt x="144" y="1438"/>
                    </a:lnTo>
                    <a:lnTo>
                      <a:pt x="108" y="1456"/>
                    </a:lnTo>
                    <a:lnTo>
                      <a:pt x="50" y="1480"/>
                    </a:lnTo>
                    <a:lnTo>
                      <a:pt x="14" y="1496"/>
                    </a:lnTo>
                    <a:lnTo>
                      <a:pt x="0" y="1500"/>
                    </a:lnTo>
                    <a:lnTo>
                      <a:pt x="0" y="1662"/>
                    </a:lnTo>
                    <a:lnTo>
                      <a:pt x="0" y="1662"/>
                    </a:lnTo>
                    <a:lnTo>
                      <a:pt x="18" y="1658"/>
                    </a:lnTo>
                    <a:lnTo>
                      <a:pt x="66" y="1644"/>
                    </a:lnTo>
                    <a:lnTo>
                      <a:pt x="102" y="1634"/>
                    </a:lnTo>
                    <a:lnTo>
                      <a:pt x="142" y="1618"/>
                    </a:lnTo>
                    <a:lnTo>
                      <a:pt x="190" y="1598"/>
                    </a:lnTo>
                    <a:lnTo>
                      <a:pt x="242" y="1572"/>
                    </a:lnTo>
                    <a:lnTo>
                      <a:pt x="298" y="1542"/>
                    </a:lnTo>
                    <a:lnTo>
                      <a:pt x="358" y="1506"/>
                    </a:lnTo>
                    <a:lnTo>
                      <a:pt x="422" y="1464"/>
                    </a:lnTo>
                    <a:lnTo>
                      <a:pt x="490" y="1414"/>
                    </a:lnTo>
                    <a:lnTo>
                      <a:pt x="560" y="1358"/>
                    </a:lnTo>
                    <a:lnTo>
                      <a:pt x="594" y="1326"/>
                    </a:lnTo>
                    <a:lnTo>
                      <a:pt x="630" y="1294"/>
                    </a:lnTo>
                    <a:lnTo>
                      <a:pt x="666" y="1258"/>
                    </a:lnTo>
                    <a:lnTo>
                      <a:pt x="702" y="1220"/>
                    </a:lnTo>
                    <a:lnTo>
                      <a:pt x="740" y="1180"/>
                    </a:lnTo>
                    <a:lnTo>
                      <a:pt x="776" y="1138"/>
                    </a:lnTo>
                    <a:lnTo>
                      <a:pt x="784" y="1134"/>
                    </a:lnTo>
                    <a:lnTo>
                      <a:pt x="784" y="1688"/>
                    </a:lnTo>
                    <a:lnTo>
                      <a:pt x="982" y="1688"/>
                    </a:lnTo>
                    <a:lnTo>
                      <a:pt x="982" y="1132"/>
                    </a:lnTo>
                    <a:lnTo>
                      <a:pt x="992" y="1138"/>
                    </a:lnTo>
                    <a:lnTo>
                      <a:pt x="992" y="1138"/>
                    </a:lnTo>
                    <a:lnTo>
                      <a:pt x="1028" y="1180"/>
                    </a:lnTo>
                    <a:lnTo>
                      <a:pt x="1064" y="1220"/>
                    </a:lnTo>
                    <a:lnTo>
                      <a:pt x="1102" y="1258"/>
                    </a:lnTo>
                    <a:lnTo>
                      <a:pt x="1138" y="1294"/>
                    </a:lnTo>
                    <a:lnTo>
                      <a:pt x="1174" y="1326"/>
                    </a:lnTo>
                    <a:lnTo>
                      <a:pt x="1208" y="1358"/>
                    </a:lnTo>
                    <a:lnTo>
                      <a:pt x="1278" y="1414"/>
                    </a:lnTo>
                    <a:lnTo>
                      <a:pt x="1344" y="1464"/>
                    </a:lnTo>
                    <a:lnTo>
                      <a:pt x="1410" y="1506"/>
                    </a:lnTo>
                    <a:lnTo>
                      <a:pt x="1470" y="1542"/>
                    </a:lnTo>
                    <a:lnTo>
                      <a:pt x="1526" y="1572"/>
                    </a:lnTo>
                    <a:lnTo>
                      <a:pt x="1578" y="1598"/>
                    </a:lnTo>
                    <a:lnTo>
                      <a:pt x="1626" y="1618"/>
                    </a:lnTo>
                    <a:lnTo>
                      <a:pt x="1666" y="1634"/>
                    </a:lnTo>
                    <a:lnTo>
                      <a:pt x="1702" y="1644"/>
                    </a:lnTo>
                    <a:lnTo>
                      <a:pt x="1750" y="1658"/>
                    </a:lnTo>
                    <a:lnTo>
                      <a:pt x="1768" y="1662"/>
                    </a:lnTo>
                    <a:lnTo>
                      <a:pt x="1768" y="1500"/>
                    </a:lnTo>
                    <a:lnTo>
                      <a:pt x="1768" y="1500"/>
                    </a:lnTo>
                    <a:lnTo>
                      <a:pt x="1754" y="1496"/>
                    </a:lnTo>
                    <a:lnTo>
                      <a:pt x="1716" y="1480"/>
                    </a:lnTo>
                    <a:lnTo>
                      <a:pt x="1660" y="1456"/>
                    </a:lnTo>
                    <a:lnTo>
                      <a:pt x="1624" y="1438"/>
                    </a:lnTo>
                    <a:lnTo>
                      <a:pt x="1586" y="1418"/>
                    </a:lnTo>
                    <a:lnTo>
                      <a:pt x="1546" y="1394"/>
                    </a:lnTo>
                    <a:lnTo>
                      <a:pt x="1502" y="1368"/>
                    </a:lnTo>
                    <a:lnTo>
                      <a:pt x="1458" y="1338"/>
                    </a:lnTo>
                    <a:lnTo>
                      <a:pt x="1412" y="1304"/>
                    </a:lnTo>
                    <a:lnTo>
                      <a:pt x="1364" y="1266"/>
                    </a:lnTo>
                    <a:lnTo>
                      <a:pt x="1318" y="1224"/>
                    </a:lnTo>
                    <a:lnTo>
                      <a:pt x="1272" y="1180"/>
                    </a:lnTo>
                    <a:lnTo>
                      <a:pt x="1226" y="1130"/>
                    </a:lnTo>
                    <a:lnTo>
                      <a:pt x="1226" y="1130"/>
                    </a:lnTo>
                    <a:close/>
                    <a:moveTo>
                      <a:pt x="1506" y="970"/>
                    </a:moveTo>
                    <a:lnTo>
                      <a:pt x="982" y="970"/>
                    </a:lnTo>
                    <a:lnTo>
                      <a:pt x="982" y="864"/>
                    </a:lnTo>
                    <a:lnTo>
                      <a:pt x="1506" y="864"/>
                    </a:lnTo>
                    <a:lnTo>
                      <a:pt x="1506" y="970"/>
                    </a:lnTo>
                    <a:close/>
                    <a:moveTo>
                      <a:pt x="1506" y="598"/>
                    </a:moveTo>
                    <a:lnTo>
                      <a:pt x="1506" y="702"/>
                    </a:lnTo>
                    <a:lnTo>
                      <a:pt x="982" y="702"/>
                    </a:lnTo>
                    <a:lnTo>
                      <a:pt x="982" y="598"/>
                    </a:lnTo>
                    <a:lnTo>
                      <a:pt x="1506" y="598"/>
                    </a:lnTo>
                    <a:close/>
                    <a:moveTo>
                      <a:pt x="260" y="598"/>
                    </a:moveTo>
                    <a:lnTo>
                      <a:pt x="784" y="598"/>
                    </a:lnTo>
                    <a:lnTo>
                      <a:pt x="784" y="702"/>
                    </a:lnTo>
                    <a:lnTo>
                      <a:pt x="260" y="702"/>
                    </a:lnTo>
                    <a:lnTo>
                      <a:pt x="260" y="598"/>
                    </a:lnTo>
                    <a:close/>
                    <a:moveTo>
                      <a:pt x="260" y="864"/>
                    </a:moveTo>
                    <a:lnTo>
                      <a:pt x="784" y="864"/>
                    </a:lnTo>
                    <a:lnTo>
                      <a:pt x="784" y="970"/>
                    </a:lnTo>
                    <a:lnTo>
                      <a:pt x="260" y="970"/>
                    </a:lnTo>
                    <a:lnTo>
                      <a:pt x="260" y="86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2" name="Freeform 79">
                <a:extLst>
                  <a:ext uri="{FF2B5EF4-FFF2-40B4-BE49-F238E27FC236}">
                    <a16:creationId xmlns:a16="http://schemas.microsoft.com/office/drawing/2014/main" id="{0DF5A197-9CB2-96CB-8F65-89AC6C3E02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1724025" y="2505075"/>
                <a:ext cx="2705100" cy="2593975"/>
              </a:xfrm>
              <a:custGeom>
                <a:avLst/>
                <a:gdLst>
                  <a:gd name="T0" fmla="*/ 952 w 1704"/>
                  <a:gd name="T1" fmla="*/ 212 h 1634"/>
                  <a:gd name="T2" fmla="*/ 752 w 1704"/>
                  <a:gd name="T3" fmla="*/ 0 h 1634"/>
                  <a:gd name="T4" fmla="*/ 0 w 1704"/>
                  <a:gd name="T5" fmla="*/ 212 h 1634"/>
                  <a:gd name="T6" fmla="*/ 572 w 1704"/>
                  <a:gd name="T7" fmla="*/ 398 h 1634"/>
                  <a:gd name="T8" fmla="*/ 562 w 1704"/>
                  <a:gd name="T9" fmla="*/ 440 h 1634"/>
                  <a:gd name="T10" fmla="*/ 544 w 1704"/>
                  <a:gd name="T11" fmla="*/ 504 h 1634"/>
                  <a:gd name="T12" fmla="*/ 510 w 1704"/>
                  <a:gd name="T13" fmla="*/ 586 h 1634"/>
                  <a:gd name="T14" fmla="*/ 460 w 1704"/>
                  <a:gd name="T15" fmla="*/ 686 h 1634"/>
                  <a:gd name="T16" fmla="*/ 386 w 1704"/>
                  <a:gd name="T17" fmla="*/ 804 h 1634"/>
                  <a:gd name="T18" fmla="*/ 288 w 1704"/>
                  <a:gd name="T19" fmla="*/ 940 h 1634"/>
                  <a:gd name="T20" fmla="*/ 160 w 1704"/>
                  <a:gd name="T21" fmla="*/ 1090 h 1634"/>
                  <a:gd name="T22" fmla="*/ 0 w 1704"/>
                  <a:gd name="T23" fmla="*/ 1256 h 1634"/>
                  <a:gd name="T24" fmla="*/ 0 w 1704"/>
                  <a:gd name="T25" fmla="*/ 1458 h 1634"/>
                  <a:gd name="T26" fmla="*/ 58 w 1704"/>
                  <a:gd name="T27" fmla="*/ 1412 h 1634"/>
                  <a:gd name="T28" fmla="*/ 150 w 1704"/>
                  <a:gd name="T29" fmla="*/ 1336 h 1634"/>
                  <a:gd name="T30" fmla="*/ 266 w 1704"/>
                  <a:gd name="T31" fmla="*/ 1224 h 1634"/>
                  <a:gd name="T32" fmla="*/ 396 w 1704"/>
                  <a:gd name="T33" fmla="*/ 1084 h 1634"/>
                  <a:gd name="T34" fmla="*/ 460 w 1704"/>
                  <a:gd name="T35" fmla="*/ 1004 h 1634"/>
                  <a:gd name="T36" fmla="*/ 524 w 1704"/>
                  <a:gd name="T37" fmla="*/ 916 h 1634"/>
                  <a:gd name="T38" fmla="*/ 584 w 1704"/>
                  <a:gd name="T39" fmla="*/ 824 h 1634"/>
                  <a:gd name="T40" fmla="*/ 638 w 1704"/>
                  <a:gd name="T41" fmla="*/ 728 h 1634"/>
                  <a:gd name="T42" fmla="*/ 684 w 1704"/>
                  <a:gd name="T43" fmla="*/ 626 h 1634"/>
                  <a:gd name="T44" fmla="*/ 724 w 1704"/>
                  <a:gd name="T45" fmla="*/ 518 h 1634"/>
                  <a:gd name="T46" fmla="*/ 752 w 1704"/>
                  <a:gd name="T47" fmla="*/ 408 h 1634"/>
                  <a:gd name="T48" fmla="*/ 384 w 1704"/>
                  <a:gd name="T49" fmla="*/ 1214 h 1634"/>
                  <a:gd name="T50" fmla="*/ 752 w 1704"/>
                  <a:gd name="T51" fmla="*/ 1376 h 1634"/>
                  <a:gd name="T52" fmla="*/ 952 w 1704"/>
                  <a:gd name="T53" fmla="*/ 1634 h 1634"/>
                  <a:gd name="T54" fmla="*/ 1320 w 1704"/>
                  <a:gd name="T55" fmla="*/ 1376 h 1634"/>
                  <a:gd name="T56" fmla="*/ 952 w 1704"/>
                  <a:gd name="T57" fmla="*/ 1214 h 1634"/>
                  <a:gd name="T58" fmla="*/ 952 w 1704"/>
                  <a:gd name="T59" fmla="*/ 408 h 1634"/>
                  <a:gd name="T60" fmla="*/ 980 w 1704"/>
                  <a:gd name="T61" fmla="*/ 518 h 1634"/>
                  <a:gd name="T62" fmla="*/ 1020 w 1704"/>
                  <a:gd name="T63" fmla="*/ 626 h 1634"/>
                  <a:gd name="T64" fmla="*/ 1066 w 1704"/>
                  <a:gd name="T65" fmla="*/ 728 h 1634"/>
                  <a:gd name="T66" fmla="*/ 1120 w 1704"/>
                  <a:gd name="T67" fmla="*/ 824 h 1634"/>
                  <a:gd name="T68" fmla="*/ 1180 w 1704"/>
                  <a:gd name="T69" fmla="*/ 916 h 1634"/>
                  <a:gd name="T70" fmla="*/ 1244 w 1704"/>
                  <a:gd name="T71" fmla="*/ 1004 h 1634"/>
                  <a:gd name="T72" fmla="*/ 1308 w 1704"/>
                  <a:gd name="T73" fmla="*/ 1084 h 1634"/>
                  <a:gd name="T74" fmla="*/ 1438 w 1704"/>
                  <a:gd name="T75" fmla="*/ 1224 h 1634"/>
                  <a:gd name="T76" fmla="*/ 1554 w 1704"/>
                  <a:gd name="T77" fmla="*/ 1336 h 1634"/>
                  <a:gd name="T78" fmla="*/ 1646 w 1704"/>
                  <a:gd name="T79" fmla="*/ 1412 h 1634"/>
                  <a:gd name="T80" fmla="*/ 1704 w 1704"/>
                  <a:gd name="T81" fmla="*/ 1458 h 1634"/>
                  <a:gd name="T82" fmla="*/ 1704 w 1704"/>
                  <a:gd name="T83" fmla="*/ 1256 h 1634"/>
                  <a:gd name="T84" fmla="*/ 1544 w 1704"/>
                  <a:gd name="T85" fmla="*/ 1090 h 1634"/>
                  <a:gd name="T86" fmla="*/ 1416 w 1704"/>
                  <a:gd name="T87" fmla="*/ 940 h 1634"/>
                  <a:gd name="T88" fmla="*/ 1318 w 1704"/>
                  <a:gd name="T89" fmla="*/ 804 h 1634"/>
                  <a:gd name="T90" fmla="*/ 1244 w 1704"/>
                  <a:gd name="T91" fmla="*/ 686 h 1634"/>
                  <a:gd name="T92" fmla="*/ 1194 w 1704"/>
                  <a:gd name="T93" fmla="*/ 586 h 1634"/>
                  <a:gd name="T94" fmla="*/ 1160 w 1704"/>
                  <a:gd name="T95" fmla="*/ 504 h 1634"/>
                  <a:gd name="T96" fmla="*/ 1142 w 1704"/>
                  <a:gd name="T97" fmla="*/ 440 h 1634"/>
                  <a:gd name="T98" fmla="*/ 1704 w 1704"/>
                  <a:gd name="T99" fmla="*/ 398 h 16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1704" h="1634">
                    <a:moveTo>
                      <a:pt x="1704" y="212"/>
                    </a:moveTo>
                    <a:lnTo>
                      <a:pt x="952" y="212"/>
                    </a:lnTo>
                    <a:lnTo>
                      <a:pt x="952" y="0"/>
                    </a:lnTo>
                    <a:lnTo>
                      <a:pt x="752" y="0"/>
                    </a:lnTo>
                    <a:lnTo>
                      <a:pt x="752" y="212"/>
                    </a:lnTo>
                    <a:lnTo>
                      <a:pt x="0" y="212"/>
                    </a:lnTo>
                    <a:lnTo>
                      <a:pt x="0" y="398"/>
                    </a:lnTo>
                    <a:lnTo>
                      <a:pt x="572" y="398"/>
                    </a:lnTo>
                    <a:lnTo>
                      <a:pt x="572" y="398"/>
                    </a:lnTo>
                    <a:lnTo>
                      <a:pt x="562" y="440"/>
                    </a:lnTo>
                    <a:lnTo>
                      <a:pt x="554" y="470"/>
                    </a:lnTo>
                    <a:lnTo>
                      <a:pt x="544" y="504"/>
                    </a:lnTo>
                    <a:lnTo>
                      <a:pt x="528" y="542"/>
                    </a:lnTo>
                    <a:lnTo>
                      <a:pt x="510" y="586"/>
                    </a:lnTo>
                    <a:lnTo>
                      <a:pt x="488" y="634"/>
                    </a:lnTo>
                    <a:lnTo>
                      <a:pt x="460" y="686"/>
                    </a:lnTo>
                    <a:lnTo>
                      <a:pt x="426" y="744"/>
                    </a:lnTo>
                    <a:lnTo>
                      <a:pt x="386" y="804"/>
                    </a:lnTo>
                    <a:lnTo>
                      <a:pt x="342" y="870"/>
                    </a:lnTo>
                    <a:lnTo>
                      <a:pt x="288" y="940"/>
                    </a:lnTo>
                    <a:lnTo>
                      <a:pt x="228" y="1014"/>
                    </a:lnTo>
                    <a:lnTo>
                      <a:pt x="160" y="1090"/>
                    </a:lnTo>
                    <a:lnTo>
                      <a:pt x="84" y="1172"/>
                    </a:lnTo>
                    <a:lnTo>
                      <a:pt x="0" y="1256"/>
                    </a:lnTo>
                    <a:lnTo>
                      <a:pt x="0" y="1458"/>
                    </a:lnTo>
                    <a:lnTo>
                      <a:pt x="0" y="1458"/>
                    </a:lnTo>
                    <a:lnTo>
                      <a:pt x="28" y="1438"/>
                    </a:lnTo>
                    <a:lnTo>
                      <a:pt x="58" y="1412"/>
                    </a:lnTo>
                    <a:lnTo>
                      <a:pt x="100" y="1378"/>
                    </a:lnTo>
                    <a:lnTo>
                      <a:pt x="150" y="1336"/>
                    </a:lnTo>
                    <a:lnTo>
                      <a:pt x="206" y="1284"/>
                    </a:lnTo>
                    <a:lnTo>
                      <a:pt x="266" y="1224"/>
                    </a:lnTo>
                    <a:lnTo>
                      <a:pt x="330" y="1158"/>
                    </a:lnTo>
                    <a:lnTo>
                      <a:pt x="396" y="1084"/>
                    </a:lnTo>
                    <a:lnTo>
                      <a:pt x="428" y="1044"/>
                    </a:lnTo>
                    <a:lnTo>
                      <a:pt x="460" y="1004"/>
                    </a:lnTo>
                    <a:lnTo>
                      <a:pt x="492" y="960"/>
                    </a:lnTo>
                    <a:lnTo>
                      <a:pt x="524" y="916"/>
                    </a:lnTo>
                    <a:lnTo>
                      <a:pt x="554" y="872"/>
                    </a:lnTo>
                    <a:lnTo>
                      <a:pt x="584" y="824"/>
                    </a:lnTo>
                    <a:lnTo>
                      <a:pt x="612" y="776"/>
                    </a:lnTo>
                    <a:lnTo>
                      <a:pt x="638" y="728"/>
                    </a:lnTo>
                    <a:lnTo>
                      <a:pt x="662" y="676"/>
                    </a:lnTo>
                    <a:lnTo>
                      <a:pt x="684" y="626"/>
                    </a:lnTo>
                    <a:lnTo>
                      <a:pt x="706" y="572"/>
                    </a:lnTo>
                    <a:lnTo>
                      <a:pt x="724" y="518"/>
                    </a:lnTo>
                    <a:lnTo>
                      <a:pt x="740" y="464"/>
                    </a:lnTo>
                    <a:lnTo>
                      <a:pt x="752" y="408"/>
                    </a:lnTo>
                    <a:lnTo>
                      <a:pt x="752" y="1214"/>
                    </a:lnTo>
                    <a:lnTo>
                      <a:pt x="384" y="1214"/>
                    </a:lnTo>
                    <a:lnTo>
                      <a:pt x="384" y="1376"/>
                    </a:lnTo>
                    <a:lnTo>
                      <a:pt x="752" y="1376"/>
                    </a:lnTo>
                    <a:lnTo>
                      <a:pt x="752" y="1634"/>
                    </a:lnTo>
                    <a:lnTo>
                      <a:pt x="952" y="1634"/>
                    </a:lnTo>
                    <a:lnTo>
                      <a:pt x="952" y="1376"/>
                    </a:lnTo>
                    <a:lnTo>
                      <a:pt x="1320" y="1376"/>
                    </a:lnTo>
                    <a:lnTo>
                      <a:pt x="1320" y="1214"/>
                    </a:lnTo>
                    <a:lnTo>
                      <a:pt x="952" y="1214"/>
                    </a:lnTo>
                    <a:lnTo>
                      <a:pt x="952" y="408"/>
                    </a:lnTo>
                    <a:lnTo>
                      <a:pt x="952" y="408"/>
                    </a:lnTo>
                    <a:lnTo>
                      <a:pt x="964" y="464"/>
                    </a:lnTo>
                    <a:lnTo>
                      <a:pt x="980" y="518"/>
                    </a:lnTo>
                    <a:lnTo>
                      <a:pt x="998" y="572"/>
                    </a:lnTo>
                    <a:lnTo>
                      <a:pt x="1020" y="626"/>
                    </a:lnTo>
                    <a:lnTo>
                      <a:pt x="1042" y="676"/>
                    </a:lnTo>
                    <a:lnTo>
                      <a:pt x="1066" y="728"/>
                    </a:lnTo>
                    <a:lnTo>
                      <a:pt x="1092" y="776"/>
                    </a:lnTo>
                    <a:lnTo>
                      <a:pt x="1120" y="824"/>
                    </a:lnTo>
                    <a:lnTo>
                      <a:pt x="1150" y="872"/>
                    </a:lnTo>
                    <a:lnTo>
                      <a:pt x="1180" y="916"/>
                    </a:lnTo>
                    <a:lnTo>
                      <a:pt x="1212" y="960"/>
                    </a:lnTo>
                    <a:lnTo>
                      <a:pt x="1244" y="1004"/>
                    </a:lnTo>
                    <a:lnTo>
                      <a:pt x="1276" y="1044"/>
                    </a:lnTo>
                    <a:lnTo>
                      <a:pt x="1308" y="1084"/>
                    </a:lnTo>
                    <a:lnTo>
                      <a:pt x="1374" y="1158"/>
                    </a:lnTo>
                    <a:lnTo>
                      <a:pt x="1438" y="1224"/>
                    </a:lnTo>
                    <a:lnTo>
                      <a:pt x="1498" y="1284"/>
                    </a:lnTo>
                    <a:lnTo>
                      <a:pt x="1554" y="1336"/>
                    </a:lnTo>
                    <a:lnTo>
                      <a:pt x="1604" y="1378"/>
                    </a:lnTo>
                    <a:lnTo>
                      <a:pt x="1646" y="1412"/>
                    </a:lnTo>
                    <a:lnTo>
                      <a:pt x="1676" y="1438"/>
                    </a:lnTo>
                    <a:lnTo>
                      <a:pt x="1704" y="1458"/>
                    </a:lnTo>
                    <a:lnTo>
                      <a:pt x="1704" y="1256"/>
                    </a:lnTo>
                    <a:lnTo>
                      <a:pt x="1704" y="1256"/>
                    </a:lnTo>
                    <a:lnTo>
                      <a:pt x="1620" y="1172"/>
                    </a:lnTo>
                    <a:lnTo>
                      <a:pt x="1544" y="1090"/>
                    </a:lnTo>
                    <a:lnTo>
                      <a:pt x="1476" y="1014"/>
                    </a:lnTo>
                    <a:lnTo>
                      <a:pt x="1416" y="940"/>
                    </a:lnTo>
                    <a:lnTo>
                      <a:pt x="1362" y="870"/>
                    </a:lnTo>
                    <a:lnTo>
                      <a:pt x="1318" y="804"/>
                    </a:lnTo>
                    <a:lnTo>
                      <a:pt x="1278" y="744"/>
                    </a:lnTo>
                    <a:lnTo>
                      <a:pt x="1244" y="686"/>
                    </a:lnTo>
                    <a:lnTo>
                      <a:pt x="1216" y="634"/>
                    </a:lnTo>
                    <a:lnTo>
                      <a:pt x="1194" y="586"/>
                    </a:lnTo>
                    <a:lnTo>
                      <a:pt x="1176" y="542"/>
                    </a:lnTo>
                    <a:lnTo>
                      <a:pt x="1160" y="504"/>
                    </a:lnTo>
                    <a:lnTo>
                      <a:pt x="1150" y="470"/>
                    </a:lnTo>
                    <a:lnTo>
                      <a:pt x="1142" y="440"/>
                    </a:lnTo>
                    <a:lnTo>
                      <a:pt x="1132" y="398"/>
                    </a:lnTo>
                    <a:lnTo>
                      <a:pt x="1704" y="398"/>
                    </a:lnTo>
                    <a:lnTo>
                      <a:pt x="1704" y="21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3" name="Freeform 80">
                <a:extLst>
                  <a:ext uri="{FF2B5EF4-FFF2-40B4-BE49-F238E27FC236}">
                    <a16:creationId xmlns:a16="http://schemas.microsoft.com/office/drawing/2014/main" id="{E7C6206D-6EEE-5D3A-BF0F-8BC7C4290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075" y="2505075"/>
                <a:ext cx="1165225" cy="2597150"/>
              </a:xfrm>
              <a:custGeom>
                <a:avLst/>
                <a:gdLst>
                  <a:gd name="T0" fmla="*/ 302 w 734"/>
                  <a:gd name="T1" fmla="*/ 0 h 1636"/>
                  <a:gd name="T2" fmla="*/ 36 w 734"/>
                  <a:gd name="T3" fmla="*/ 214 h 1636"/>
                  <a:gd name="T4" fmla="*/ 174 w 734"/>
                  <a:gd name="T5" fmla="*/ 376 h 1636"/>
                  <a:gd name="T6" fmla="*/ 174 w 734"/>
                  <a:gd name="T7" fmla="*/ 876 h 1636"/>
                  <a:gd name="T8" fmla="*/ 168 w 734"/>
                  <a:gd name="T9" fmla="*/ 992 h 1636"/>
                  <a:gd name="T10" fmla="*/ 148 w 734"/>
                  <a:gd name="T11" fmla="*/ 1098 h 1636"/>
                  <a:gd name="T12" fmla="*/ 120 w 734"/>
                  <a:gd name="T13" fmla="*/ 1190 h 1636"/>
                  <a:gd name="T14" fmla="*/ 88 w 734"/>
                  <a:gd name="T15" fmla="*/ 1268 h 1636"/>
                  <a:gd name="T16" fmla="*/ 56 w 734"/>
                  <a:gd name="T17" fmla="*/ 1332 h 1636"/>
                  <a:gd name="T18" fmla="*/ 8 w 734"/>
                  <a:gd name="T19" fmla="*/ 1406 h 1636"/>
                  <a:gd name="T20" fmla="*/ 0 w 734"/>
                  <a:gd name="T21" fmla="*/ 1636 h 1636"/>
                  <a:gd name="T22" fmla="*/ 16 w 734"/>
                  <a:gd name="T23" fmla="*/ 1624 h 1636"/>
                  <a:gd name="T24" fmla="*/ 56 w 734"/>
                  <a:gd name="T25" fmla="*/ 1588 h 1636"/>
                  <a:gd name="T26" fmla="*/ 112 w 734"/>
                  <a:gd name="T27" fmla="*/ 1530 h 1636"/>
                  <a:gd name="T28" fmla="*/ 176 w 734"/>
                  <a:gd name="T29" fmla="*/ 1448 h 1636"/>
                  <a:gd name="T30" fmla="*/ 240 w 734"/>
                  <a:gd name="T31" fmla="*/ 1342 h 1636"/>
                  <a:gd name="T32" fmla="*/ 270 w 734"/>
                  <a:gd name="T33" fmla="*/ 1278 h 1636"/>
                  <a:gd name="T34" fmla="*/ 296 w 734"/>
                  <a:gd name="T35" fmla="*/ 1210 h 1636"/>
                  <a:gd name="T36" fmla="*/ 320 w 734"/>
                  <a:gd name="T37" fmla="*/ 1136 h 1636"/>
                  <a:gd name="T38" fmla="*/ 336 w 734"/>
                  <a:gd name="T39" fmla="*/ 1056 h 1636"/>
                  <a:gd name="T40" fmla="*/ 348 w 734"/>
                  <a:gd name="T41" fmla="*/ 968 h 1636"/>
                  <a:gd name="T42" fmla="*/ 352 w 734"/>
                  <a:gd name="T43" fmla="*/ 876 h 1636"/>
                  <a:gd name="T44" fmla="*/ 532 w 734"/>
                  <a:gd name="T45" fmla="*/ 740 h 1636"/>
                  <a:gd name="T46" fmla="*/ 532 w 734"/>
                  <a:gd name="T47" fmla="*/ 1372 h 1636"/>
                  <a:gd name="T48" fmla="*/ 530 w 734"/>
                  <a:gd name="T49" fmla="*/ 1394 h 1636"/>
                  <a:gd name="T50" fmla="*/ 522 w 734"/>
                  <a:gd name="T51" fmla="*/ 1418 h 1636"/>
                  <a:gd name="T52" fmla="*/ 508 w 734"/>
                  <a:gd name="T53" fmla="*/ 1434 h 1636"/>
                  <a:gd name="T54" fmla="*/ 496 w 734"/>
                  <a:gd name="T55" fmla="*/ 1440 h 1636"/>
                  <a:gd name="T56" fmla="*/ 332 w 734"/>
                  <a:gd name="T57" fmla="*/ 1440 h 1636"/>
                  <a:gd name="T58" fmla="*/ 504 w 734"/>
                  <a:gd name="T59" fmla="*/ 1608 h 1636"/>
                  <a:gd name="T60" fmla="*/ 540 w 734"/>
                  <a:gd name="T61" fmla="*/ 1606 h 1636"/>
                  <a:gd name="T62" fmla="*/ 600 w 734"/>
                  <a:gd name="T63" fmla="*/ 1592 h 1636"/>
                  <a:gd name="T64" fmla="*/ 646 w 734"/>
                  <a:gd name="T65" fmla="*/ 1570 h 1636"/>
                  <a:gd name="T66" fmla="*/ 676 w 734"/>
                  <a:gd name="T67" fmla="*/ 1542 h 1636"/>
                  <a:gd name="T68" fmla="*/ 696 w 734"/>
                  <a:gd name="T69" fmla="*/ 1512 h 1636"/>
                  <a:gd name="T70" fmla="*/ 708 w 734"/>
                  <a:gd name="T71" fmla="*/ 1482 h 1636"/>
                  <a:gd name="T72" fmla="*/ 714 w 734"/>
                  <a:gd name="T73" fmla="*/ 1452 h 1636"/>
                  <a:gd name="T74" fmla="*/ 714 w 734"/>
                  <a:gd name="T75" fmla="*/ 578 h 1636"/>
                  <a:gd name="T76" fmla="*/ 352 w 734"/>
                  <a:gd name="T77" fmla="*/ 578 h 1636"/>
                  <a:gd name="T78" fmla="*/ 734 w 734"/>
                  <a:gd name="T79" fmla="*/ 376 h 1636"/>
                  <a:gd name="T80" fmla="*/ 500 w 734"/>
                  <a:gd name="T81" fmla="*/ 214 h 16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734" h="1636">
                    <a:moveTo>
                      <a:pt x="500" y="0"/>
                    </a:moveTo>
                    <a:lnTo>
                      <a:pt x="302" y="0"/>
                    </a:lnTo>
                    <a:lnTo>
                      <a:pt x="302" y="214"/>
                    </a:lnTo>
                    <a:lnTo>
                      <a:pt x="36" y="214"/>
                    </a:lnTo>
                    <a:lnTo>
                      <a:pt x="36" y="376"/>
                    </a:lnTo>
                    <a:lnTo>
                      <a:pt x="174" y="376"/>
                    </a:lnTo>
                    <a:lnTo>
                      <a:pt x="174" y="876"/>
                    </a:lnTo>
                    <a:lnTo>
                      <a:pt x="174" y="876"/>
                    </a:lnTo>
                    <a:lnTo>
                      <a:pt x="172" y="936"/>
                    </a:lnTo>
                    <a:lnTo>
                      <a:pt x="168" y="992"/>
                    </a:lnTo>
                    <a:lnTo>
                      <a:pt x="158" y="1046"/>
                    </a:lnTo>
                    <a:lnTo>
                      <a:pt x="148" y="1098"/>
                    </a:lnTo>
                    <a:lnTo>
                      <a:pt x="134" y="1146"/>
                    </a:lnTo>
                    <a:lnTo>
                      <a:pt x="120" y="1190"/>
                    </a:lnTo>
                    <a:lnTo>
                      <a:pt x="104" y="1230"/>
                    </a:lnTo>
                    <a:lnTo>
                      <a:pt x="88" y="1268"/>
                    </a:lnTo>
                    <a:lnTo>
                      <a:pt x="72" y="1302"/>
                    </a:lnTo>
                    <a:lnTo>
                      <a:pt x="56" y="1332"/>
                    </a:lnTo>
                    <a:lnTo>
                      <a:pt x="28" y="1378"/>
                    </a:lnTo>
                    <a:lnTo>
                      <a:pt x="8" y="1406"/>
                    </a:lnTo>
                    <a:lnTo>
                      <a:pt x="0" y="1416"/>
                    </a:lnTo>
                    <a:lnTo>
                      <a:pt x="0" y="1636"/>
                    </a:lnTo>
                    <a:lnTo>
                      <a:pt x="0" y="1636"/>
                    </a:lnTo>
                    <a:lnTo>
                      <a:pt x="16" y="1624"/>
                    </a:lnTo>
                    <a:lnTo>
                      <a:pt x="32" y="1608"/>
                    </a:lnTo>
                    <a:lnTo>
                      <a:pt x="56" y="1588"/>
                    </a:lnTo>
                    <a:lnTo>
                      <a:pt x="82" y="1562"/>
                    </a:lnTo>
                    <a:lnTo>
                      <a:pt x="112" y="1530"/>
                    </a:lnTo>
                    <a:lnTo>
                      <a:pt x="144" y="1492"/>
                    </a:lnTo>
                    <a:lnTo>
                      <a:pt x="176" y="1448"/>
                    </a:lnTo>
                    <a:lnTo>
                      <a:pt x="208" y="1398"/>
                    </a:lnTo>
                    <a:lnTo>
                      <a:pt x="240" y="1342"/>
                    </a:lnTo>
                    <a:lnTo>
                      <a:pt x="256" y="1310"/>
                    </a:lnTo>
                    <a:lnTo>
                      <a:pt x="270" y="1278"/>
                    </a:lnTo>
                    <a:lnTo>
                      <a:pt x="284" y="1246"/>
                    </a:lnTo>
                    <a:lnTo>
                      <a:pt x="296" y="1210"/>
                    </a:lnTo>
                    <a:lnTo>
                      <a:pt x="308" y="1174"/>
                    </a:lnTo>
                    <a:lnTo>
                      <a:pt x="320" y="1136"/>
                    </a:lnTo>
                    <a:lnTo>
                      <a:pt x="328" y="1096"/>
                    </a:lnTo>
                    <a:lnTo>
                      <a:pt x="336" y="1056"/>
                    </a:lnTo>
                    <a:lnTo>
                      <a:pt x="344" y="1012"/>
                    </a:lnTo>
                    <a:lnTo>
                      <a:pt x="348" y="968"/>
                    </a:lnTo>
                    <a:lnTo>
                      <a:pt x="350" y="922"/>
                    </a:lnTo>
                    <a:lnTo>
                      <a:pt x="352" y="876"/>
                    </a:lnTo>
                    <a:lnTo>
                      <a:pt x="352" y="740"/>
                    </a:lnTo>
                    <a:lnTo>
                      <a:pt x="532" y="740"/>
                    </a:lnTo>
                    <a:lnTo>
                      <a:pt x="532" y="1372"/>
                    </a:lnTo>
                    <a:lnTo>
                      <a:pt x="532" y="1372"/>
                    </a:lnTo>
                    <a:lnTo>
                      <a:pt x="532" y="1382"/>
                    </a:lnTo>
                    <a:lnTo>
                      <a:pt x="530" y="1394"/>
                    </a:lnTo>
                    <a:lnTo>
                      <a:pt x="526" y="1406"/>
                    </a:lnTo>
                    <a:lnTo>
                      <a:pt x="522" y="1418"/>
                    </a:lnTo>
                    <a:lnTo>
                      <a:pt x="514" y="1430"/>
                    </a:lnTo>
                    <a:lnTo>
                      <a:pt x="508" y="1434"/>
                    </a:lnTo>
                    <a:lnTo>
                      <a:pt x="502" y="1438"/>
                    </a:lnTo>
                    <a:lnTo>
                      <a:pt x="496" y="1440"/>
                    </a:lnTo>
                    <a:lnTo>
                      <a:pt x="488" y="1440"/>
                    </a:lnTo>
                    <a:lnTo>
                      <a:pt x="332" y="1440"/>
                    </a:lnTo>
                    <a:lnTo>
                      <a:pt x="332" y="1608"/>
                    </a:lnTo>
                    <a:lnTo>
                      <a:pt x="504" y="1608"/>
                    </a:lnTo>
                    <a:lnTo>
                      <a:pt x="504" y="1608"/>
                    </a:lnTo>
                    <a:lnTo>
                      <a:pt x="540" y="1606"/>
                    </a:lnTo>
                    <a:lnTo>
                      <a:pt x="572" y="1602"/>
                    </a:lnTo>
                    <a:lnTo>
                      <a:pt x="600" y="1592"/>
                    </a:lnTo>
                    <a:lnTo>
                      <a:pt x="626" y="1582"/>
                    </a:lnTo>
                    <a:lnTo>
                      <a:pt x="646" y="1570"/>
                    </a:lnTo>
                    <a:lnTo>
                      <a:pt x="662" y="1556"/>
                    </a:lnTo>
                    <a:lnTo>
                      <a:pt x="676" y="1542"/>
                    </a:lnTo>
                    <a:lnTo>
                      <a:pt x="688" y="1526"/>
                    </a:lnTo>
                    <a:lnTo>
                      <a:pt x="696" y="1512"/>
                    </a:lnTo>
                    <a:lnTo>
                      <a:pt x="704" y="1496"/>
                    </a:lnTo>
                    <a:lnTo>
                      <a:pt x="708" y="1482"/>
                    </a:lnTo>
                    <a:lnTo>
                      <a:pt x="710" y="1470"/>
                    </a:lnTo>
                    <a:lnTo>
                      <a:pt x="714" y="1452"/>
                    </a:lnTo>
                    <a:lnTo>
                      <a:pt x="714" y="1444"/>
                    </a:lnTo>
                    <a:lnTo>
                      <a:pt x="714" y="578"/>
                    </a:lnTo>
                    <a:lnTo>
                      <a:pt x="714" y="578"/>
                    </a:lnTo>
                    <a:lnTo>
                      <a:pt x="352" y="578"/>
                    </a:lnTo>
                    <a:lnTo>
                      <a:pt x="352" y="376"/>
                    </a:lnTo>
                    <a:lnTo>
                      <a:pt x="734" y="376"/>
                    </a:lnTo>
                    <a:lnTo>
                      <a:pt x="734" y="214"/>
                    </a:lnTo>
                    <a:lnTo>
                      <a:pt x="500" y="214"/>
                    </a:lnTo>
                    <a:lnTo>
                      <a:pt x="50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4" name="Freeform 81">
                <a:extLst>
                  <a:ext uri="{FF2B5EF4-FFF2-40B4-BE49-F238E27FC236}">
                    <a16:creationId xmlns:a16="http://schemas.microsoft.com/office/drawing/2014/main" id="{BE2BF759-CEED-62E9-8D7C-DEDC38BEC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4750" y="2505075"/>
                <a:ext cx="1479550" cy="968375"/>
              </a:xfrm>
              <a:custGeom>
                <a:avLst/>
                <a:gdLst>
                  <a:gd name="T0" fmla="*/ 402 w 932"/>
                  <a:gd name="T1" fmla="*/ 214 h 610"/>
                  <a:gd name="T2" fmla="*/ 402 w 932"/>
                  <a:gd name="T3" fmla="*/ 214 h 610"/>
                  <a:gd name="T4" fmla="*/ 426 w 932"/>
                  <a:gd name="T5" fmla="*/ 166 h 610"/>
                  <a:gd name="T6" fmla="*/ 448 w 932"/>
                  <a:gd name="T7" fmla="*/ 116 h 610"/>
                  <a:gd name="T8" fmla="*/ 468 w 932"/>
                  <a:gd name="T9" fmla="*/ 60 h 610"/>
                  <a:gd name="T10" fmla="*/ 486 w 932"/>
                  <a:gd name="T11" fmla="*/ 0 h 610"/>
                  <a:gd name="T12" fmla="*/ 288 w 932"/>
                  <a:gd name="T13" fmla="*/ 0 h 610"/>
                  <a:gd name="T14" fmla="*/ 288 w 932"/>
                  <a:gd name="T15" fmla="*/ 0 h 610"/>
                  <a:gd name="T16" fmla="*/ 274 w 932"/>
                  <a:gd name="T17" fmla="*/ 50 h 610"/>
                  <a:gd name="T18" fmla="*/ 256 w 932"/>
                  <a:gd name="T19" fmla="*/ 98 h 610"/>
                  <a:gd name="T20" fmla="*/ 236 w 932"/>
                  <a:gd name="T21" fmla="*/ 144 h 610"/>
                  <a:gd name="T22" fmla="*/ 214 w 932"/>
                  <a:gd name="T23" fmla="*/ 186 h 610"/>
                  <a:gd name="T24" fmla="*/ 190 w 932"/>
                  <a:gd name="T25" fmla="*/ 226 h 610"/>
                  <a:gd name="T26" fmla="*/ 166 w 932"/>
                  <a:gd name="T27" fmla="*/ 262 h 610"/>
                  <a:gd name="T28" fmla="*/ 142 w 932"/>
                  <a:gd name="T29" fmla="*/ 296 h 610"/>
                  <a:gd name="T30" fmla="*/ 118 w 932"/>
                  <a:gd name="T31" fmla="*/ 326 h 610"/>
                  <a:gd name="T32" fmla="*/ 96 w 932"/>
                  <a:gd name="T33" fmla="*/ 354 h 610"/>
                  <a:gd name="T34" fmla="*/ 74 w 932"/>
                  <a:gd name="T35" fmla="*/ 378 h 610"/>
                  <a:gd name="T36" fmla="*/ 36 w 932"/>
                  <a:gd name="T37" fmla="*/ 416 h 610"/>
                  <a:gd name="T38" fmla="*/ 10 w 932"/>
                  <a:gd name="T39" fmla="*/ 440 h 610"/>
                  <a:gd name="T40" fmla="*/ 0 w 932"/>
                  <a:gd name="T41" fmla="*/ 448 h 610"/>
                  <a:gd name="T42" fmla="*/ 0 w 932"/>
                  <a:gd name="T43" fmla="*/ 610 h 610"/>
                  <a:gd name="T44" fmla="*/ 0 w 932"/>
                  <a:gd name="T45" fmla="*/ 610 h 610"/>
                  <a:gd name="T46" fmla="*/ 28 w 932"/>
                  <a:gd name="T47" fmla="*/ 600 h 610"/>
                  <a:gd name="T48" fmla="*/ 58 w 932"/>
                  <a:gd name="T49" fmla="*/ 586 h 610"/>
                  <a:gd name="T50" fmla="*/ 96 w 932"/>
                  <a:gd name="T51" fmla="*/ 564 h 610"/>
                  <a:gd name="T52" fmla="*/ 118 w 932"/>
                  <a:gd name="T53" fmla="*/ 550 h 610"/>
                  <a:gd name="T54" fmla="*/ 142 w 932"/>
                  <a:gd name="T55" fmla="*/ 532 h 610"/>
                  <a:gd name="T56" fmla="*/ 168 w 932"/>
                  <a:gd name="T57" fmla="*/ 514 h 610"/>
                  <a:gd name="T58" fmla="*/ 194 w 932"/>
                  <a:gd name="T59" fmla="*/ 492 h 610"/>
                  <a:gd name="T60" fmla="*/ 220 w 932"/>
                  <a:gd name="T61" fmla="*/ 468 h 610"/>
                  <a:gd name="T62" fmla="*/ 248 w 932"/>
                  <a:gd name="T63" fmla="*/ 440 h 610"/>
                  <a:gd name="T64" fmla="*/ 274 w 932"/>
                  <a:gd name="T65" fmla="*/ 410 h 610"/>
                  <a:gd name="T66" fmla="*/ 302 w 932"/>
                  <a:gd name="T67" fmla="*/ 376 h 610"/>
                  <a:gd name="T68" fmla="*/ 932 w 932"/>
                  <a:gd name="T69" fmla="*/ 376 h 610"/>
                  <a:gd name="T70" fmla="*/ 932 w 932"/>
                  <a:gd name="T71" fmla="*/ 214 h 610"/>
                  <a:gd name="T72" fmla="*/ 402 w 932"/>
                  <a:gd name="T73" fmla="*/ 214 h 6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932" h="610">
                    <a:moveTo>
                      <a:pt x="402" y="214"/>
                    </a:moveTo>
                    <a:lnTo>
                      <a:pt x="402" y="214"/>
                    </a:lnTo>
                    <a:lnTo>
                      <a:pt x="426" y="166"/>
                    </a:lnTo>
                    <a:lnTo>
                      <a:pt x="448" y="116"/>
                    </a:lnTo>
                    <a:lnTo>
                      <a:pt x="468" y="60"/>
                    </a:lnTo>
                    <a:lnTo>
                      <a:pt x="486" y="0"/>
                    </a:lnTo>
                    <a:lnTo>
                      <a:pt x="288" y="0"/>
                    </a:lnTo>
                    <a:lnTo>
                      <a:pt x="288" y="0"/>
                    </a:lnTo>
                    <a:lnTo>
                      <a:pt x="274" y="50"/>
                    </a:lnTo>
                    <a:lnTo>
                      <a:pt x="256" y="98"/>
                    </a:lnTo>
                    <a:lnTo>
                      <a:pt x="236" y="144"/>
                    </a:lnTo>
                    <a:lnTo>
                      <a:pt x="214" y="186"/>
                    </a:lnTo>
                    <a:lnTo>
                      <a:pt x="190" y="226"/>
                    </a:lnTo>
                    <a:lnTo>
                      <a:pt x="166" y="262"/>
                    </a:lnTo>
                    <a:lnTo>
                      <a:pt x="142" y="296"/>
                    </a:lnTo>
                    <a:lnTo>
                      <a:pt x="118" y="326"/>
                    </a:lnTo>
                    <a:lnTo>
                      <a:pt x="96" y="354"/>
                    </a:lnTo>
                    <a:lnTo>
                      <a:pt x="74" y="378"/>
                    </a:lnTo>
                    <a:lnTo>
                      <a:pt x="36" y="416"/>
                    </a:lnTo>
                    <a:lnTo>
                      <a:pt x="10" y="440"/>
                    </a:lnTo>
                    <a:lnTo>
                      <a:pt x="0" y="448"/>
                    </a:lnTo>
                    <a:lnTo>
                      <a:pt x="0" y="610"/>
                    </a:lnTo>
                    <a:lnTo>
                      <a:pt x="0" y="610"/>
                    </a:lnTo>
                    <a:lnTo>
                      <a:pt x="28" y="600"/>
                    </a:lnTo>
                    <a:lnTo>
                      <a:pt x="58" y="586"/>
                    </a:lnTo>
                    <a:lnTo>
                      <a:pt x="96" y="564"/>
                    </a:lnTo>
                    <a:lnTo>
                      <a:pt x="118" y="550"/>
                    </a:lnTo>
                    <a:lnTo>
                      <a:pt x="142" y="532"/>
                    </a:lnTo>
                    <a:lnTo>
                      <a:pt x="168" y="514"/>
                    </a:lnTo>
                    <a:lnTo>
                      <a:pt x="194" y="492"/>
                    </a:lnTo>
                    <a:lnTo>
                      <a:pt x="220" y="468"/>
                    </a:lnTo>
                    <a:lnTo>
                      <a:pt x="248" y="440"/>
                    </a:lnTo>
                    <a:lnTo>
                      <a:pt x="274" y="410"/>
                    </a:lnTo>
                    <a:lnTo>
                      <a:pt x="302" y="376"/>
                    </a:lnTo>
                    <a:lnTo>
                      <a:pt x="932" y="376"/>
                    </a:lnTo>
                    <a:lnTo>
                      <a:pt x="932" y="214"/>
                    </a:lnTo>
                    <a:lnTo>
                      <a:pt x="402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5" name="Freeform 82">
                <a:extLst>
                  <a:ext uri="{FF2B5EF4-FFF2-40B4-BE49-F238E27FC236}">
                    <a16:creationId xmlns:a16="http://schemas.microsoft.com/office/drawing/2014/main" id="{24C56EF3-3FDA-C899-A817-4C402D99F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1575" y="3165475"/>
                <a:ext cx="1482725" cy="1895475"/>
              </a:xfrm>
              <a:custGeom>
                <a:avLst/>
                <a:gdLst>
                  <a:gd name="T0" fmla="*/ 650 w 934"/>
                  <a:gd name="T1" fmla="*/ 630 h 1194"/>
                  <a:gd name="T2" fmla="*/ 732 w 934"/>
                  <a:gd name="T3" fmla="*/ 590 h 1194"/>
                  <a:gd name="T4" fmla="*/ 858 w 934"/>
                  <a:gd name="T5" fmla="*/ 516 h 1194"/>
                  <a:gd name="T6" fmla="*/ 880 w 934"/>
                  <a:gd name="T7" fmla="*/ 306 h 1194"/>
                  <a:gd name="T8" fmla="*/ 838 w 934"/>
                  <a:gd name="T9" fmla="*/ 336 h 1194"/>
                  <a:gd name="T10" fmla="*/ 758 w 934"/>
                  <a:gd name="T11" fmla="*/ 384 h 1194"/>
                  <a:gd name="T12" fmla="*/ 654 w 934"/>
                  <a:gd name="T13" fmla="*/ 438 h 1194"/>
                  <a:gd name="T14" fmla="*/ 604 w 934"/>
                  <a:gd name="T15" fmla="*/ 460 h 1194"/>
                  <a:gd name="T16" fmla="*/ 590 w 934"/>
                  <a:gd name="T17" fmla="*/ 364 h 1194"/>
                  <a:gd name="T18" fmla="*/ 580 w 934"/>
                  <a:gd name="T19" fmla="*/ 256 h 1194"/>
                  <a:gd name="T20" fmla="*/ 658 w 934"/>
                  <a:gd name="T21" fmla="*/ 218 h 1194"/>
                  <a:gd name="T22" fmla="*/ 764 w 934"/>
                  <a:gd name="T23" fmla="*/ 160 h 1194"/>
                  <a:gd name="T24" fmla="*/ 764 w 934"/>
                  <a:gd name="T25" fmla="*/ 0 h 1194"/>
                  <a:gd name="T26" fmla="*/ 644 w 934"/>
                  <a:gd name="T27" fmla="*/ 62 h 1194"/>
                  <a:gd name="T28" fmla="*/ 446 w 934"/>
                  <a:gd name="T29" fmla="*/ 150 h 1194"/>
                  <a:gd name="T30" fmla="*/ 316 w 934"/>
                  <a:gd name="T31" fmla="*/ 202 h 1194"/>
                  <a:gd name="T32" fmla="*/ 166 w 934"/>
                  <a:gd name="T33" fmla="*/ 254 h 1194"/>
                  <a:gd name="T34" fmla="*/ 0 w 934"/>
                  <a:gd name="T35" fmla="*/ 306 h 1194"/>
                  <a:gd name="T36" fmla="*/ 0 w 934"/>
                  <a:gd name="T37" fmla="*/ 468 h 1194"/>
                  <a:gd name="T38" fmla="*/ 142 w 934"/>
                  <a:gd name="T39" fmla="*/ 428 h 1194"/>
                  <a:gd name="T40" fmla="*/ 316 w 934"/>
                  <a:gd name="T41" fmla="*/ 1194 h 1194"/>
                  <a:gd name="T42" fmla="*/ 316 w 934"/>
                  <a:gd name="T43" fmla="*/ 368 h 1194"/>
                  <a:gd name="T44" fmla="*/ 404 w 934"/>
                  <a:gd name="T45" fmla="*/ 334 h 1194"/>
                  <a:gd name="T46" fmla="*/ 424 w 934"/>
                  <a:gd name="T47" fmla="*/ 458 h 1194"/>
                  <a:gd name="T48" fmla="*/ 450 w 934"/>
                  <a:gd name="T49" fmla="*/ 570 h 1194"/>
                  <a:gd name="T50" fmla="*/ 484 w 934"/>
                  <a:gd name="T51" fmla="*/ 670 h 1194"/>
                  <a:gd name="T52" fmla="*/ 522 w 934"/>
                  <a:gd name="T53" fmla="*/ 760 h 1194"/>
                  <a:gd name="T54" fmla="*/ 564 w 934"/>
                  <a:gd name="T55" fmla="*/ 840 h 1194"/>
                  <a:gd name="T56" fmla="*/ 608 w 934"/>
                  <a:gd name="T57" fmla="*/ 910 h 1194"/>
                  <a:gd name="T58" fmla="*/ 654 w 934"/>
                  <a:gd name="T59" fmla="*/ 972 h 1194"/>
                  <a:gd name="T60" fmla="*/ 700 w 934"/>
                  <a:gd name="T61" fmla="*/ 1024 h 1194"/>
                  <a:gd name="T62" fmla="*/ 788 w 934"/>
                  <a:gd name="T63" fmla="*/ 1104 h 1194"/>
                  <a:gd name="T64" fmla="*/ 862 w 934"/>
                  <a:gd name="T65" fmla="*/ 1158 h 1194"/>
                  <a:gd name="T66" fmla="*/ 914 w 934"/>
                  <a:gd name="T67" fmla="*/ 1186 h 1194"/>
                  <a:gd name="T68" fmla="*/ 934 w 934"/>
                  <a:gd name="T69" fmla="*/ 1010 h 1194"/>
                  <a:gd name="T70" fmla="*/ 926 w 934"/>
                  <a:gd name="T71" fmla="*/ 1006 h 1194"/>
                  <a:gd name="T72" fmla="*/ 872 w 934"/>
                  <a:gd name="T73" fmla="*/ 966 h 1194"/>
                  <a:gd name="T74" fmla="*/ 832 w 934"/>
                  <a:gd name="T75" fmla="*/ 928 h 1194"/>
                  <a:gd name="T76" fmla="*/ 786 w 934"/>
                  <a:gd name="T77" fmla="*/ 876 h 1194"/>
                  <a:gd name="T78" fmla="*/ 738 w 934"/>
                  <a:gd name="T79" fmla="*/ 810 h 1194"/>
                  <a:gd name="T80" fmla="*/ 692 w 934"/>
                  <a:gd name="T81" fmla="*/ 728 h 1194"/>
                  <a:gd name="T82" fmla="*/ 650 w 934"/>
                  <a:gd name="T83" fmla="*/ 630 h 11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934" h="1194">
                    <a:moveTo>
                      <a:pt x="650" y="630"/>
                    </a:moveTo>
                    <a:lnTo>
                      <a:pt x="650" y="630"/>
                    </a:lnTo>
                    <a:lnTo>
                      <a:pt x="690" y="610"/>
                    </a:lnTo>
                    <a:lnTo>
                      <a:pt x="732" y="590"/>
                    </a:lnTo>
                    <a:lnTo>
                      <a:pt x="804" y="550"/>
                    </a:lnTo>
                    <a:lnTo>
                      <a:pt x="858" y="516"/>
                    </a:lnTo>
                    <a:lnTo>
                      <a:pt x="880" y="504"/>
                    </a:lnTo>
                    <a:lnTo>
                      <a:pt x="880" y="306"/>
                    </a:lnTo>
                    <a:lnTo>
                      <a:pt x="880" y="306"/>
                    </a:lnTo>
                    <a:lnTo>
                      <a:pt x="838" y="336"/>
                    </a:lnTo>
                    <a:lnTo>
                      <a:pt x="798" y="362"/>
                    </a:lnTo>
                    <a:lnTo>
                      <a:pt x="758" y="384"/>
                    </a:lnTo>
                    <a:lnTo>
                      <a:pt x="720" y="406"/>
                    </a:lnTo>
                    <a:lnTo>
                      <a:pt x="654" y="438"/>
                    </a:lnTo>
                    <a:lnTo>
                      <a:pt x="604" y="460"/>
                    </a:lnTo>
                    <a:lnTo>
                      <a:pt x="604" y="460"/>
                    </a:lnTo>
                    <a:lnTo>
                      <a:pt x="596" y="414"/>
                    </a:lnTo>
                    <a:lnTo>
                      <a:pt x="590" y="364"/>
                    </a:lnTo>
                    <a:lnTo>
                      <a:pt x="584" y="312"/>
                    </a:lnTo>
                    <a:lnTo>
                      <a:pt x="580" y="256"/>
                    </a:lnTo>
                    <a:lnTo>
                      <a:pt x="580" y="256"/>
                    </a:lnTo>
                    <a:lnTo>
                      <a:pt x="658" y="218"/>
                    </a:lnTo>
                    <a:lnTo>
                      <a:pt x="716" y="188"/>
                    </a:lnTo>
                    <a:lnTo>
                      <a:pt x="764" y="160"/>
                    </a:lnTo>
                    <a:lnTo>
                      <a:pt x="764" y="0"/>
                    </a:lnTo>
                    <a:lnTo>
                      <a:pt x="764" y="0"/>
                    </a:lnTo>
                    <a:lnTo>
                      <a:pt x="710" y="28"/>
                    </a:lnTo>
                    <a:lnTo>
                      <a:pt x="644" y="62"/>
                    </a:lnTo>
                    <a:lnTo>
                      <a:pt x="556" y="102"/>
                    </a:lnTo>
                    <a:lnTo>
                      <a:pt x="446" y="150"/>
                    </a:lnTo>
                    <a:lnTo>
                      <a:pt x="384" y="176"/>
                    </a:lnTo>
                    <a:lnTo>
                      <a:pt x="316" y="202"/>
                    </a:lnTo>
                    <a:lnTo>
                      <a:pt x="244" y="228"/>
                    </a:lnTo>
                    <a:lnTo>
                      <a:pt x="166" y="254"/>
                    </a:lnTo>
                    <a:lnTo>
                      <a:pt x="86" y="280"/>
                    </a:lnTo>
                    <a:lnTo>
                      <a:pt x="0" y="306"/>
                    </a:lnTo>
                    <a:lnTo>
                      <a:pt x="0" y="468"/>
                    </a:lnTo>
                    <a:lnTo>
                      <a:pt x="0" y="468"/>
                    </a:lnTo>
                    <a:lnTo>
                      <a:pt x="72" y="448"/>
                    </a:lnTo>
                    <a:lnTo>
                      <a:pt x="142" y="428"/>
                    </a:lnTo>
                    <a:lnTo>
                      <a:pt x="142" y="1194"/>
                    </a:lnTo>
                    <a:lnTo>
                      <a:pt x="316" y="1194"/>
                    </a:lnTo>
                    <a:lnTo>
                      <a:pt x="316" y="368"/>
                    </a:lnTo>
                    <a:lnTo>
                      <a:pt x="316" y="368"/>
                    </a:lnTo>
                    <a:lnTo>
                      <a:pt x="404" y="334"/>
                    </a:lnTo>
                    <a:lnTo>
                      <a:pt x="404" y="334"/>
                    </a:lnTo>
                    <a:lnTo>
                      <a:pt x="414" y="398"/>
                    </a:lnTo>
                    <a:lnTo>
                      <a:pt x="424" y="458"/>
                    </a:lnTo>
                    <a:lnTo>
                      <a:pt x="436" y="516"/>
                    </a:lnTo>
                    <a:lnTo>
                      <a:pt x="450" y="570"/>
                    </a:lnTo>
                    <a:lnTo>
                      <a:pt x="466" y="622"/>
                    </a:lnTo>
                    <a:lnTo>
                      <a:pt x="484" y="670"/>
                    </a:lnTo>
                    <a:lnTo>
                      <a:pt x="502" y="716"/>
                    </a:lnTo>
                    <a:lnTo>
                      <a:pt x="522" y="760"/>
                    </a:lnTo>
                    <a:lnTo>
                      <a:pt x="542" y="802"/>
                    </a:lnTo>
                    <a:lnTo>
                      <a:pt x="564" y="840"/>
                    </a:lnTo>
                    <a:lnTo>
                      <a:pt x="586" y="876"/>
                    </a:lnTo>
                    <a:lnTo>
                      <a:pt x="608" y="910"/>
                    </a:lnTo>
                    <a:lnTo>
                      <a:pt x="632" y="942"/>
                    </a:lnTo>
                    <a:lnTo>
                      <a:pt x="654" y="972"/>
                    </a:lnTo>
                    <a:lnTo>
                      <a:pt x="678" y="998"/>
                    </a:lnTo>
                    <a:lnTo>
                      <a:pt x="700" y="1024"/>
                    </a:lnTo>
                    <a:lnTo>
                      <a:pt x="746" y="1068"/>
                    </a:lnTo>
                    <a:lnTo>
                      <a:pt x="788" y="1104"/>
                    </a:lnTo>
                    <a:lnTo>
                      <a:pt x="828" y="1134"/>
                    </a:lnTo>
                    <a:lnTo>
                      <a:pt x="862" y="1158"/>
                    </a:lnTo>
                    <a:lnTo>
                      <a:pt x="892" y="1174"/>
                    </a:lnTo>
                    <a:lnTo>
                      <a:pt x="914" y="1186"/>
                    </a:lnTo>
                    <a:lnTo>
                      <a:pt x="934" y="1194"/>
                    </a:lnTo>
                    <a:lnTo>
                      <a:pt x="934" y="1010"/>
                    </a:lnTo>
                    <a:lnTo>
                      <a:pt x="934" y="1010"/>
                    </a:lnTo>
                    <a:lnTo>
                      <a:pt x="926" y="1006"/>
                    </a:lnTo>
                    <a:lnTo>
                      <a:pt x="904" y="992"/>
                    </a:lnTo>
                    <a:lnTo>
                      <a:pt x="872" y="966"/>
                    </a:lnTo>
                    <a:lnTo>
                      <a:pt x="852" y="948"/>
                    </a:lnTo>
                    <a:lnTo>
                      <a:pt x="832" y="928"/>
                    </a:lnTo>
                    <a:lnTo>
                      <a:pt x="808" y="904"/>
                    </a:lnTo>
                    <a:lnTo>
                      <a:pt x="786" y="876"/>
                    </a:lnTo>
                    <a:lnTo>
                      <a:pt x="762" y="844"/>
                    </a:lnTo>
                    <a:lnTo>
                      <a:pt x="738" y="810"/>
                    </a:lnTo>
                    <a:lnTo>
                      <a:pt x="716" y="770"/>
                    </a:lnTo>
                    <a:lnTo>
                      <a:pt x="692" y="728"/>
                    </a:lnTo>
                    <a:lnTo>
                      <a:pt x="670" y="680"/>
                    </a:lnTo>
                    <a:lnTo>
                      <a:pt x="650" y="630"/>
                    </a:lnTo>
                    <a:lnTo>
                      <a:pt x="650" y="63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6" name="Freeform 83">
                <a:extLst>
                  <a:ext uri="{FF2B5EF4-FFF2-40B4-BE49-F238E27FC236}">
                    <a16:creationId xmlns:a16="http://schemas.microsoft.com/office/drawing/2014/main" id="{7A47EB89-FE09-B2D6-6DBB-69FD2F61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7825" y="2505075"/>
                <a:ext cx="2562225" cy="895350"/>
              </a:xfrm>
              <a:custGeom>
                <a:avLst/>
                <a:gdLst>
                  <a:gd name="T0" fmla="*/ 180 w 1614"/>
                  <a:gd name="T1" fmla="*/ 250 h 564"/>
                  <a:gd name="T2" fmla="*/ 1434 w 1614"/>
                  <a:gd name="T3" fmla="*/ 250 h 564"/>
                  <a:gd name="T4" fmla="*/ 1434 w 1614"/>
                  <a:gd name="T5" fmla="*/ 564 h 564"/>
                  <a:gd name="T6" fmla="*/ 1614 w 1614"/>
                  <a:gd name="T7" fmla="*/ 564 h 564"/>
                  <a:gd name="T8" fmla="*/ 1614 w 1614"/>
                  <a:gd name="T9" fmla="*/ 88 h 564"/>
                  <a:gd name="T10" fmla="*/ 912 w 1614"/>
                  <a:gd name="T11" fmla="*/ 88 h 564"/>
                  <a:gd name="T12" fmla="*/ 912 w 1614"/>
                  <a:gd name="T13" fmla="*/ 0 h 564"/>
                  <a:gd name="T14" fmla="*/ 712 w 1614"/>
                  <a:gd name="T15" fmla="*/ 0 h 564"/>
                  <a:gd name="T16" fmla="*/ 712 w 1614"/>
                  <a:gd name="T17" fmla="*/ 88 h 564"/>
                  <a:gd name="T18" fmla="*/ 0 w 1614"/>
                  <a:gd name="T19" fmla="*/ 88 h 564"/>
                  <a:gd name="T20" fmla="*/ 0 w 1614"/>
                  <a:gd name="T21" fmla="*/ 564 h 564"/>
                  <a:gd name="T22" fmla="*/ 180 w 1614"/>
                  <a:gd name="T23" fmla="*/ 564 h 564"/>
                  <a:gd name="T24" fmla="*/ 180 w 1614"/>
                  <a:gd name="T25" fmla="*/ 250 h 5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614" h="564">
                    <a:moveTo>
                      <a:pt x="180" y="250"/>
                    </a:moveTo>
                    <a:lnTo>
                      <a:pt x="1434" y="250"/>
                    </a:lnTo>
                    <a:lnTo>
                      <a:pt x="1434" y="564"/>
                    </a:lnTo>
                    <a:lnTo>
                      <a:pt x="1614" y="564"/>
                    </a:lnTo>
                    <a:lnTo>
                      <a:pt x="1614" y="88"/>
                    </a:lnTo>
                    <a:lnTo>
                      <a:pt x="912" y="88"/>
                    </a:lnTo>
                    <a:lnTo>
                      <a:pt x="912" y="0"/>
                    </a:lnTo>
                    <a:lnTo>
                      <a:pt x="712" y="0"/>
                    </a:lnTo>
                    <a:lnTo>
                      <a:pt x="712" y="88"/>
                    </a:lnTo>
                    <a:lnTo>
                      <a:pt x="0" y="88"/>
                    </a:lnTo>
                    <a:lnTo>
                      <a:pt x="0" y="564"/>
                    </a:lnTo>
                    <a:lnTo>
                      <a:pt x="180" y="564"/>
                    </a:lnTo>
                    <a:lnTo>
                      <a:pt x="180" y="2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7" name="Freeform 84">
                <a:extLst>
                  <a:ext uri="{FF2B5EF4-FFF2-40B4-BE49-F238E27FC236}">
                    <a16:creationId xmlns:a16="http://schemas.microsoft.com/office/drawing/2014/main" id="{B070E5CF-7F8D-9C00-75AB-21D2F1190C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05275" y="3022600"/>
                <a:ext cx="2724150" cy="2038350"/>
              </a:xfrm>
              <a:custGeom>
                <a:avLst/>
                <a:gdLst>
                  <a:gd name="T0" fmla="*/ 1716 w 1716"/>
                  <a:gd name="T1" fmla="*/ 626 h 1284"/>
                  <a:gd name="T2" fmla="*/ 1594 w 1716"/>
                  <a:gd name="T3" fmla="*/ 604 h 1284"/>
                  <a:gd name="T4" fmla="*/ 1406 w 1716"/>
                  <a:gd name="T5" fmla="*/ 556 h 1284"/>
                  <a:gd name="T6" fmla="*/ 1292 w 1716"/>
                  <a:gd name="T7" fmla="*/ 520 h 1284"/>
                  <a:gd name="T8" fmla="*/ 1168 w 1716"/>
                  <a:gd name="T9" fmla="*/ 472 h 1284"/>
                  <a:gd name="T10" fmla="*/ 1038 w 1716"/>
                  <a:gd name="T11" fmla="*/ 414 h 1284"/>
                  <a:gd name="T12" fmla="*/ 1108 w 1716"/>
                  <a:gd name="T13" fmla="*/ 366 h 1284"/>
                  <a:gd name="T14" fmla="*/ 1218 w 1716"/>
                  <a:gd name="T15" fmla="*/ 276 h 1284"/>
                  <a:gd name="T16" fmla="*/ 1290 w 1716"/>
                  <a:gd name="T17" fmla="*/ 206 h 1284"/>
                  <a:gd name="T18" fmla="*/ 1332 w 1716"/>
                  <a:gd name="T19" fmla="*/ 162 h 1284"/>
                  <a:gd name="T20" fmla="*/ 512 w 1716"/>
                  <a:gd name="T21" fmla="*/ 0 h 1284"/>
                  <a:gd name="T22" fmla="*/ 510 w 1716"/>
                  <a:gd name="T23" fmla="*/ 8 h 1284"/>
                  <a:gd name="T24" fmla="*/ 480 w 1716"/>
                  <a:gd name="T25" fmla="*/ 62 h 1284"/>
                  <a:gd name="T26" fmla="*/ 434 w 1716"/>
                  <a:gd name="T27" fmla="*/ 126 h 1284"/>
                  <a:gd name="T28" fmla="*/ 390 w 1716"/>
                  <a:gd name="T29" fmla="*/ 178 h 1284"/>
                  <a:gd name="T30" fmla="*/ 332 w 1716"/>
                  <a:gd name="T31" fmla="*/ 230 h 1284"/>
                  <a:gd name="T32" fmla="*/ 262 w 1716"/>
                  <a:gd name="T33" fmla="*/ 286 h 1284"/>
                  <a:gd name="T34" fmla="*/ 220 w 1716"/>
                  <a:gd name="T35" fmla="*/ 474 h 1284"/>
                  <a:gd name="T36" fmla="*/ 246 w 1716"/>
                  <a:gd name="T37" fmla="*/ 466 h 1284"/>
                  <a:gd name="T38" fmla="*/ 312 w 1716"/>
                  <a:gd name="T39" fmla="*/ 438 h 1284"/>
                  <a:gd name="T40" fmla="*/ 382 w 1716"/>
                  <a:gd name="T41" fmla="*/ 396 h 1284"/>
                  <a:gd name="T42" fmla="*/ 436 w 1716"/>
                  <a:gd name="T43" fmla="*/ 356 h 1284"/>
                  <a:gd name="T44" fmla="*/ 496 w 1716"/>
                  <a:gd name="T45" fmla="*/ 306 h 1284"/>
                  <a:gd name="T46" fmla="*/ 526 w 1716"/>
                  <a:gd name="T47" fmla="*/ 276 h 1284"/>
                  <a:gd name="T48" fmla="*/ 592 w 1716"/>
                  <a:gd name="T49" fmla="*/ 332 h 1284"/>
                  <a:gd name="T50" fmla="*/ 710 w 1716"/>
                  <a:gd name="T51" fmla="*/ 418 h 1284"/>
                  <a:gd name="T52" fmla="*/ 644 w 1716"/>
                  <a:gd name="T53" fmla="*/ 448 h 1284"/>
                  <a:gd name="T54" fmla="*/ 512 w 1716"/>
                  <a:gd name="T55" fmla="*/ 500 h 1284"/>
                  <a:gd name="T56" fmla="*/ 388 w 1716"/>
                  <a:gd name="T57" fmla="*/ 540 h 1284"/>
                  <a:gd name="T58" fmla="*/ 274 w 1716"/>
                  <a:gd name="T59" fmla="*/ 572 h 1284"/>
                  <a:gd name="T60" fmla="*/ 132 w 1716"/>
                  <a:gd name="T61" fmla="*/ 604 h 1284"/>
                  <a:gd name="T62" fmla="*/ 0 w 1716"/>
                  <a:gd name="T63" fmla="*/ 626 h 1284"/>
                  <a:gd name="T64" fmla="*/ 0 w 1716"/>
                  <a:gd name="T65" fmla="*/ 772 h 1284"/>
                  <a:gd name="T66" fmla="*/ 110 w 1716"/>
                  <a:gd name="T67" fmla="*/ 760 h 1284"/>
                  <a:gd name="T68" fmla="*/ 214 w 1716"/>
                  <a:gd name="T69" fmla="*/ 1284 h 1284"/>
                  <a:gd name="T70" fmla="*/ 1506 w 1716"/>
                  <a:gd name="T71" fmla="*/ 736 h 1284"/>
                  <a:gd name="T72" fmla="*/ 1608 w 1716"/>
                  <a:gd name="T73" fmla="*/ 756 h 1284"/>
                  <a:gd name="T74" fmla="*/ 1716 w 1716"/>
                  <a:gd name="T75" fmla="*/ 772 h 1284"/>
                  <a:gd name="T76" fmla="*/ 650 w 1716"/>
                  <a:gd name="T77" fmla="*/ 162 h 1284"/>
                  <a:gd name="T78" fmla="*/ 1098 w 1716"/>
                  <a:gd name="T79" fmla="*/ 162 h 1284"/>
                  <a:gd name="T80" fmla="*/ 992 w 1716"/>
                  <a:gd name="T81" fmla="*/ 250 h 1284"/>
                  <a:gd name="T82" fmla="*/ 878 w 1716"/>
                  <a:gd name="T83" fmla="*/ 326 h 1284"/>
                  <a:gd name="T84" fmla="*/ 818 w 1716"/>
                  <a:gd name="T85" fmla="*/ 290 h 1284"/>
                  <a:gd name="T86" fmla="*/ 704 w 1716"/>
                  <a:gd name="T87" fmla="*/ 208 h 1284"/>
                  <a:gd name="T88" fmla="*/ 650 w 1716"/>
                  <a:gd name="T89" fmla="*/ 162 h 1284"/>
                  <a:gd name="T90" fmla="*/ 396 w 1716"/>
                  <a:gd name="T91" fmla="*/ 1122 h 1284"/>
                  <a:gd name="T92" fmla="*/ 1322 w 1716"/>
                  <a:gd name="T93" fmla="*/ 858 h 1284"/>
                  <a:gd name="T94" fmla="*/ 422 w 1716"/>
                  <a:gd name="T95" fmla="*/ 696 h 1284"/>
                  <a:gd name="T96" fmla="*/ 486 w 1716"/>
                  <a:gd name="T97" fmla="*/ 678 h 1284"/>
                  <a:gd name="T98" fmla="*/ 610 w 1716"/>
                  <a:gd name="T99" fmla="*/ 636 h 1284"/>
                  <a:gd name="T100" fmla="*/ 724 w 1716"/>
                  <a:gd name="T101" fmla="*/ 590 h 1284"/>
                  <a:gd name="T102" fmla="*/ 828 w 1716"/>
                  <a:gd name="T103" fmla="*/ 540 h 1284"/>
                  <a:gd name="T104" fmla="*/ 876 w 1716"/>
                  <a:gd name="T105" fmla="*/ 514 h 1284"/>
                  <a:gd name="T106" fmla="*/ 974 w 1716"/>
                  <a:gd name="T107" fmla="*/ 564 h 1284"/>
                  <a:gd name="T108" fmla="*/ 1084 w 1716"/>
                  <a:gd name="T109" fmla="*/ 610 h 1284"/>
                  <a:gd name="T110" fmla="*/ 1206 w 1716"/>
                  <a:gd name="T111" fmla="*/ 656 h 1284"/>
                  <a:gd name="T112" fmla="*/ 1340 w 1716"/>
                  <a:gd name="T113" fmla="*/ 696 h 12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716" h="1284">
                    <a:moveTo>
                      <a:pt x="1716" y="626"/>
                    </a:moveTo>
                    <a:lnTo>
                      <a:pt x="1716" y="626"/>
                    </a:lnTo>
                    <a:lnTo>
                      <a:pt x="1660" y="616"/>
                    </a:lnTo>
                    <a:lnTo>
                      <a:pt x="1594" y="604"/>
                    </a:lnTo>
                    <a:lnTo>
                      <a:pt x="1508" y="584"/>
                    </a:lnTo>
                    <a:lnTo>
                      <a:pt x="1406" y="556"/>
                    </a:lnTo>
                    <a:lnTo>
                      <a:pt x="1350" y="538"/>
                    </a:lnTo>
                    <a:lnTo>
                      <a:pt x="1292" y="520"/>
                    </a:lnTo>
                    <a:lnTo>
                      <a:pt x="1230" y="498"/>
                    </a:lnTo>
                    <a:lnTo>
                      <a:pt x="1168" y="472"/>
                    </a:lnTo>
                    <a:lnTo>
                      <a:pt x="1104" y="446"/>
                    </a:lnTo>
                    <a:lnTo>
                      <a:pt x="1038" y="414"/>
                    </a:lnTo>
                    <a:lnTo>
                      <a:pt x="1038" y="414"/>
                    </a:lnTo>
                    <a:lnTo>
                      <a:pt x="1108" y="366"/>
                    </a:lnTo>
                    <a:lnTo>
                      <a:pt x="1166" y="318"/>
                    </a:lnTo>
                    <a:lnTo>
                      <a:pt x="1218" y="276"/>
                    </a:lnTo>
                    <a:lnTo>
                      <a:pt x="1258" y="238"/>
                    </a:lnTo>
                    <a:lnTo>
                      <a:pt x="1290" y="206"/>
                    </a:lnTo>
                    <a:lnTo>
                      <a:pt x="1314" y="182"/>
                    </a:lnTo>
                    <a:lnTo>
                      <a:pt x="1332" y="162"/>
                    </a:lnTo>
                    <a:lnTo>
                      <a:pt x="1332" y="0"/>
                    </a:lnTo>
                    <a:lnTo>
                      <a:pt x="512" y="0"/>
                    </a:lnTo>
                    <a:lnTo>
                      <a:pt x="512" y="0"/>
                    </a:lnTo>
                    <a:lnTo>
                      <a:pt x="510" y="8"/>
                    </a:lnTo>
                    <a:lnTo>
                      <a:pt x="498" y="28"/>
                    </a:lnTo>
                    <a:lnTo>
                      <a:pt x="480" y="62"/>
                    </a:lnTo>
                    <a:lnTo>
                      <a:pt x="452" y="102"/>
                    </a:lnTo>
                    <a:lnTo>
                      <a:pt x="434" y="126"/>
                    </a:lnTo>
                    <a:lnTo>
                      <a:pt x="414" y="152"/>
                    </a:lnTo>
                    <a:lnTo>
                      <a:pt x="390" y="178"/>
                    </a:lnTo>
                    <a:lnTo>
                      <a:pt x="362" y="204"/>
                    </a:lnTo>
                    <a:lnTo>
                      <a:pt x="332" y="230"/>
                    </a:lnTo>
                    <a:lnTo>
                      <a:pt x="298" y="258"/>
                    </a:lnTo>
                    <a:lnTo>
                      <a:pt x="262" y="286"/>
                    </a:lnTo>
                    <a:lnTo>
                      <a:pt x="220" y="312"/>
                    </a:lnTo>
                    <a:lnTo>
                      <a:pt x="220" y="474"/>
                    </a:lnTo>
                    <a:lnTo>
                      <a:pt x="220" y="474"/>
                    </a:lnTo>
                    <a:lnTo>
                      <a:pt x="246" y="466"/>
                    </a:lnTo>
                    <a:lnTo>
                      <a:pt x="274" y="456"/>
                    </a:lnTo>
                    <a:lnTo>
                      <a:pt x="312" y="438"/>
                    </a:lnTo>
                    <a:lnTo>
                      <a:pt x="358" y="412"/>
                    </a:lnTo>
                    <a:lnTo>
                      <a:pt x="382" y="396"/>
                    </a:lnTo>
                    <a:lnTo>
                      <a:pt x="408" y="378"/>
                    </a:lnTo>
                    <a:lnTo>
                      <a:pt x="436" y="356"/>
                    </a:lnTo>
                    <a:lnTo>
                      <a:pt x="466" y="332"/>
                    </a:lnTo>
                    <a:lnTo>
                      <a:pt x="496" y="306"/>
                    </a:lnTo>
                    <a:lnTo>
                      <a:pt x="526" y="276"/>
                    </a:lnTo>
                    <a:lnTo>
                      <a:pt x="526" y="276"/>
                    </a:lnTo>
                    <a:lnTo>
                      <a:pt x="552" y="300"/>
                    </a:lnTo>
                    <a:lnTo>
                      <a:pt x="592" y="332"/>
                    </a:lnTo>
                    <a:lnTo>
                      <a:pt x="644" y="372"/>
                    </a:lnTo>
                    <a:lnTo>
                      <a:pt x="710" y="418"/>
                    </a:lnTo>
                    <a:lnTo>
                      <a:pt x="710" y="418"/>
                    </a:lnTo>
                    <a:lnTo>
                      <a:pt x="644" y="448"/>
                    </a:lnTo>
                    <a:lnTo>
                      <a:pt x="578" y="474"/>
                    </a:lnTo>
                    <a:lnTo>
                      <a:pt x="512" y="500"/>
                    </a:lnTo>
                    <a:lnTo>
                      <a:pt x="448" y="522"/>
                    </a:lnTo>
                    <a:lnTo>
                      <a:pt x="388" y="540"/>
                    </a:lnTo>
                    <a:lnTo>
                      <a:pt x="328" y="558"/>
                    </a:lnTo>
                    <a:lnTo>
                      <a:pt x="274" y="572"/>
                    </a:lnTo>
                    <a:lnTo>
                      <a:pt x="222" y="584"/>
                    </a:lnTo>
                    <a:lnTo>
                      <a:pt x="132" y="604"/>
                    </a:lnTo>
                    <a:lnTo>
                      <a:pt x="62" y="616"/>
                    </a:lnTo>
                    <a:lnTo>
                      <a:pt x="0" y="626"/>
                    </a:lnTo>
                    <a:lnTo>
                      <a:pt x="0" y="772"/>
                    </a:lnTo>
                    <a:lnTo>
                      <a:pt x="0" y="772"/>
                    </a:lnTo>
                    <a:lnTo>
                      <a:pt x="56" y="766"/>
                    </a:lnTo>
                    <a:lnTo>
                      <a:pt x="110" y="760"/>
                    </a:lnTo>
                    <a:lnTo>
                      <a:pt x="214" y="744"/>
                    </a:lnTo>
                    <a:lnTo>
                      <a:pt x="214" y="1284"/>
                    </a:lnTo>
                    <a:lnTo>
                      <a:pt x="1506" y="1284"/>
                    </a:lnTo>
                    <a:lnTo>
                      <a:pt x="1506" y="736"/>
                    </a:lnTo>
                    <a:lnTo>
                      <a:pt x="1506" y="736"/>
                    </a:lnTo>
                    <a:lnTo>
                      <a:pt x="1608" y="756"/>
                    </a:lnTo>
                    <a:lnTo>
                      <a:pt x="1662" y="764"/>
                    </a:lnTo>
                    <a:lnTo>
                      <a:pt x="1716" y="772"/>
                    </a:lnTo>
                    <a:lnTo>
                      <a:pt x="1716" y="626"/>
                    </a:lnTo>
                    <a:close/>
                    <a:moveTo>
                      <a:pt x="650" y="162"/>
                    </a:moveTo>
                    <a:lnTo>
                      <a:pt x="1098" y="162"/>
                    </a:lnTo>
                    <a:lnTo>
                      <a:pt x="1098" y="162"/>
                    </a:lnTo>
                    <a:lnTo>
                      <a:pt x="1046" y="208"/>
                    </a:lnTo>
                    <a:lnTo>
                      <a:pt x="992" y="250"/>
                    </a:lnTo>
                    <a:lnTo>
                      <a:pt x="934" y="290"/>
                    </a:lnTo>
                    <a:lnTo>
                      <a:pt x="878" y="326"/>
                    </a:lnTo>
                    <a:lnTo>
                      <a:pt x="878" y="326"/>
                    </a:lnTo>
                    <a:lnTo>
                      <a:pt x="818" y="290"/>
                    </a:lnTo>
                    <a:lnTo>
                      <a:pt x="762" y="250"/>
                    </a:lnTo>
                    <a:lnTo>
                      <a:pt x="704" y="208"/>
                    </a:lnTo>
                    <a:lnTo>
                      <a:pt x="650" y="162"/>
                    </a:lnTo>
                    <a:lnTo>
                      <a:pt x="650" y="162"/>
                    </a:lnTo>
                    <a:close/>
                    <a:moveTo>
                      <a:pt x="1322" y="1122"/>
                    </a:moveTo>
                    <a:lnTo>
                      <a:pt x="396" y="1122"/>
                    </a:lnTo>
                    <a:lnTo>
                      <a:pt x="396" y="858"/>
                    </a:lnTo>
                    <a:lnTo>
                      <a:pt x="1322" y="858"/>
                    </a:lnTo>
                    <a:lnTo>
                      <a:pt x="1322" y="1122"/>
                    </a:lnTo>
                    <a:close/>
                    <a:moveTo>
                      <a:pt x="422" y="696"/>
                    </a:moveTo>
                    <a:lnTo>
                      <a:pt x="422" y="696"/>
                    </a:lnTo>
                    <a:lnTo>
                      <a:pt x="486" y="678"/>
                    </a:lnTo>
                    <a:lnTo>
                      <a:pt x="550" y="658"/>
                    </a:lnTo>
                    <a:lnTo>
                      <a:pt x="610" y="636"/>
                    </a:lnTo>
                    <a:lnTo>
                      <a:pt x="668" y="612"/>
                    </a:lnTo>
                    <a:lnTo>
                      <a:pt x="724" y="590"/>
                    </a:lnTo>
                    <a:lnTo>
                      <a:pt x="776" y="564"/>
                    </a:lnTo>
                    <a:lnTo>
                      <a:pt x="828" y="540"/>
                    </a:lnTo>
                    <a:lnTo>
                      <a:pt x="876" y="514"/>
                    </a:lnTo>
                    <a:lnTo>
                      <a:pt x="876" y="514"/>
                    </a:lnTo>
                    <a:lnTo>
                      <a:pt x="922" y="538"/>
                    </a:lnTo>
                    <a:lnTo>
                      <a:pt x="974" y="564"/>
                    </a:lnTo>
                    <a:lnTo>
                      <a:pt x="1028" y="588"/>
                    </a:lnTo>
                    <a:lnTo>
                      <a:pt x="1084" y="610"/>
                    </a:lnTo>
                    <a:lnTo>
                      <a:pt x="1144" y="634"/>
                    </a:lnTo>
                    <a:lnTo>
                      <a:pt x="1206" y="656"/>
                    </a:lnTo>
                    <a:lnTo>
                      <a:pt x="1272" y="676"/>
                    </a:lnTo>
                    <a:lnTo>
                      <a:pt x="1340" y="696"/>
                    </a:lnTo>
                    <a:lnTo>
                      <a:pt x="422" y="6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8" name="Freeform 85">
                <a:extLst>
                  <a:ext uri="{FF2B5EF4-FFF2-40B4-BE49-F238E27FC236}">
                    <a16:creationId xmlns:a16="http://schemas.microsoft.com/office/drawing/2014/main" id="{995D56AF-EE58-7FE3-AACB-D5742EE9AB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57175" y="2460625"/>
                <a:ext cx="1041400" cy="2638425"/>
              </a:xfrm>
              <a:custGeom>
                <a:avLst/>
                <a:gdLst>
                  <a:gd name="T0" fmla="*/ 464 w 656"/>
                  <a:gd name="T1" fmla="*/ 606 h 1662"/>
                  <a:gd name="T2" fmla="*/ 464 w 656"/>
                  <a:gd name="T3" fmla="*/ 442 h 1662"/>
                  <a:gd name="T4" fmla="*/ 618 w 656"/>
                  <a:gd name="T5" fmla="*/ 442 h 1662"/>
                  <a:gd name="T6" fmla="*/ 618 w 656"/>
                  <a:gd name="T7" fmla="*/ 282 h 1662"/>
                  <a:gd name="T8" fmla="*/ 464 w 656"/>
                  <a:gd name="T9" fmla="*/ 282 h 1662"/>
                  <a:gd name="T10" fmla="*/ 464 w 656"/>
                  <a:gd name="T11" fmla="*/ 0 h 1662"/>
                  <a:gd name="T12" fmla="*/ 290 w 656"/>
                  <a:gd name="T13" fmla="*/ 0 h 1662"/>
                  <a:gd name="T14" fmla="*/ 290 w 656"/>
                  <a:gd name="T15" fmla="*/ 282 h 1662"/>
                  <a:gd name="T16" fmla="*/ 36 w 656"/>
                  <a:gd name="T17" fmla="*/ 282 h 1662"/>
                  <a:gd name="T18" fmla="*/ 36 w 656"/>
                  <a:gd name="T19" fmla="*/ 442 h 1662"/>
                  <a:gd name="T20" fmla="*/ 270 w 656"/>
                  <a:gd name="T21" fmla="*/ 442 h 1662"/>
                  <a:gd name="T22" fmla="*/ 270 w 656"/>
                  <a:gd name="T23" fmla="*/ 442 h 1662"/>
                  <a:gd name="T24" fmla="*/ 258 w 656"/>
                  <a:gd name="T25" fmla="*/ 520 h 1662"/>
                  <a:gd name="T26" fmla="*/ 240 w 656"/>
                  <a:gd name="T27" fmla="*/ 592 h 1662"/>
                  <a:gd name="T28" fmla="*/ 222 w 656"/>
                  <a:gd name="T29" fmla="*/ 662 h 1662"/>
                  <a:gd name="T30" fmla="*/ 202 w 656"/>
                  <a:gd name="T31" fmla="*/ 728 h 1662"/>
                  <a:gd name="T32" fmla="*/ 180 w 656"/>
                  <a:gd name="T33" fmla="*/ 788 h 1662"/>
                  <a:gd name="T34" fmla="*/ 158 w 656"/>
                  <a:gd name="T35" fmla="*/ 846 h 1662"/>
                  <a:gd name="T36" fmla="*/ 134 w 656"/>
                  <a:gd name="T37" fmla="*/ 898 h 1662"/>
                  <a:gd name="T38" fmla="*/ 112 w 656"/>
                  <a:gd name="T39" fmla="*/ 946 h 1662"/>
                  <a:gd name="T40" fmla="*/ 90 w 656"/>
                  <a:gd name="T41" fmla="*/ 990 h 1662"/>
                  <a:gd name="T42" fmla="*/ 70 w 656"/>
                  <a:gd name="T43" fmla="*/ 1026 h 1662"/>
                  <a:gd name="T44" fmla="*/ 34 w 656"/>
                  <a:gd name="T45" fmla="*/ 1086 h 1662"/>
                  <a:gd name="T46" fmla="*/ 10 w 656"/>
                  <a:gd name="T47" fmla="*/ 1124 h 1662"/>
                  <a:gd name="T48" fmla="*/ 0 w 656"/>
                  <a:gd name="T49" fmla="*/ 1136 h 1662"/>
                  <a:gd name="T50" fmla="*/ 0 w 656"/>
                  <a:gd name="T51" fmla="*/ 1416 h 1662"/>
                  <a:gd name="T52" fmla="*/ 0 w 656"/>
                  <a:gd name="T53" fmla="*/ 1416 h 1662"/>
                  <a:gd name="T54" fmla="*/ 30 w 656"/>
                  <a:gd name="T55" fmla="*/ 1382 h 1662"/>
                  <a:gd name="T56" fmla="*/ 64 w 656"/>
                  <a:gd name="T57" fmla="*/ 1342 h 1662"/>
                  <a:gd name="T58" fmla="*/ 104 w 656"/>
                  <a:gd name="T59" fmla="*/ 1286 h 1662"/>
                  <a:gd name="T60" fmla="*/ 126 w 656"/>
                  <a:gd name="T61" fmla="*/ 1252 h 1662"/>
                  <a:gd name="T62" fmla="*/ 150 w 656"/>
                  <a:gd name="T63" fmla="*/ 1216 h 1662"/>
                  <a:gd name="T64" fmla="*/ 174 w 656"/>
                  <a:gd name="T65" fmla="*/ 1176 h 1662"/>
                  <a:gd name="T66" fmla="*/ 198 w 656"/>
                  <a:gd name="T67" fmla="*/ 1132 h 1662"/>
                  <a:gd name="T68" fmla="*/ 222 w 656"/>
                  <a:gd name="T69" fmla="*/ 1086 h 1662"/>
                  <a:gd name="T70" fmla="*/ 246 w 656"/>
                  <a:gd name="T71" fmla="*/ 1036 h 1662"/>
                  <a:gd name="T72" fmla="*/ 268 w 656"/>
                  <a:gd name="T73" fmla="*/ 984 h 1662"/>
                  <a:gd name="T74" fmla="*/ 290 w 656"/>
                  <a:gd name="T75" fmla="*/ 930 h 1662"/>
                  <a:gd name="T76" fmla="*/ 290 w 656"/>
                  <a:gd name="T77" fmla="*/ 1662 h 1662"/>
                  <a:gd name="T78" fmla="*/ 464 w 656"/>
                  <a:gd name="T79" fmla="*/ 1662 h 1662"/>
                  <a:gd name="T80" fmla="*/ 464 w 656"/>
                  <a:gd name="T81" fmla="*/ 932 h 1662"/>
                  <a:gd name="T82" fmla="*/ 464 w 656"/>
                  <a:gd name="T83" fmla="*/ 932 h 1662"/>
                  <a:gd name="T84" fmla="*/ 496 w 656"/>
                  <a:gd name="T85" fmla="*/ 988 h 1662"/>
                  <a:gd name="T86" fmla="*/ 518 w 656"/>
                  <a:gd name="T87" fmla="*/ 1022 h 1662"/>
                  <a:gd name="T88" fmla="*/ 540 w 656"/>
                  <a:gd name="T89" fmla="*/ 1056 h 1662"/>
                  <a:gd name="T90" fmla="*/ 568 w 656"/>
                  <a:gd name="T91" fmla="*/ 1092 h 1662"/>
                  <a:gd name="T92" fmla="*/ 596 w 656"/>
                  <a:gd name="T93" fmla="*/ 1124 h 1662"/>
                  <a:gd name="T94" fmla="*/ 626 w 656"/>
                  <a:gd name="T95" fmla="*/ 1154 h 1662"/>
                  <a:gd name="T96" fmla="*/ 640 w 656"/>
                  <a:gd name="T97" fmla="*/ 1166 h 1662"/>
                  <a:gd name="T98" fmla="*/ 656 w 656"/>
                  <a:gd name="T99" fmla="*/ 1178 h 1662"/>
                  <a:gd name="T100" fmla="*/ 656 w 656"/>
                  <a:gd name="T101" fmla="*/ 952 h 1662"/>
                  <a:gd name="T102" fmla="*/ 656 w 656"/>
                  <a:gd name="T103" fmla="*/ 952 h 1662"/>
                  <a:gd name="T104" fmla="*/ 642 w 656"/>
                  <a:gd name="T105" fmla="*/ 936 h 1662"/>
                  <a:gd name="T106" fmla="*/ 624 w 656"/>
                  <a:gd name="T107" fmla="*/ 914 h 1662"/>
                  <a:gd name="T108" fmla="*/ 600 w 656"/>
                  <a:gd name="T109" fmla="*/ 880 h 1662"/>
                  <a:gd name="T110" fmla="*/ 572 w 656"/>
                  <a:gd name="T111" fmla="*/ 834 h 1662"/>
                  <a:gd name="T112" fmla="*/ 540 w 656"/>
                  <a:gd name="T113" fmla="*/ 774 h 1662"/>
                  <a:gd name="T114" fmla="*/ 502 w 656"/>
                  <a:gd name="T115" fmla="*/ 698 h 1662"/>
                  <a:gd name="T116" fmla="*/ 464 w 656"/>
                  <a:gd name="T117" fmla="*/ 606 h 1662"/>
                  <a:gd name="T118" fmla="*/ 464 w 656"/>
                  <a:gd name="T119" fmla="*/ 606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56" h="1662">
                    <a:moveTo>
                      <a:pt x="464" y="606"/>
                    </a:moveTo>
                    <a:lnTo>
                      <a:pt x="464" y="442"/>
                    </a:lnTo>
                    <a:lnTo>
                      <a:pt x="618" y="442"/>
                    </a:lnTo>
                    <a:lnTo>
                      <a:pt x="618" y="282"/>
                    </a:lnTo>
                    <a:lnTo>
                      <a:pt x="464" y="282"/>
                    </a:lnTo>
                    <a:lnTo>
                      <a:pt x="464" y="0"/>
                    </a:lnTo>
                    <a:lnTo>
                      <a:pt x="290" y="0"/>
                    </a:lnTo>
                    <a:lnTo>
                      <a:pt x="290" y="282"/>
                    </a:lnTo>
                    <a:lnTo>
                      <a:pt x="36" y="282"/>
                    </a:lnTo>
                    <a:lnTo>
                      <a:pt x="36" y="442"/>
                    </a:lnTo>
                    <a:lnTo>
                      <a:pt x="270" y="442"/>
                    </a:lnTo>
                    <a:lnTo>
                      <a:pt x="270" y="442"/>
                    </a:lnTo>
                    <a:lnTo>
                      <a:pt x="258" y="520"/>
                    </a:lnTo>
                    <a:lnTo>
                      <a:pt x="240" y="592"/>
                    </a:lnTo>
                    <a:lnTo>
                      <a:pt x="222" y="662"/>
                    </a:lnTo>
                    <a:lnTo>
                      <a:pt x="202" y="728"/>
                    </a:lnTo>
                    <a:lnTo>
                      <a:pt x="180" y="788"/>
                    </a:lnTo>
                    <a:lnTo>
                      <a:pt x="158" y="846"/>
                    </a:lnTo>
                    <a:lnTo>
                      <a:pt x="134" y="898"/>
                    </a:lnTo>
                    <a:lnTo>
                      <a:pt x="112" y="946"/>
                    </a:lnTo>
                    <a:lnTo>
                      <a:pt x="90" y="990"/>
                    </a:lnTo>
                    <a:lnTo>
                      <a:pt x="70" y="1026"/>
                    </a:lnTo>
                    <a:lnTo>
                      <a:pt x="34" y="1086"/>
                    </a:lnTo>
                    <a:lnTo>
                      <a:pt x="10" y="1124"/>
                    </a:lnTo>
                    <a:lnTo>
                      <a:pt x="0" y="1136"/>
                    </a:lnTo>
                    <a:lnTo>
                      <a:pt x="0" y="1416"/>
                    </a:lnTo>
                    <a:lnTo>
                      <a:pt x="0" y="1416"/>
                    </a:lnTo>
                    <a:lnTo>
                      <a:pt x="30" y="1382"/>
                    </a:lnTo>
                    <a:lnTo>
                      <a:pt x="64" y="1342"/>
                    </a:lnTo>
                    <a:lnTo>
                      <a:pt x="104" y="1286"/>
                    </a:lnTo>
                    <a:lnTo>
                      <a:pt x="126" y="1252"/>
                    </a:lnTo>
                    <a:lnTo>
                      <a:pt x="150" y="1216"/>
                    </a:lnTo>
                    <a:lnTo>
                      <a:pt x="174" y="1176"/>
                    </a:lnTo>
                    <a:lnTo>
                      <a:pt x="198" y="1132"/>
                    </a:lnTo>
                    <a:lnTo>
                      <a:pt x="222" y="1086"/>
                    </a:lnTo>
                    <a:lnTo>
                      <a:pt x="246" y="1036"/>
                    </a:lnTo>
                    <a:lnTo>
                      <a:pt x="268" y="984"/>
                    </a:lnTo>
                    <a:lnTo>
                      <a:pt x="290" y="930"/>
                    </a:lnTo>
                    <a:lnTo>
                      <a:pt x="290" y="1662"/>
                    </a:lnTo>
                    <a:lnTo>
                      <a:pt x="464" y="1662"/>
                    </a:lnTo>
                    <a:lnTo>
                      <a:pt x="464" y="932"/>
                    </a:lnTo>
                    <a:lnTo>
                      <a:pt x="464" y="932"/>
                    </a:lnTo>
                    <a:lnTo>
                      <a:pt x="496" y="988"/>
                    </a:lnTo>
                    <a:lnTo>
                      <a:pt x="518" y="1022"/>
                    </a:lnTo>
                    <a:lnTo>
                      <a:pt x="540" y="1056"/>
                    </a:lnTo>
                    <a:lnTo>
                      <a:pt x="568" y="1092"/>
                    </a:lnTo>
                    <a:lnTo>
                      <a:pt x="596" y="1124"/>
                    </a:lnTo>
                    <a:lnTo>
                      <a:pt x="626" y="1154"/>
                    </a:lnTo>
                    <a:lnTo>
                      <a:pt x="640" y="1166"/>
                    </a:lnTo>
                    <a:lnTo>
                      <a:pt x="656" y="1178"/>
                    </a:lnTo>
                    <a:lnTo>
                      <a:pt x="656" y="952"/>
                    </a:lnTo>
                    <a:lnTo>
                      <a:pt x="656" y="952"/>
                    </a:lnTo>
                    <a:lnTo>
                      <a:pt x="642" y="936"/>
                    </a:lnTo>
                    <a:lnTo>
                      <a:pt x="624" y="914"/>
                    </a:lnTo>
                    <a:lnTo>
                      <a:pt x="600" y="880"/>
                    </a:lnTo>
                    <a:lnTo>
                      <a:pt x="572" y="834"/>
                    </a:lnTo>
                    <a:lnTo>
                      <a:pt x="540" y="774"/>
                    </a:lnTo>
                    <a:lnTo>
                      <a:pt x="502" y="698"/>
                    </a:lnTo>
                    <a:lnTo>
                      <a:pt x="464" y="606"/>
                    </a:lnTo>
                    <a:lnTo>
                      <a:pt x="464" y="60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59" name="Freeform 86">
                <a:extLst>
                  <a:ext uri="{FF2B5EF4-FFF2-40B4-BE49-F238E27FC236}">
                    <a16:creationId xmlns:a16="http://schemas.microsoft.com/office/drawing/2014/main" id="{9ACF0999-BA86-3DC0-0A0B-94778F7401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01750" y="2460625"/>
                <a:ext cx="1663700" cy="2638425"/>
              </a:xfrm>
              <a:custGeom>
                <a:avLst/>
                <a:gdLst>
                  <a:gd name="T0" fmla="*/ 1030 w 1048"/>
                  <a:gd name="T1" fmla="*/ 840 h 1662"/>
                  <a:gd name="T2" fmla="*/ 612 w 1048"/>
                  <a:gd name="T3" fmla="*/ 678 h 1662"/>
                  <a:gd name="T4" fmla="*/ 978 w 1048"/>
                  <a:gd name="T5" fmla="*/ 442 h 1662"/>
                  <a:gd name="T6" fmla="*/ 612 w 1048"/>
                  <a:gd name="T7" fmla="*/ 282 h 1662"/>
                  <a:gd name="T8" fmla="*/ 438 w 1048"/>
                  <a:gd name="T9" fmla="*/ 0 h 1662"/>
                  <a:gd name="T10" fmla="*/ 254 w 1048"/>
                  <a:gd name="T11" fmla="*/ 282 h 1662"/>
                  <a:gd name="T12" fmla="*/ 268 w 1048"/>
                  <a:gd name="T13" fmla="*/ 234 h 1662"/>
                  <a:gd name="T14" fmla="*/ 292 w 1048"/>
                  <a:gd name="T15" fmla="*/ 128 h 1662"/>
                  <a:gd name="T16" fmla="*/ 126 w 1048"/>
                  <a:gd name="T17" fmla="*/ 70 h 1662"/>
                  <a:gd name="T18" fmla="*/ 124 w 1048"/>
                  <a:gd name="T19" fmla="*/ 108 h 1662"/>
                  <a:gd name="T20" fmla="*/ 114 w 1048"/>
                  <a:gd name="T21" fmla="*/ 180 h 1662"/>
                  <a:gd name="T22" fmla="*/ 98 w 1048"/>
                  <a:gd name="T23" fmla="*/ 248 h 1662"/>
                  <a:gd name="T24" fmla="*/ 76 w 1048"/>
                  <a:gd name="T25" fmla="*/ 310 h 1662"/>
                  <a:gd name="T26" fmla="*/ 40 w 1048"/>
                  <a:gd name="T27" fmla="*/ 386 h 1662"/>
                  <a:gd name="T28" fmla="*/ 0 w 1048"/>
                  <a:gd name="T29" fmla="*/ 452 h 1662"/>
                  <a:gd name="T30" fmla="*/ 0 w 1048"/>
                  <a:gd name="T31" fmla="*/ 630 h 1662"/>
                  <a:gd name="T32" fmla="*/ 36 w 1048"/>
                  <a:gd name="T33" fmla="*/ 608 h 1662"/>
                  <a:gd name="T34" fmla="*/ 88 w 1048"/>
                  <a:gd name="T35" fmla="*/ 566 h 1662"/>
                  <a:gd name="T36" fmla="*/ 134 w 1048"/>
                  <a:gd name="T37" fmla="*/ 514 h 1662"/>
                  <a:gd name="T38" fmla="*/ 166 w 1048"/>
                  <a:gd name="T39" fmla="*/ 468 h 1662"/>
                  <a:gd name="T40" fmla="*/ 438 w 1048"/>
                  <a:gd name="T41" fmla="*/ 442 h 1662"/>
                  <a:gd name="T42" fmla="*/ 20 w 1048"/>
                  <a:gd name="T43" fmla="*/ 678 h 1662"/>
                  <a:gd name="T44" fmla="*/ 254 w 1048"/>
                  <a:gd name="T45" fmla="*/ 840 h 1662"/>
                  <a:gd name="T46" fmla="*/ 248 w 1048"/>
                  <a:gd name="T47" fmla="*/ 900 h 1662"/>
                  <a:gd name="T48" fmla="*/ 222 w 1048"/>
                  <a:gd name="T49" fmla="*/ 1014 h 1662"/>
                  <a:gd name="T50" fmla="*/ 186 w 1048"/>
                  <a:gd name="T51" fmla="*/ 1120 h 1662"/>
                  <a:gd name="T52" fmla="*/ 142 w 1048"/>
                  <a:gd name="T53" fmla="*/ 1216 h 1662"/>
                  <a:gd name="T54" fmla="*/ 96 w 1048"/>
                  <a:gd name="T55" fmla="*/ 1298 h 1662"/>
                  <a:gd name="T56" fmla="*/ 36 w 1048"/>
                  <a:gd name="T57" fmla="*/ 1390 h 1662"/>
                  <a:gd name="T58" fmla="*/ 0 w 1048"/>
                  <a:gd name="T59" fmla="*/ 1438 h 1662"/>
                  <a:gd name="T60" fmla="*/ 0 w 1048"/>
                  <a:gd name="T61" fmla="*/ 1638 h 1662"/>
                  <a:gd name="T62" fmla="*/ 56 w 1048"/>
                  <a:gd name="T63" fmla="*/ 1594 h 1662"/>
                  <a:gd name="T64" fmla="*/ 106 w 1048"/>
                  <a:gd name="T65" fmla="*/ 1548 h 1662"/>
                  <a:gd name="T66" fmla="*/ 152 w 1048"/>
                  <a:gd name="T67" fmla="*/ 1498 h 1662"/>
                  <a:gd name="T68" fmla="*/ 232 w 1048"/>
                  <a:gd name="T69" fmla="*/ 1390 h 1662"/>
                  <a:gd name="T70" fmla="*/ 298 w 1048"/>
                  <a:gd name="T71" fmla="*/ 1276 h 1662"/>
                  <a:gd name="T72" fmla="*/ 348 w 1048"/>
                  <a:gd name="T73" fmla="*/ 1164 h 1662"/>
                  <a:gd name="T74" fmla="*/ 386 w 1048"/>
                  <a:gd name="T75" fmla="*/ 1058 h 1662"/>
                  <a:gd name="T76" fmla="*/ 414 w 1048"/>
                  <a:gd name="T77" fmla="*/ 966 h 1662"/>
                  <a:gd name="T78" fmla="*/ 438 w 1048"/>
                  <a:gd name="T79" fmla="*/ 864 h 1662"/>
                  <a:gd name="T80" fmla="*/ 612 w 1048"/>
                  <a:gd name="T81" fmla="*/ 1662 h 1662"/>
                  <a:gd name="T82" fmla="*/ 612 w 1048"/>
                  <a:gd name="T83" fmla="*/ 864 h 1662"/>
                  <a:gd name="T84" fmla="*/ 634 w 1048"/>
                  <a:gd name="T85" fmla="*/ 966 h 1662"/>
                  <a:gd name="T86" fmla="*/ 662 w 1048"/>
                  <a:gd name="T87" fmla="*/ 1058 h 1662"/>
                  <a:gd name="T88" fmla="*/ 700 w 1048"/>
                  <a:gd name="T89" fmla="*/ 1164 h 1662"/>
                  <a:gd name="T90" fmla="*/ 752 w 1048"/>
                  <a:gd name="T91" fmla="*/ 1276 h 1662"/>
                  <a:gd name="T92" fmla="*/ 816 w 1048"/>
                  <a:gd name="T93" fmla="*/ 1390 h 1662"/>
                  <a:gd name="T94" fmla="*/ 896 w 1048"/>
                  <a:gd name="T95" fmla="*/ 1498 h 1662"/>
                  <a:gd name="T96" fmla="*/ 942 w 1048"/>
                  <a:gd name="T97" fmla="*/ 1548 h 1662"/>
                  <a:gd name="T98" fmla="*/ 992 w 1048"/>
                  <a:gd name="T99" fmla="*/ 1594 h 1662"/>
                  <a:gd name="T100" fmla="*/ 1048 w 1048"/>
                  <a:gd name="T101" fmla="*/ 1638 h 1662"/>
                  <a:gd name="T102" fmla="*/ 1048 w 1048"/>
                  <a:gd name="T103" fmla="*/ 1438 h 1662"/>
                  <a:gd name="T104" fmla="*/ 1012 w 1048"/>
                  <a:gd name="T105" fmla="*/ 1390 h 1662"/>
                  <a:gd name="T106" fmla="*/ 952 w 1048"/>
                  <a:gd name="T107" fmla="*/ 1298 h 1662"/>
                  <a:gd name="T108" fmla="*/ 906 w 1048"/>
                  <a:gd name="T109" fmla="*/ 1216 h 1662"/>
                  <a:gd name="T110" fmla="*/ 864 w 1048"/>
                  <a:gd name="T111" fmla="*/ 1120 h 1662"/>
                  <a:gd name="T112" fmla="*/ 826 w 1048"/>
                  <a:gd name="T113" fmla="*/ 1014 h 1662"/>
                  <a:gd name="T114" fmla="*/ 800 w 1048"/>
                  <a:gd name="T115" fmla="*/ 900 h 1662"/>
                  <a:gd name="T116" fmla="*/ 794 w 1048"/>
                  <a:gd name="T117" fmla="*/ 84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048" h="1662">
                    <a:moveTo>
                      <a:pt x="794" y="840"/>
                    </a:moveTo>
                    <a:lnTo>
                      <a:pt x="1030" y="840"/>
                    </a:lnTo>
                    <a:lnTo>
                      <a:pt x="1030" y="678"/>
                    </a:lnTo>
                    <a:lnTo>
                      <a:pt x="612" y="678"/>
                    </a:lnTo>
                    <a:lnTo>
                      <a:pt x="612" y="442"/>
                    </a:lnTo>
                    <a:lnTo>
                      <a:pt x="978" y="442"/>
                    </a:lnTo>
                    <a:lnTo>
                      <a:pt x="978" y="282"/>
                    </a:lnTo>
                    <a:lnTo>
                      <a:pt x="612" y="282"/>
                    </a:lnTo>
                    <a:lnTo>
                      <a:pt x="612" y="0"/>
                    </a:lnTo>
                    <a:lnTo>
                      <a:pt x="438" y="0"/>
                    </a:lnTo>
                    <a:lnTo>
                      <a:pt x="438" y="282"/>
                    </a:lnTo>
                    <a:lnTo>
                      <a:pt x="254" y="282"/>
                    </a:lnTo>
                    <a:lnTo>
                      <a:pt x="254" y="282"/>
                    </a:lnTo>
                    <a:lnTo>
                      <a:pt x="268" y="234"/>
                    </a:lnTo>
                    <a:lnTo>
                      <a:pt x="280" y="184"/>
                    </a:lnTo>
                    <a:lnTo>
                      <a:pt x="292" y="128"/>
                    </a:lnTo>
                    <a:lnTo>
                      <a:pt x="300" y="70"/>
                    </a:lnTo>
                    <a:lnTo>
                      <a:pt x="126" y="70"/>
                    </a:lnTo>
                    <a:lnTo>
                      <a:pt x="126" y="70"/>
                    </a:lnTo>
                    <a:lnTo>
                      <a:pt x="124" y="108"/>
                    </a:lnTo>
                    <a:lnTo>
                      <a:pt x="120" y="144"/>
                    </a:lnTo>
                    <a:lnTo>
                      <a:pt x="114" y="180"/>
                    </a:lnTo>
                    <a:lnTo>
                      <a:pt x="106" y="216"/>
                    </a:lnTo>
                    <a:lnTo>
                      <a:pt x="98" y="248"/>
                    </a:lnTo>
                    <a:lnTo>
                      <a:pt x="86" y="280"/>
                    </a:lnTo>
                    <a:lnTo>
                      <a:pt x="76" y="310"/>
                    </a:lnTo>
                    <a:lnTo>
                      <a:pt x="64" y="338"/>
                    </a:lnTo>
                    <a:lnTo>
                      <a:pt x="40" y="386"/>
                    </a:lnTo>
                    <a:lnTo>
                      <a:pt x="20" y="422"/>
                    </a:lnTo>
                    <a:lnTo>
                      <a:pt x="0" y="452"/>
                    </a:lnTo>
                    <a:lnTo>
                      <a:pt x="0" y="630"/>
                    </a:lnTo>
                    <a:lnTo>
                      <a:pt x="0" y="630"/>
                    </a:lnTo>
                    <a:lnTo>
                      <a:pt x="16" y="620"/>
                    </a:lnTo>
                    <a:lnTo>
                      <a:pt x="36" y="608"/>
                    </a:lnTo>
                    <a:lnTo>
                      <a:pt x="60" y="590"/>
                    </a:lnTo>
                    <a:lnTo>
                      <a:pt x="88" y="566"/>
                    </a:lnTo>
                    <a:lnTo>
                      <a:pt x="118" y="534"/>
                    </a:lnTo>
                    <a:lnTo>
                      <a:pt x="134" y="514"/>
                    </a:lnTo>
                    <a:lnTo>
                      <a:pt x="150" y="492"/>
                    </a:lnTo>
                    <a:lnTo>
                      <a:pt x="166" y="468"/>
                    </a:lnTo>
                    <a:lnTo>
                      <a:pt x="182" y="442"/>
                    </a:lnTo>
                    <a:lnTo>
                      <a:pt x="438" y="442"/>
                    </a:lnTo>
                    <a:lnTo>
                      <a:pt x="438" y="678"/>
                    </a:lnTo>
                    <a:lnTo>
                      <a:pt x="20" y="678"/>
                    </a:lnTo>
                    <a:lnTo>
                      <a:pt x="20" y="840"/>
                    </a:lnTo>
                    <a:lnTo>
                      <a:pt x="254" y="840"/>
                    </a:lnTo>
                    <a:lnTo>
                      <a:pt x="254" y="840"/>
                    </a:lnTo>
                    <a:lnTo>
                      <a:pt x="248" y="900"/>
                    </a:lnTo>
                    <a:lnTo>
                      <a:pt x="236" y="958"/>
                    </a:lnTo>
                    <a:lnTo>
                      <a:pt x="222" y="1014"/>
                    </a:lnTo>
                    <a:lnTo>
                      <a:pt x="206" y="1068"/>
                    </a:lnTo>
                    <a:lnTo>
                      <a:pt x="186" y="1120"/>
                    </a:lnTo>
                    <a:lnTo>
                      <a:pt x="164" y="1170"/>
                    </a:lnTo>
                    <a:lnTo>
                      <a:pt x="142" y="1216"/>
                    </a:lnTo>
                    <a:lnTo>
                      <a:pt x="118" y="1260"/>
                    </a:lnTo>
                    <a:lnTo>
                      <a:pt x="96" y="1298"/>
                    </a:lnTo>
                    <a:lnTo>
                      <a:pt x="74" y="1334"/>
                    </a:lnTo>
                    <a:lnTo>
                      <a:pt x="36" y="1390"/>
                    </a:lnTo>
                    <a:lnTo>
                      <a:pt x="10" y="1426"/>
                    </a:lnTo>
                    <a:lnTo>
                      <a:pt x="0" y="1438"/>
                    </a:lnTo>
                    <a:lnTo>
                      <a:pt x="0" y="1638"/>
                    </a:lnTo>
                    <a:lnTo>
                      <a:pt x="0" y="1638"/>
                    </a:lnTo>
                    <a:lnTo>
                      <a:pt x="28" y="1616"/>
                    </a:lnTo>
                    <a:lnTo>
                      <a:pt x="56" y="1594"/>
                    </a:lnTo>
                    <a:lnTo>
                      <a:pt x="82" y="1572"/>
                    </a:lnTo>
                    <a:lnTo>
                      <a:pt x="106" y="1548"/>
                    </a:lnTo>
                    <a:lnTo>
                      <a:pt x="130" y="1522"/>
                    </a:lnTo>
                    <a:lnTo>
                      <a:pt x="152" y="1498"/>
                    </a:lnTo>
                    <a:lnTo>
                      <a:pt x="194" y="1444"/>
                    </a:lnTo>
                    <a:lnTo>
                      <a:pt x="232" y="1390"/>
                    </a:lnTo>
                    <a:lnTo>
                      <a:pt x="266" y="1332"/>
                    </a:lnTo>
                    <a:lnTo>
                      <a:pt x="298" y="1276"/>
                    </a:lnTo>
                    <a:lnTo>
                      <a:pt x="324" y="1220"/>
                    </a:lnTo>
                    <a:lnTo>
                      <a:pt x="348" y="1164"/>
                    </a:lnTo>
                    <a:lnTo>
                      <a:pt x="368" y="1110"/>
                    </a:lnTo>
                    <a:lnTo>
                      <a:pt x="386" y="1058"/>
                    </a:lnTo>
                    <a:lnTo>
                      <a:pt x="402" y="1010"/>
                    </a:lnTo>
                    <a:lnTo>
                      <a:pt x="414" y="966"/>
                    </a:lnTo>
                    <a:lnTo>
                      <a:pt x="424" y="926"/>
                    </a:lnTo>
                    <a:lnTo>
                      <a:pt x="438" y="864"/>
                    </a:lnTo>
                    <a:lnTo>
                      <a:pt x="438" y="1662"/>
                    </a:lnTo>
                    <a:lnTo>
                      <a:pt x="612" y="1662"/>
                    </a:lnTo>
                    <a:lnTo>
                      <a:pt x="612" y="864"/>
                    </a:lnTo>
                    <a:lnTo>
                      <a:pt x="612" y="864"/>
                    </a:lnTo>
                    <a:lnTo>
                      <a:pt x="624" y="926"/>
                    </a:lnTo>
                    <a:lnTo>
                      <a:pt x="634" y="966"/>
                    </a:lnTo>
                    <a:lnTo>
                      <a:pt x="648" y="1010"/>
                    </a:lnTo>
                    <a:lnTo>
                      <a:pt x="662" y="1058"/>
                    </a:lnTo>
                    <a:lnTo>
                      <a:pt x="680" y="1110"/>
                    </a:lnTo>
                    <a:lnTo>
                      <a:pt x="700" y="1164"/>
                    </a:lnTo>
                    <a:lnTo>
                      <a:pt x="724" y="1220"/>
                    </a:lnTo>
                    <a:lnTo>
                      <a:pt x="752" y="1276"/>
                    </a:lnTo>
                    <a:lnTo>
                      <a:pt x="782" y="1332"/>
                    </a:lnTo>
                    <a:lnTo>
                      <a:pt x="816" y="1390"/>
                    </a:lnTo>
                    <a:lnTo>
                      <a:pt x="854" y="1444"/>
                    </a:lnTo>
                    <a:lnTo>
                      <a:pt x="896" y="1498"/>
                    </a:lnTo>
                    <a:lnTo>
                      <a:pt x="918" y="1522"/>
                    </a:lnTo>
                    <a:lnTo>
                      <a:pt x="942" y="1548"/>
                    </a:lnTo>
                    <a:lnTo>
                      <a:pt x="966" y="1572"/>
                    </a:lnTo>
                    <a:lnTo>
                      <a:pt x="992" y="1594"/>
                    </a:lnTo>
                    <a:lnTo>
                      <a:pt x="1020" y="1616"/>
                    </a:lnTo>
                    <a:lnTo>
                      <a:pt x="1048" y="1638"/>
                    </a:lnTo>
                    <a:lnTo>
                      <a:pt x="1048" y="1438"/>
                    </a:lnTo>
                    <a:lnTo>
                      <a:pt x="1048" y="1438"/>
                    </a:lnTo>
                    <a:lnTo>
                      <a:pt x="1038" y="1426"/>
                    </a:lnTo>
                    <a:lnTo>
                      <a:pt x="1012" y="1390"/>
                    </a:lnTo>
                    <a:lnTo>
                      <a:pt x="974" y="1334"/>
                    </a:lnTo>
                    <a:lnTo>
                      <a:pt x="952" y="1298"/>
                    </a:lnTo>
                    <a:lnTo>
                      <a:pt x="930" y="1260"/>
                    </a:lnTo>
                    <a:lnTo>
                      <a:pt x="906" y="1216"/>
                    </a:lnTo>
                    <a:lnTo>
                      <a:pt x="884" y="1170"/>
                    </a:lnTo>
                    <a:lnTo>
                      <a:pt x="864" y="1120"/>
                    </a:lnTo>
                    <a:lnTo>
                      <a:pt x="844" y="1068"/>
                    </a:lnTo>
                    <a:lnTo>
                      <a:pt x="826" y="1014"/>
                    </a:lnTo>
                    <a:lnTo>
                      <a:pt x="812" y="958"/>
                    </a:lnTo>
                    <a:lnTo>
                      <a:pt x="800" y="900"/>
                    </a:lnTo>
                    <a:lnTo>
                      <a:pt x="794" y="840"/>
                    </a:lnTo>
                    <a:lnTo>
                      <a:pt x="794" y="84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0" name="Rectangle 87">
                <a:extLst>
                  <a:ext uri="{FF2B5EF4-FFF2-40B4-BE49-F238E27FC236}">
                    <a16:creationId xmlns:a16="http://schemas.microsoft.com/office/drawing/2014/main" id="{04DA0753-A974-9C62-9FF7-B71051954B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88100" y="3384550"/>
                <a:ext cx="1838325" cy="2571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1" name="Freeform 88">
                <a:extLst>
                  <a:ext uri="{FF2B5EF4-FFF2-40B4-BE49-F238E27FC236}">
                    <a16:creationId xmlns:a16="http://schemas.microsoft.com/office/drawing/2014/main" id="{8EC2F42F-C088-7CBD-F84C-89B4501274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46775" y="4000500"/>
                <a:ext cx="2736850" cy="1101725"/>
              </a:xfrm>
              <a:custGeom>
                <a:avLst/>
                <a:gdLst>
                  <a:gd name="T0" fmla="*/ 1212 w 1724"/>
                  <a:gd name="T1" fmla="*/ 262 h 694"/>
                  <a:gd name="T2" fmla="*/ 1328 w 1724"/>
                  <a:gd name="T3" fmla="*/ 436 h 694"/>
                  <a:gd name="T4" fmla="*/ 1328 w 1724"/>
                  <a:gd name="T5" fmla="*/ 436 h 694"/>
                  <a:gd name="T6" fmla="*/ 1300 w 1724"/>
                  <a:gd name="T7" fmla="*/ 446 h 694"/>
                  <a:gd name="T8" fmla="*/ 1254 w 1724"/>
                  <a:gd name="T9" fmla="*/ 460 h 694"/>
                  <a:gd name="T10" fmla="*/ 1194 w 1724"/>
                  <a:gd name="T11" fmla="*/ 476 h 694"/>
                  <a:gd name="T12" fmla="*/ 1118 w 1724"/>
                  <a:gd name="T13" fmla="*/ 492 h 694"/>
                  <a:gd name="T14" fmla="*/ 1026 w 1724"/>
                  <a:gd name="T15" fmla="*/ 506 h 694"/>
                  <a:gd name="T16" fmla="*/ 976 w 1724"/>
                  <a:gd name="T17" fmla="*/ 514 h 694"/>
                  <a:gd name="T18" fmla="*/ 920 w 1724"/>
                  <a:gd name="T19" fmla="*/ 520 h 694"/>
                  <a:gd name="T20" fmla="*/ 860 w 1724"/>
                  <a:gd name="T21" fmla="*/ 524 h 694"/>
                  <a:gd name="T22" fmla="*/ 798 w 1724"/>
                  <a:gd name="T23" fmla="*/ 528 h 694"/>
                  <a:gd name="T24" fmla="*/ 730 w 1724"/>
                  <a:gd name="T25" fmla="*/ 530 h 694"/>
                  <a:gd name="T26" fmla="*/ 660 w 1724"/>
                  <a:gd name="T27" fmla="*/ 530 h 694"/>
                  <a:gd name="T28" fmla="*/ 482 w 1724"/>
                  <a:gd name="T29" fmla="*/ 530 h 694"/>
                  <a:gd name="T30" fmla="*/ 786 w 1724"/>
                  <a:gd name="T31" fmla="*/ 162 h 694"/>
                  <a:gd name="T32" fmla="*/ 1714 w 1724"/>
                  <a:gd name="T33" fmla="*/ 162 h 694"/>
                  <a:gd name="T34" fmla="*/ 1714 w 1724"/>
                  <a:gd name="T35" fmla="*/ 0 h 694"/>
                  <a:gd name="T36" fmla="*/ 0 w 1724"/>
                  <a:gd name="T37" fmla="*/ 0 h 694"/>
                  <a:gd name="T38" fmla="*/ 0 w 1724"/>
                  <a:gd name="T39" fmla="*/ 162 h 694"/>
                  <a:gd name="T40" fmla="*/ 536 w 1724"/>
                  <a:gd name="T41" fmla="*/ 162 h 694"/>
                  <a:gd name="T42" fmla="*/ 234 w 1724"/>
                  <a:gd name="T43" fmla="*/ 530 h 694"/>
                  <a:gd name="T44" fmla="*/ 50 w 1724"/>
                  <a:gd name="T45" fmla="*/ 530 h 694"/>
                  <a:gd name="T46" fmla="*/ 50 w 1724"/>
                  <a:gd name="T47" fmla="*/ 692 h 694"/>
                  <a:gd name="T48" fmla="*/ 660 w 1724"/>
                  <a:gd name="T49" fmla="*/ 692 h 694"/>
                  <a:gd name="T50" fmla="*/ 660 w 1724"/>
                  <a:gd name="T51" fmla="*/ 692 h 694"/>
                  <a:gd name="T52" fmla="*/ 744 w 1724"/>
                  <a:gd name="T53" fmla="*/ 692 h 694"/>
                  <a:gd name="T54" fmla="*/ 822 w 1724"/>
                  <a:gd name="T55" fmla="*/ 688 h 694"/>
                  <a:gd name="T56" fmla="*/ 898 w 1724"/>
                  <a:gd name="T57" fmla="*/ 684 h 694"/>
                  <a:gd name="T58" fmla="*/ 966 w 1724"/>
                  <a:gd name="T59" fmla="*/ 678 h 694"/>
                  <a:gd name="T60" fmla="*/ 1032 w 1724"/>
                  <a:gd name="T61" fmla="*/ 672 h 694"/>
                  <a:gd name="T62" fmla="*/ 1092 w 1724"/>
                  <a:gd name="T63" fmla="*/ 664 h 694"/>
                  <a:gd name="T64" fmla="*/ 1146 w 1724"/>
                  <a:gd name="T65" fmla="*/ 656 h 694"/>
                  <a:gd name="T66" fmla="*/ 1196 w 1724"/>
                  <a:gd name="T67" fmla="*/ 646 h 694"/>
                  <a:gd name="T68" fmla="*/ 1284 w 1724"/>
                  <a:gd name="T69" fmla="*/ 628 h 694"/>
                  <a:gd name="T70" fmla="*/ 1350 w 1724"/>
                  <a:gd name="T71" fmla="*/ 610 h 694"/>
                  <a:gd name="T72" fmla="*/ 1400 w 1724"/>
                  <a:gd name="T73" fmla="*/ 596 h 694"/>
                  <a:gd name="T74" fmla="*/ 1430 w 1724"/>
                  <a:gd name="T75" fmla="*/ 586 h 694"/>
                  <a:gd name="T76" fmla="*/ 1504 w 1724"/>
                  <a:gd name="T77" fmla="*/ 694 h 694"/>
                  <a:gd name="T78" fmla="*/ 1724 w 1724"/>
                  <a:gd name="T79" fmla="*/ 694 h 694"/>
                  <a:gd name="T80" fmla="*/ 1434 w 1724"/>
                  <a:gd name="T81" fmla="*/ 262 h 694"/>
                  <a:gd name="T82" fmla="*/ 1212 w 1724"/>
                  <a:gd name="T83" fmla="*/ 262 h 6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724" h="694">
                    <a:moveTo>
                      <a:pt x="1212" y="262"/>
                    </a:moveTo>
                    <a:lnTo>
                      <a:pt x="1328" y="436"/>
                    </a:lnTo>
                    <a:lnTo>
                      <a:pt x="1328" y="436"/>
                    </a:lnTo>
                    <a:lnTo>
                      <a:pt x="1300" y="446"/>
                    </a:lnTo>
                    <a:lnTo>
                      <a:pt x="1254" y="460"/>
                    </a:lnTo>
                    <a:lnTo>
                      <a:pt x="1194" y="476"/>
                    </a:lnTo>
                    <a:lnTo>
                      <a:pt x="1118" y="492"/>
                    </a:lnTo>
                    <a:lnTo>
                      <a:pt x="1026" y="506"/>
                    </a:lnTo>
                    <a:lnTo>
                      <a:pt x="976" y="514"/>
                    </a:lnTo>
                    <a:lnTo>
                      <a:pt x="920" y="520"/>
                    </a:lnTo>
                    <a:lnTo>
                      <a:pt x="860" y="524"/>
                    </a:lnTo>
                    <a:lnTo>
                      <a:pt x="798" y="528"/>
                    </a:lnTo>
                    <a:lnTo>
                      <a:pt x="730" y="530"/>
                    </a:lnTo>
                    <a:lnTo>
                      <a:pt x="660" y="530"/>
                    </a:lnTo>
                    <a:lnTo>
                      <a:pt x="482" y="530"/>
                    </a:lnTo>
                    <a:lnTo>
                      <a:pt x="786" y="162"/>
                    </a:lnTo>
                    <a:lnTo>
                      <a:pt x="1714" y="162"/>
                    </a:lnTo>
                    <a:lnTo>
                      <a:pt x="1714" y="0"/>
                    </a:lnTo>
                    <a:lnTo>
                      <a:pt x="0" y="0"/>
                    </a:lnTo>
                    <a:lnTo>
                      <a:pt x="0" y="162"/>
                    </a:lnTo>
                    <a:lnTo>
                      <a:pt x="536" y="162"/>
                    </a:lnTo>
                    <a:lnTo>
                      <a:pt x="234" y="530"/>
                    </a:lnTo>
                    <a:lnTo>
                      <a:pt x="50" y="530"/>
                    </a:lnTo>
                    <a:lnTo>
                      <a:pt x="50" y="692"/>
                    </a:lnTo>
                    <a:lnTo>
                      <a:pt x="660" y="692"/>
                    </a:lnTo>
                    <a:lnTo>
                      <a:pt x="660" y="692"/>
                    </a:lnTo>
                    <a:lnTo>
                      <a:pt x="744" y="692"/>
                    </a:lnTo>
                    <a:lnTo>
                      <a:pt x="822" y="688"/>
                    </a:lnTo>
                    <a:lnTo>
                      <a:pt x="898" y="684"/>
                    </a:lnTo>
                    <a:lnTo>
                      <a:pt x="966" y="678"/>
                    </a:lnTo>
                    <a:lnTo>
                      <a:pt x="1032" y="672"/>
                    </a:lnTo>
                    <a:lnTo>
                      <a:pt x="1092" y="664"/>
                    </a:lnTo>
                    <a:lnTo>
                      <a:pt x="1146" y="656"/>
                    </a:lnTo>
                    <a:lnTo>
                      <a:pt x="1196" y="646"/>
                    </a:lnTo>
                    <a:lnTo>
                      <a:pt x="1284" y="628"/>
                    </a:lnTo>
                    <a:lnTo>
                      <a:pt x="1350" y="610"/>
                    </a:lnTo>
                    <a:lnTo>
                      <a:pt x="1400" y="596"/>
                    </a:lnTo>
                    <a:lnTo>
                      <a:pt x="1430" y="586"/>
                    </a:lnTo>
                    <a:lnTo>
                      <a:pt x="1504" y="694"/>
                    </a:lnTo>
                    <a:lnTo>
                      <a:pt x="1724" y="694"/>
                    </a:lnTo>
                    <a:lnTo>
                      <a:pt x="1434" y="262"/>
                    </a:lnTo>
                    <a:lnTo>
                      <a:pt x="1212" y="26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2" name="Freeform 89">
                <a:extLst>
                  <a:ext uri="{FF2B5EF4-FFF2-40B4-BE49-F238E27FC236}">
                    <a16:creationId xmlns:a16="http://schemas.microsoft.com/office/drawing/2014/main" id="{D7A1F431-CCF7-A727-366C-0BFFE74D6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3125" y="2460625"/>
                <a:ext cx="2743200" cy="996950"/>
              </a:xfrm>
              <a:custGeom>
                <a:avLst/>
                <a:gdLst>
                  <a:gd name="T0" fmla="*/ 776 w 1728"/>
                  <a:gd name="T1" fmla="*/ 0 h 628"/>
                  <a:gd name="T2" fmla="*/ 752 w 1728"/>
                  <a:gd name="T3" fmla="*/ 32 h 628"/>
                  <a:gd name="T4" fmla="*/ 698 w 1728"/>
                  <a:gd name="T5" fmla="*/ 92 h 628"/>
                  <a:gd name="T6" fmla="*/ 638 w 1728"/>
                  <a:gd name="T7" fmla="*/ 148 h 628"/>
                  <a:gd name="T8" fmla="*/ 578 w 1728"/>
                  <a:gd name="T9" fmla="*/ 198 h 628"/>
                  <a:gd name="T10" fmla="*/ 482 w 1728"/>
                  <a:gd name="T11" fmla="*/ 264 h 628"/>
                  <a:gd name="T12" fmla="*/ 352 w 1728"/>
                  <a:gd name="T13" fmla="*/ 336 h 628"/>
                  <a:gd name="T14" fmla="*/ 232 w 1728"/>
                  <a:gd name="T15" fmla="*/ 390 h 628"/>
                  <a:gd name="T16" fmla="*/ 128 w 1728"/>
                  <a:gd name="T17" fmla="*/ 430 h 628"/>
                  <a:gd name="T18" fmla="*/ 22 w 1728"/>
                  <a:gd name="T19" fmla="*/ 462 h 628"/>
                  <a:gd name="T20" fmla="*/ 0 w 1728"/>
                  <a:gd name="T21" fmla="*/ 628 h 628"/>
                  <a:gd name="T22" fmla="*/ 22 w 1728"/>
                  <a:gd name="T23" fmla="*/ 624 h 628"/>
                  <a:gd name="T24" fmla="*/ 128 w 1728"/>
                  <a:gd name="T25" fmla="*/ 598 h 628"/>
                  <a:gd name="T26" fmla="*/ 236 w 1728"/>
                  <a:gd name="T27" fmla="*/ 564 h 628"/>
                  <a:gd name="T28" fmla="*/ 364 w 1728"/>
                  <a:gd name="T29" fmla="*/ 514 h 628"/>
                  <a:gd name="T30" fmla="*/ 504 w 1728"/>
                  <a:gd name="T31" fmla="*/ 446 h 628"/>
                  <a:gd name="T32" fmla="*/ 612 w 1728"/>
                  <a:gd name="T33" fmla="*/ 382 h 628"/>
                  <a:gd name="T34" fmla="*/ 684 w 1728"/>
                  <a:gd name="T35" fmla="*/ 332 h 628"/>
                  <a:gd name="T36" fmla="*/ 754 w 1728"/>
                  <a:gd name="T37" fmla="*/ 276 h 628"/>
                  <a:gd name="T38" fmla="*/ 822 w 1728"/>
                  <a:gd name="T39" fmla="*/ 214 h 628"/>
                  <a:gd name="T40" fmla="*/ 874 w 1728"/>
                  <a:gd name="T41" fmla="*/ 180 h 628"/>
                  <a:gd name="T42" fmla="*/ 906 w 1728"/>
                  <a:gd name="T43" fmla="*/ 214 h 628"/>
                  <a:gd name="T44" fmla="*/ 974 w 1728"/>
                  <a:gd name="T45" fmla="*/ 276 h 628"/>
                  <a:gd name="T46" fmla="*/ 1044 w 1728"/>
                  <a:gd name="T47" fmla="*/ 332 h 628"/>
                  <a:gd name="T48" fmla="*/ 1116 w 1728"/>
                  <a:gd name="T49" fmla="*/ 382 h 628"/>
                  <a:gd name="T50" fmla="*/ 1224 w 1728"/>
                  <a:gd name="T51" fmla="*/ 446 h 628"/>
                  <a:gd name="T52" fmla="*/ 1364 w 1728"/>
                  <a:gd name="T53" fmla="*/ 514 h 628"/>
                  <a:gd name="T54" fmla="*/ 1490 w 1728"/>
                  <a:gd name="T55" fmla="*/ 564 h 628"/>
                  <a:gd name="T56" fmla="*/ 1598 w 1728"/>
                  <a:gd name="T57" fmla="*/ 598 h 628"/>
                  <a:gd name="T58" fmla="*/ 1704 w 1728"/>
                  <a:gd name="T59" fmla="*/ 624 h 628"/>
                  <a:gd name="T60" fmla="*/ 1728 w 1728"/>
                  <a:gd name="T61" fmla="*/ 468 h 628"/>
                  <a:gd name="T62" fmla="*/ 1704 w 1728"/>
                  <a:gd name="T63" fmla="*/ 462 h 628"/>
                  <a:gd name="T64" fmla="*/ 1600 w 1728"/>
                  <a:gd name="T65" fmla="*/ 430 h 628"/>
                  <a:gd name="T66" fmla="*/ 1496 w 1728"/>
                  <a:gd name="T67" fmla="*/ 390 h 628"/>
                  <a:gd name="T68" fmla="*/ 1374 w 1728"/>
                  <a:gd name="T69" fmla="*/ 336 h 628"/>
                  <a:gd name="T70" fmla="*/ 1246 w 1728"/>
                  <a:gd name="T71" fmla="*/ 264 h 628"/>
                  <a:gd name="T72" fmla="*/ 1150 w 1728"/>
                  <a:gd name="T73" fmla="*/ 198 h 628"/>
                  <a:gd name="T74" fmla="*/ 1088 w 1728"/>
                  <a:gd name="T75" fmla="*/ 148 h 628"/>
                  <a:gd name="T76" fmla="*/ 1030 w 1728"/>
                  <a:gd name="T77" fmla="*/ 92 h 628"/>
                  <a:gd name="T78" fmla="*/ 976 w 1728"/>
                  <a:gd name="T79" fmla="*/ 32 h 628"/>
                  <a:gd name="T80" fmla="*/ 950 w 1728"/>
                  <a:gd name="T81" fmla="*/ 0 h 6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728" h="628">
                    <a:moveTo>
                      <a:pt x="950" y="0"/>
                    </a:moveTo>
                    <a:lnTo>
                      <a:pt x="776" y="0"/>
                    </a:lnTo>
                    <a:lnTo>
                      <a:pt x="776" y="0"/>
                    </a:lnTo>
                    <a:lnTo>
                      <a:pt x="752" y="32"/>
                    </a:lnTo>
                    <a:lnTo>
                      <a:pt x="726" y="62"/>
                    </a:lnTo>
                    <a:lnTo>
                      <a:pt x="698" y="92"/>
                    </a:lnTo>
                    <a:lnTo>
                      <a:pt x="668" y="120"/>
                    </a:lnTo>
                    <a:lnTo>
                      <a:pt x="638" y="148"/>
                    </a:lnTo>
                    <a:lnTo>
                      <a:pt x="608" y="174"/>
                    </a:lnTo>
                    <a:lnTo>
                      <a:pt x="578" y="198"/>
                    </a:lnTo>
                    <a:lnTo>
                      <a:pt x="546" y="220"/>
                    </a:lnTo>
                    <a:lnTo>
                      <a:pt x="482" y="264"/>
                    </a:lnTo>
                    <a:lnTo>
                      <a:pt x="416" y="302"/>
                    </a:lnTo>
                    <a:lnTo>
                      <a:pt x="352" y="336"/>
                    </a:lnTo>
                    <a:lnTo>
                      <a:pt x="290" y="366"/>
                    </a:lnTo>
                    <a:lnTo>
                      <a:pt x="232" y="390"/>
                    </a:lnTo>
                    <a:lnTo>
                      <a:pt x="176" y="412"/>
                    </a:lnTo>
                    <a:lnTo>
                      <a:pt x="128" y="430"/>
                    </a:lnTo>
                    <a:lnTo>
                      <a:pt x="84" y="444"/>
                    </a:lnTo>
                    <a:lnTo>
                      <a:pt x="22" y="462"/>
                    </a:lnTo>
                    <a:lnTo>
                      <a:pt x="0" y="468"/>
                    </a:lnTo>
                    <a:lnTo>
                      <a:pt x="0" y="628"/>
                    </a:lnTo>
                    <a:lnTo>
                      <a:pt x="0" y="628"/>
                    </a:lnTo>
                    <a:lnTo>
                      <a:pt x="22" y="624"/>
                    </a:lnTo>
                    <a:lnTo>
                      <a:pt x="84" y="610"/>
                    </a:lnTo>
                    <a:lnTo>
                      <a:pt x="128" y="598"/>
                    </a:lnTo>
                    <a:lnTo>
                      <a:pt x="180" y="584"/>
                    </a:lnTo>
                    <a:lnTo>
                      <a:pt x="236" y="564"/>
                    </a:lnTo>
                    <a:lnTo>
                      <a:pt x="298" y="542"/>
                    </a:lnTo>
                    <a:lnTo>
                      <a:pt x="364" y="514"/>
                    </a:lnTo>
                    <a:lnTo>
                      <a:pt x="432" y="482"/>
                    </a:lnTo>
                    <a:lnTo>
                      <a:pt x="504" y="446"/>
                    </a:lnTo>
                    <a:lnTo>
                      <a:pt x="576" y="404"/>
                    </a:lnTo>
                    <a:lnTo>
                      <a:pt x="612" y="382"/>
                    </a:lnTo>
                    <a:lnTo>
                      <a:pt x="648" y="358"/>
                    </a:lnTo>
                    <a:lnTo>
                      <a:pt x="684" y="332"/>
                    </a:lnTo>
                    <a:lnTo>
                      <a:pt x="718" y="304"/>
                    </a:lnTo>
                    <a:lnTo>
                      <a:pt x="754" y="276"/>
                    </a:lnTo>
                    <a:lnTo>
                      <a:pt x="788" y="246"/>
                    </a:lnTo>
                    <a:lnTo>
                      <a:pt x="822" y="214"/>
                    </a:lnTo>
                    <a:lnTo>
                      <a:pt x="854" y="180"/>
                    </a:lnTo>
                    <a:lnTo>
                      <a:pt x="874" y="180"/>
                    </a:lnTo>
                    <a:lnTo>
                      <a:pt x="874" y="180"/>
                    </a:lnTo>
                    <a:lnTo>
                      <a:pt x="906" y="214"/>
                    </a:lnTo>
                    <a:lnTo>
                      <a:pt x="940" y="246"/>
                    </a:lnTo>
                    <a:lnTo>
                      <a:pt x="974" y="276"/>
                    </a:lnTo>
                    <a:lnTo>
                      <a:pt x="1008" y="304"/>
                    </a:lnTo>
                    <a:lnTo>
                      <a:pt x="1044" y="332"/>
                    </a:lnTo>
                    <a:lnTo>
                      <a:pt x="1080" y="358"/>
                    </a:lnTo>
                    <a:lnTo>
                      <a:pt x="1116" y="382"/>
                    </a:lnTo>
                    <a:lnTo>
                      <a:pt x="1152" y="404"/>
                    </a:lnTo>
                    <a:lnTo>
                      <a:pt x="1224" y="446"/>
                    </a:lnTo>
                    <a:lnTo>
                      <a:pt x="1294" y="482"/>
                    </a:lnTo>
                    <a:lnTo>
                      <a:pt x="1364" y="514"/>
                    </a:lnTo>
                    <a:lnTo>
                      <a:pt x="1430" y="542"/>
                    </a:lnTo>
                    <a:lnTo>
                      <a:pt x="1490" y="564"/>
                    </a:lnTo>
                    <a:lnTo>
                      <a:pt x="1548" y="584"/>
                    </a:lnTo>
                    <a:lnTo>
                      <a:pt x="1598" y="598"/>
                    </a:lnTo>
                    <a:lnTo>
                      <a:pt x="1642" y="610"/>
                    </a:lnTo>
                    <a:lnTo>
                      <a:pt x="1704" y="624"/>
                    </a:lnTo>
                    <a:lnTo>
                      <a:pt x="1728" y="628"/>
                    </a:lnTo>
                    <a:lnTo>
                      <a:pt x="1728" y="468"/>
                    </a:lnTo>
                    <a:lnTo>
                      <a:pt x="1728" y="468"/>
                    </a:lnTo>
                    <a:lnTo>
                      <a:pt x="1704" y="462"/>
                    </a:lnTo>
                    <a:lnTo>
                      <a:pt x="1642" y="444"/>
                    </a:lnTo>
                    <a:lnTo>
                      <a:pt x="1600" y="430"/>
                    </a:lnTo>
                    <a:lnTo>
                      <a:pt x="1550" y="412"/>
                    </a:lnTo>
                    <a:lnTo>
                      <a:pt x="1496" y="390"/>
                    </a:lnTo>
                    <a:lnTo>
                      <a:pt x="1436" y="366"/>
                    </a:lnTo>
                    <a:lnTo>
                      <a:pt x="1374" y="336"/>
                    </a:lnTo>
                    <a:lnTo>
                      <a:pt x="1310" y="302"/>
                    </a:lnTo>
                    <a:lnTo>
                      <a:pt x="1246" y="264"/>
                    </a:lnTo>
                    <a:lnTo>
                      <a:pt x="1182" y="220"/>
                    </a:lnTo>
                    <a:lnTo>
                      <a:pt x="1150" y="198"/>
                    </a:lnTo>
                    <a:lnTo>
                      <a:pt x="1120" y="174"/>
                    </a:lnTo>
                    <a:lnTo>
                      <a:pt x="1088" y="148"/>
                    </a:lnTo>
                    <a:lnTo>
                      <a:pt x="1058" y="120"/>
                    </a:lnTo>
                    <a:lnTo>
                      <a:pt x="1030" y="92"/>
                    </a:lnTo>
                    <a:lnTo>
                      <a:pt x="1002" y="62"/>
                    </a:lnTo>
                    <a:lnTo>
                      <a:pt x="976" y="32"/>
                    </a:lnTo>
                    <a:lnTo>
                      <a:pt x="950" y="0"/>
                    </a:lnTo>
                    <a:lnTo>
                      <a:pt x="95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82935" tIns="41468" rIns="82935" bIns="41468" numCol="1" anchor="t" anchorCtr="0" compatLnSpc="1">
                <a:prstTxWarp prst="textNoShape">
                  <a:avLst/>
                </a:prstTxWarp>
              </a:bodyPr>
              <a:lstStyle/>
              <a:p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</p:grp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64B606B-2FA9-9B21-141C-32A6FCC50C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7" y="365448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資料名など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F72D2ECE-7089-62D4-5864-EC06DA7EF0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3407" y="2883243"/>
            <a:ext cx="6883998" cy="53752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  <p:sp>
        <p:nvSpPr>
          <p:cNvPr id="7" name="テキスト プレースホルダー 4">
            <a:extLst>
              <a:ext uri="{FF2B5EF4-FFF2-40B4-BE49-F238E27FC236}">
                <a16:creationId xmlns:a16="http://schemas.microsoft.com/office/drawing/2014/main" id="{B2CF5C76-A2EF-69BC-A87F-B909B624B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7" y="4163552"/>
            <a:ext cx="6883998" cy="375416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役職○○○○　氏名○○○○</a:t>
            </a:r>
          </a:p>
        </p:txBody>
      </p:sp>
      <p:sp>
        <p:nvSpPr>
          <p:cNvPr id="63" name="テキスト プレースホルダー 4">
            <a:extLst>
              <a:ext uri="{FF2B5EF4-FFF2-40B4-BE49-F238E27FC236}">
                <a16:creationId xmlns:a16="http://schemas.microsoft.com/office/drawing/2014/main" id="{3D7B96EB-DA53-3011-F505-A04A9F5FF4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3407" y="5566224"/>
            <a:ext cx="6883998" cy="27240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YYYY</a:t>
            </a:r>
            <a:r>
              <a:rPr kumimoji="1" lang="ja-JP" altLang="en-US"/>
              <a:t>年</a:t>
            </a:r>
            <a:r>
              <a:rPr kumimoji="1" lang="en-US" altLang="ja-JP"/>
              <a:t>MM</a:t>
            </a:r>
            <a:r>
              <a:rPr kumimoji="1" lang="ja-JP" altLang="en-US"/>
              <a:t>月</a:t>
            </a:r>
            <a:r>
              <a:rPr kumimoji="1" lang="en-US" altLang="ja-JP"/>
              <a:t>DD</a:t>
            </a:r>
            <a:r>
              <a:rPr kumimoji="1" lang="ja-JP" altLang="en-US"/>
              <a:t>日</a:t>
            </a:r>
          </a:p>
        </p:txBody>
      </p:sp>
      <p:sp>
        <p:nvSpPr>
          <p:cNvPr id="66" name="図プレースホルダー 65">
            <a:extLst>
              <a:ext uri="{FF2B5EF4-FFF2-40B4-BE49-F238E27FC236}">
                <a16:creationId xmlns:a16="http://schemas.microsoft.com/office/drawing/2014/main" id="{C4DE0948-8AF6-6784-DBF3-658DF5D01AB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559513" y="1"/>
            <a:ext cx="4632487" cy="6858000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キービジュアル</a:t>
            </a:r>
            <a:endParaRPr kumimoji="1" lang="en-US" altLang="ja-JP"/>
          </a:p>
        </p:txBody>
      </p:sp>
      <p:sp>
        <p:nvSpPr>
          <p:cNvPr id="12" name="テキスト プレースホルダー 4">
            <a:extLst>
              <a:ext uri="{FF2B5EF4-FFF2-40B4-BE49-F238E27FC236}">
                <a16:creationId xmlns:a16="http://schemas.microsoft.com/office/drawing/2014/main" id="{B5C5324C-2693-485B-2292-36C8AA18F8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3407" y="4538968"/>
            <a:ext cx="6883998" cy="1023562"/>
          </a:xfrm>
          <a:prstGeom prst="rect">
            <a:avLst/>
          </a:prstGeom>
        </p:spPr>
        <p:txBody>
          <a:bodyPr wrap="none"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2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○○○○○○○○本部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○○○○○○○○部門</a:t>
            </a:r>
            <a:endParaRPr kumimoji="1" lang="en-US" altLang="ja-JP"/>
          </a:p>
          <a:p>
            <a:pPr lvl="0"/>
            <a:r>
              <a:rPr kumimoji="1" lang="ja-JP" altLang="en-US"/>
              <a:t>○○○○○○○○ユニット</a:t>
            </a:r>
          </a:p>
        </p:txBody>
      </p:sp>
    </p:spTree>
    <p:extLst>
      <p:ext uri="{BB962C8B-B14F-4D97-AF65-F5344CB8AC3E}">
        <p14:creationId xmlns:p14="http://schemas.microsoft.com/office/powerpoint/2010/main" val="2170468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4669699-635B-0E45-4067-E9ED074116E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01744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669699-635B-0E45-4067-E9ED074116E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4E72459-2E48-AB6D-9E5A-B407EFD9A528}"/>
              </a:ext>
            </a:extLst>
          </p:cNvPr>
          <p:cNvSpPr/>
          <p:nvPr userDrawn="1"/>
        </p:nvSpPr>
        <p:spPr>
          <a:xfrm>
            <a:off x="2967037" y="2600324"/>
            <a:ext cx="6257926" cy="178117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8D4EB05-C27F-61E0-7A22-C517093E4AE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37" y="2714625"/>
            <a:ext cx="6257926" cy="4981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2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ここにタイトルをいれます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EA78CE-3151-ADBE-E810-A0E2AE748F4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67037" y="3217499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2E2654BD-B506-CA16-6609-DE728396E19E}"/>
              </a:ext>
            </a:extLst>
          </p:cNvPr>
          <p:cNvSpPr/>
          <p:nvPr userDrawn="1"/>
        </p:nvSpPr>
        <p:spPr>
          <a:xfrm>
            <a:off x="2981325" y="3562349"/>
            <a:ext cx="6038850" cy="360000"/>
          </a:xfrm>
          <a:prstGeom prst="homePlate">
            <a:avLst>
              <a:gd name="adj" fmla="val 65875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9" name="テキスト プレースホルダー 4">
            <a:extLst>
              <a:ext uri="{FF2B5EF4-FFF2-40B4-BE49-F238E27FC236}">
                <a16:creationId xmlns:a16="http://schemas.microsoft.com/office/drawing/2014/main" id="{6E3FD17A-1BDE-2766-B07C-700E7EE3A8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1325" y="3618524"/>
            <a:ext cx="2934674" cy="238125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前タイトル</a:t>
            </a:r>
          </a:p>
        </p:txBody>
      </p:sp>
      <p:sp>
        <p:nvSpPr>
          <p:cNvPr id="10" name="テキスト プレースホルダー 4">
            <a:extLst>
              <a:ext uri="{FF2B5EF4-FFF2-40B4-BE49-F238E27FC236}">
                <a16:creationId xmlns:a16="http://schemas.microsoft.com/office/drawing/2014/main" id="{1A671166-FC2E-3F82-5E80-9DA2EA9320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76001" y="3618524"/>
            <a:ext cx="2525099" cy="238125"/>
          </a:xfrm>
          <a:prstGeom prst="rect">
            <a:avLst/>
          </a:prstGeom>
        </p:spPr>
        <p:txBody>
          <a:bodyPr anchor="ctr" anchorCtr="0"/>
          <a:lstStyle>
            <a:lvl1pPr marL="0" indent="0" algn="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後タイトル</a:t>
            </a:r>
          </a:p>
        </p:txBody>
      </p:sp>
      <p:sp>
        <p:nvSpPr>
          <p:cNvPr id="11" name="テキスト プレースホルダー 4">
            <a:extLst>
              <a:ext uri="{FF2B5EF4-FFF2-40B4-BE49-F238E27FC236}">
                <a16:creationId xmlns:a16="http://schemas.microsoft.com/office/drawing/2014/main" id="{859D4B37-AAF8-CD53-A8D0-1E0BE0960F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67037" y="4029074"/>
            <a:ext cx="6257926" cy="238125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ここにサブタイトルをいれます</a:t>
            </a:r>
          </a:p>
        </p:txBody>
      </p:sp>
    </p:spTree>
    <p:extLst>
      <p:ext uri="{BB962C8B-B14F-4D97-AF65-F5344CB8AC3E}">
        <p14:creationId xmlns:p14="http://schemas.microsoft.com/office/powerpoint/2010/main" val="703977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8309230-A8C6-589B-6727-7CED899EAE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62673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309230-A8C6-589B-6727-7CED899EAE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109663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テキスト プレースホルダー 9">
            <a:extLst>
              <a:ext uri="{FF2B5EF4-FFF2-40B4-BE49-F238E27FC236}">
                <a16:creationId xmlns:a16="http://schemas.microsoft.com/office/drawing/2014/main" id="{D5F7F3D1-9B92-C190-A2F6-030AB337D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295400"/>
            <a:ext cx="11506200" cy="4852849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226545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あり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3F4BE2-F913-4B35-9163-7221DC6810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74852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3F4BE2-F913-4B35-9163-7221DC6810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プレースホルダー 9">
            <a:extLst>
              <a:ext uri="{FF2B5EF4-FFF2-40B4-BE49-F238E27FC236}">
                <a16:creationId xmlns:a16="http://schemas.microsoft.com/office/drawing/2014/main" id="{E757E01C-F854-173E-823D-DDDDA6DD92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" y="1770700"/>
            <a:ext cx="11506200" cy="437755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647700"/>
            <a:ext cx="11505187" cy="893717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lvl="0"/>
            <a:r>
              <a:rPr kumimoji="1" lang="ja-JP" altLang="en-US"/>
              <a:t>スライドタイトル</a:t>
            </a: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C7F42276-57B3-B19D-C079-BE9560A058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3406" y="365448"/>
            <a:ext cx="11505423" cy="28225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マスタータイトル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1486108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575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pos="211" userDrawn="1">
          <p15:clr>
            <a:srgbClr val="FBAE40"/>
          </p15:clr>
        </p15:guide>
        <p15:guide id="6" pos="7469" userDrawn="1">
          <p15:clr>
            <a:srgbClr val="FBAE40"/>
          </p15:clr>
        </p15:guide>
        <p15:guide id="7" orient="horz" pos="3884" userDrawn="1">
          <p15:clr>
            <a:srgbClr val="FBAE40"/>
          </p15:clr>
        </p15:guide>
        <p15:guide id="9" pos="2026" userDrawn="1">
          <p15:clr>
            <a:srgbClr val="FBAE40"/>
          </p15:clr>
        </p15:guide>
        <p15:guide id="10" pos="5654" userDrawn="1">
          <p15:clr>
            <a:srgbClr val="FBAE40"/>
          </p15:clr>
        </p15:guide>
        <p15:guide id="11" pos="3659" userDrawn="1">
          <p15:clr>
            <a:srgbClr val="FBAE40"/>
          </p15:clr>
        </p15:guide>
        <p15:guide id="12" pos="402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1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D262D853-C84B-B7AB-B3F8-05459CBB184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9858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262D853-C84B-B7AB-B3F8-05459CBB18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428625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BB40494-FD1D-27BD-66A9-ADEB8B60DAE4}"/>
              </a:ext>
            </a:extLst>
          </p:cNvPr>
          <p:cNvCxnSpPr>
            <a:cxnSpLocks/>
          </p:cNvCxnSpPr>
          <p:nvPr userDrawn="1"/>
        </p:nvCxnSpPr>
        <p:spPr>
          <a:xfrm>
            <a:off x="343406" y="827411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B96ADC3B-5670-8FE8-BB68-E7C53D6F9C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000125"/>
            <a:ext cx="11506200" cy="515683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19572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紙（マスタータイトルなし_2行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7166BF-B57D-3B48-5858-26D967AC8DD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264545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7166BF-B57D-3B48-5858-26D967AC8D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テキスト プレースホルダー 4">
            <a:extLst>
              <a:ext uri="{FF2B5EF4-FFF2-40B4-BE49-F238E27FC236}">
                <a16:creationId xmlns:a16="http://schemas.microsoft.com/office/drawing/2014/main" id="{8FA767D9-207E-419E-60DA-003EF8BC5E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3406" y="365448"/>
            <a:ext cx="11505187" cy="914712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スライドタイトル</a:t>
            </a:r>
            <a:endParaRPr kumimoji="1" lang="en-US" altLang="ja-JP"/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/>
              <a:t>スライドタイトル</a:t>
            </a:r>
          </a:p>
        </p:txBody>
      </p:sp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3F50E27B-4EF3-9831-34C4-0C4F565E1867}"/>
              </a:ext>
            </a:extLst>
          </p:cNvPr>
          <p:cNvCxnSpPr>
            <a:cxnSpLocks/>
          </p:cNvCxnSpPr>
          <p:nvPr userDrawn="1"/>
        </p:nvCxnSpPr>
        <p:spPr>
          <a:xfrm>
            <a:off x="343406" y="1289375"/>
            <a:ext cx="1150518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3754840C-68EB-A96F-E155-C49A644F5F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900" y="1462089"/>
            <a:ext cx="11506200" cy="4694868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5429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 marL="8096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 marL="10763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 marL="1343025" indent="-228600">
              <a:buClr>
                <a:schemeClr val="accent1"/>
              </a:buClr>
              <a:buFont typeface="Wingdings" panose="05000000000000000000" pitchFamily="2" charset="2"/>
              <a:buChar char="n"/>
              <a:defRPr sz="1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748063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8E8593B-4AA0-66BB-E995-074CECF17D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25232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8E8593B-4AA0-66BB-E995-074CECF17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80121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背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4EC2E36-EF9A-45BA-98A8-6BF4502BB1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740117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EC2E36-EF9A-45BA-98A8-6BF4502BB1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F5226A66-3B11-E670-DE62-E1E8E361AB2B}"/>
              </a:ext>
            </a:extLst>
          </p:cNvPr>
          <p:cNvGrpSpPr/>
          <p:nvPr userDrawn="1"/>
        </p:nvGrpSpPr>
        <p:grpSpPr>
          <a:xfrm>
            <a:off x="5182874" y="2766301"/>
            <a:ext cx="1826252" cy="1325397"/>
            <a:chOff x="728453" y="1526554"/>
            <a:chExt cx="1778804" cy="1294644"/>
          </a:xfrm>
        </p:grpSpPr>
        <p:grpSp>
          <p:nvGrpSpPr>
            <p:cNvPr id="3" name="グループ化 41">
              <a:extLst>
                <a:ext uri="{FF2B5EF4-FFF2-40B4-BE49-F238E27FC236}">
                  <a16:creationId xmlns:a16="http://schemas.microsoft.com/office/drawing/2014/main" id="{7262CE5C-9C36-2190-48FA-908E1AD04B78}"/>
                </a:ext>
              </a:extLst>
            </p:cNvPr>
            <p:cNvGrpSpPr/>
            <p:nvPr/>
          </p:nvGrpSpPr>
          <p:grpSpPr>
            <a:xfrm>
              <a:off x="948104" y="2559544"/>
              <a:ext cx="1320019" cy="261654"/>
              <a:chOff x="1266972" y="5922947"/>
              <a:chExt cx="2571874" cy="509797"/>
            </a:xfrm>
            <a:solidFill>
              <a:srgbClr val="378640"/>
            </a:solidFill>
          </p:grpSpPr>
          <p:sp>
            <p:nvSpPr>
              <p:cNvPr id="5" name="正方形/長方形 7">
                <a:extLst>
                  <a:ext uri="{FF2B5EF4-FFF2-40B4-BE49-F238E27FC236}">
                    <a16:creationId xmlns:a16="http://schemas.microsoft.com/office/drawing/2014/main" id="{100D7181-C61C-4535-3A3B-0F79F0C36EE5}"/>
                  </a:ext>
                </a:extLst>
              </p:cNvPr>
              <p:cNvSpPr/>
              <p:nvPr/>
            </p:nvSpPr>
            <p:spPr>
              <a:xfrm>
                <a:off x="1747510" y="5946015"/>
                <a:ext cx="441803" cy="481100"/>
              </a:xfrm>
              <a:custGeom>
                <a:avLst/>
                <a:gdLst/>
                <a:ahLst/>
                <a:cxnLst/>
                <a:rect l="l" t="t" r="r" b="b"/>
                <a:pathLst>
                  <a:path w="2991459" h="3257549">
                    <a:moveTo>
                      <a:pt x="1971679" y="561030"/>
                    </a:moveTo>
                    <a:lnTo>
                      <a:pt x="1971679" y="562384"/>
                    </a:lnTo>
                    <a:lnTo>
                      <a:pt x="604838" y="562384"/>
                    </a:lnTo>
                    <a:lnTo>
                      <a:pt x="604838" y="1443990"/>
                    </a:lnTo>
                    <a:lnTo>
                      <a:pt x="2033699" y="1443990"/>
                    </a:lnTo>
                    <a:cubicBezTo>
                      <a:pt x="2116966" y="1441245"/>
                      <a:pt x="2236766" y="1421407"/>
                      <a:pt x="2307432" y="1340644"/>
                    </a:cubicBezTo>
                    <a:cubicBezTo>
                      <a:pt x="2378777" y="1259105"/>
                      <a:pt x="2382044" y="1132681"/>
                      <a:pt x="2383631" y="1016794"/>
                    </a:cubicBezTo>
                    <a:lnTo>
                      <a:pt x="2383631" y="981009"/>
                    </a:lnTo>
                    <a:cubicBezTo>
                      <a:pt x="2378869" y="871282"/>
                      <a:pt x="2383448" y="733250"/>
                      <a:pt x="2300288" y="656782"/>
                    </a:cubicBezTo>
                    <a:cubicBezTo>
                      <a:pt x="2230917" y="592993"/>
                      <a:pt x="2110544" y="561154"/>
                      <a:pt x="1971679" y="561030"/>
                    </a:cubicBezTo>
                    <a:close/>
                    <a:moveTo>
                      <a:pt x="0" y="0"/>
                    </a:moveTo>
                    <a:lnTo>
                      <a:pt x="597084" y="0"/>
                    </a:lnTo>
                    <a:lnTo>
                      <a:pt x="597084" y="951"/>
                    </a:lnTo>
                    <a:lnTo>
                      <a:pt x="604838" y="951"/>
                    </a:lnTo>
                    <a:lnTo>
                      <a:pt x="604838" y="952"/>
                    </a:lnTo>
                    <a:lnTo>
                      <a:pt x="1947881" y="952"/>
                    </a:lnTo>
                    <a:lnTo>
                      <a:pt x="1947936" y="12"/>
                    </a:lnTo>
                    <a:cubicBezTo>
                      <a:pt x="2211854" y="-787"/>
                      <a:pt x="2566914" y="38783"/>
                      <a:pt x="2782778" y="234467"/>
                    </a:cubicBezTo>
                    <a:cubicBezTo>
                      <a:pt x="2992857" y="424908"/>
                      <a:pt x="2988610" y="717853"/>
                      <a:pt x="2990665" y="975370"/>
                    </a:cubicBezTo>
                    <a:lnTo>
                      <a:pt x="2990906" y="975370"/>
                    </a:lnTo>
                    <a:lnTo>
                      <a:pt x="2990906" y="1087934"/>
                    </a:lnTo>
                    <a:lnTo>
                      <a:pt x="2990860" y="1087934"/>
                    </a:lnTo>
                    <a:cubicBezTo>
                      <a:pt x="2989258" y="1286736"/>
                      <a:pt x="3022346" y="1569664"/>
                      <a:pt x="2647825" y="1701869"/>
                    </a:cubicBezTo>
                    <a:cubicBezTo>
                      <a:pt x="3021510" y="1826777"/>
                      <a:pt x="2990850" y="2127009"/>
                      <a:pt x="2990850" y="2381250"/>
                    </a:cubicBezTo>
                    <a:lnTo>
                      <a:pt x="2990850" y="3257549"/>
                    </a:lnTo>
                    <a:lnTo>
                      <a:pt x="2385059" y="3257549"/>
                    </a:lnTo>
                    <a:lnTo>
                      <a:pt x="2385059" y="2376647"/>
                    </a:lnTo>
                    <a:lnTo>
                      <a:pt x="2384425" y="2376647"/>
                    </a:lnTo>
                    <a:cubicBezTo>
                      <a:pt x="2380222" y="2282070"/>
                      <a:pt x="2413582" y="2002804"/>
                      <a:pt x="2083551" y="2005422"/>
                    </a:cubicBezTo>
                    <a:lnTo>
                      <a:pt x="597084" y="2005422"/>
                    </a:lnTo>
                    <a:lnTo>
                      <a:pt x="597084" y="3257549"/>
                    </a:lnTo>
                    <a:lnTo>
                      <a:pt x="0" y="325754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6" name="正方形/長方形 8">
                <a:extLst>
                  <a:ext uri="{FF2B5EF4-FFF2-40B4-BE49-F238E27FC236}">
                    <a16:creationId xmlns:a16="http://schemas.microsoft.com/office/drawing/2014/main" id="{E5AAAE84-779C-BB9D-4CB5-1EE6853A6527}"/>
                  </a:ext>
                </a:extLst>
              </p:cNvPr>
              <p:cNvSpPr/>
              <p:nvPr/>
            </p:nvSpPr>
            <p:spPr>
              <a:xfrm>
                <a:off x="1266972" y="5946016"/>
                <a:ext cx="415669" cy="481007"/>
              </a:xfrm>
              <a:custGeom>
                <a:avLst/>
                <a:gdLst/>
                <a:ahLst/>
                <a:cxnLst/>
                <a:rect l="l" t="t" r="r" b="b"/>
                <a:pathLst>
                  <a:path w="2814505" h="3256916">
                    <a:moveTo>
                      <a:pt x="0" y="1710689"/>
                    </a:moveTo>
                    <a:lnTo>
                      <a:pt x="622459" y="1710689"/>
                    </a:lnTo>
                    <a:lnTo>
                      <a:pt x="622459" y="2244088"/>
                    </a:lnTo>
                    <a:lnTo>
                      <a:pt x="0" y="2244088"/>
                    </a:lnTo>
                    <a:close/>
                    <a:moveTo>
                      <a:pt x="2194561" y="0"/>
                    </a:moveTo>
                    <a:lnTo>
                      <a:pt x="2814505" y="0"/>
                    </a:lnTo>
                    <a:lnTo>
                      <a:pt x="2814505" y="2245518"/>
                    </a:lnTo>
                    <a:lnTo>
                      <a:pt x="2814505" y="2269330"/>
                    </a:lnTo>
                    <a:lnTo>
                      <a:pt x="2813719" y="2269330"/>
                    </a:lnTo>
                    <a:cubicBezTo>
                      <a:pt x="2808752" y="2546811"/>
                      <a:pt x="2756751" y="2796150"/>
                      <a:pt x="2523040" y="3013418"/>
                    </a:cubicBezTo>
                    <a:cubicBezTo>
                      <a:pt x="2273495" y="3245408"/>
                      <a:pt x="1767072" y="3254182"/>
                      <a:pt x="1443321" y="3256759"/>
                    </a:cubicBezTo>
                    <a:lnTo>
                      <a:pt x="1443321" y="3256916"/>
                    </a:lnTo>
                    <a:lnTo>
                      <a:pt x="1430205" y="3256916"/>
                    </a:lnTo>
                    <a:lnTo>
                      <a:pt x="1389221" y="3256916"/>
                    </a:lnTo>
                    <a:lnTo>
                      <a:pt x="1373669" y="3256916"/>
                    </a:lnTo>
                    <a:lnTo>
                      <a:pt x="1373669" y="3256731"/>
                    </a:lnTo>
                    <a:cubicBezTo>
                      <a:pt x="1048670" y="3254134"/>
                      <a:pt x="542321" y="3244823"/>
                      <a:pt x="292501" y="3013074"/>
                    </a:cubicBezTo>
                    <a:cubicBezTo>
                      <a:pt x="51267" y="2789291"/>
                      <a:pt x="2943" y="2531533"/>
                      <a:pt x="0" y="2244090"/>
                    </a:cubicBezTo>
                    <a:lnTo>
                      <a:pt x="622148" y="2244090"/>
                    </a:lnTo>
                    <a:cubicBezTo>
                      <a:pt x="623209" y="2503382"/>
                      <a:pt x="710302" y="2664249"/>
                      <a:pt x="1361366" y="2669541"/>
                    </a:cubicBezTo>
                    <a:lnTo>
                      <a:pt x="1361367" y="2669554"/>
                    </a:lnTo>
                    <a:lnTo>
                      <a:pt x="1533885" y="2669554"/>
                    </a:lnTo>
                    <a:lnTo>
                      <a:pt x="1534161" y="2667992"/>
                    </a:lnTo>
                    <a:cubicBezTo>
                      <a:pt x="2074969" y="2659537"/>
                      <a:pt x="2187153" y="2447375"/>
                      <a:pt x="2194561" y="2245518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8" name="正方形/長方形 30">
                <a:extLst>
                  <a:ext uri="{FF2B5EF4-FFF2-40B4-BE49-F238E27FC236}">
                    <a16:creationId xmlns:a16="http://schemas.microsoft.com/office/drawing/2014/main" id="{A76EA240-6117-53D7-2F5F-3B25A2F6C94E}"/>
                  </a:ext>
                </a:extLst>
              </p:cNvPr>
              <p:cNvSpPr/>
              <p:nvPr/>
            </p:nvSpPr>
            <p:spPr>
              <a:xfrm>
                <a:off x="2246994" y="5922947"/>
                <a:ext cx="522152" cy="504169"/>
              </a:xfrm>
              <a:custGeom>
                <a:avLst/>
                <a:gdLst/>
                <a:ahLst/>
                <a:cxnLst/>
                <a:rect l="l" t="t" r="r" b="b"/>
                <a:pathLst>
                  <a:path w="3535511" h="3413745">
                    <a:moveTo>
                      <a:pt x="2018419" y="1804022"/>
                    </a:moveTo>
                    <a:lnTo>
                      <a:pt x="2018419" y="2010399"/>
                    </a:lnTo>
                    <a:lnTo>
                      <a:pt x="2838449" y="2010399"/>
                    </a:lnTo>
                    <a:lnTo>
                      <a:pt x="2838449" y="1804022"/>
                    </a:lnTo>
                    <a:close/>
                    <a:moveTo>
                      <a:pt x="697061" y="1804022"/>
                    </a:moveTo>
                    <a:lnTo>
                      <a:pt x="697061" y="2010399"/>
                    </a:lnTo>
                    <a:lnTo>
                      <a:pt x="1517091" y="2010399"/>
                    </a:lnTo>
                    <a:lnTo>
                      <a:pt x="1517091" y="1804022"/>
                    </a:lnTo>
                    <a:close/>
                    <a:moveTo>
                      <a:pt x="2018419" y="1248397"/>
                    </a:moveTo>
                    <a:lnTo>
                      <a:pt x="2018419" y="1454774"/>
                    </a:lnTo>
                    <a:lnTo>
                      <a:pt x="2838449" y="1454774"/>
                    </a:lnTo>
                    <a:lnTo>
                      <a:pt x="2838449" y="1248397"/>
                    </a:lnTo>
                    <a:close/>
                    <a:moveTo>
                      <a:pt x="697061" y="1248397"/>
                    </a:moveTo>
                    <a:lnTo>
                      <a:pt x="697061" y="1454774"/>
                    </a:lnTo>
                    <a:lnTo>
                      <a:pt x="1517091" y="1454774"/>
                    </a:lnTo>
                    <a:lnTo>
                      <a:pt x="1517091" y="1248397"/>
                    </a:lnTo>
                    <a:close/>
                    <a:moveTo>
                      <a:pt x="1517091" y="0"/>
                    </a:moveTo>
                    <a:lnTo>
                      <a:pt x="2018419" y="0"/>
                    </a:lnTo>
                    <a:lnTo>
                      <a:pt x="2018419" y="238748"/>
                    </a:lnTo>
                    <a:lnTo>
                      <a:pt x="3535511" y="238748"/>
                    </a:lnTo>
                    <a:lnTo>
                      <a:pt x="3535511" y="695950"/>
                    </a:lnTo>
                    <a:lnTo>
                      <a:pt x="2018419" y="695950"/>
                    </a:lnTo>
                    <a:lnTo>
                      <a:pt x="2018419" y="848349"/>
                    </a:lnTo>
                    <a:lnTo>
                      <a:pt x="2838449" y="848349"/>
                    </a:lnTo>
                    <a:lnTo>
                      <a:pt x="3389461" y="848349"/>
                    </a:lnTo>
                    <a:lnTo>
                      <a:pt x="3389461" y="1248397"/>
                    </a:lnTo>
                    <a:lnTo>
                      <a:pt x="3389461" y="1454774"/>
                    </a:lnTo>
                    <a:lnTo>
                      <a:pt x="3389461" y="1804022"/>
                    </a:lnTo>
                    <a:lnTo>
                      <a:pt x="3389461" y="2010399"/>
                    </a:lnTo>
                    <a:lnTo>
                      <a:pt x="3389461" y="2410447"/>
                    </a:lnTo>
                    <a:lnTo>
                      <a:pt x="2838449" y="2410447"/>
                    </a:lnTo>
                    <a:lnTo>
                      <a:pt x="2714403" y="2410447"/>
                    </a:lnTo>
                    <a:cubicBezTo>
                      <a:pt x="2888978" y="2629080"/>
                      <a:pt x="3308671" y="2847860"/>
                      <a:pt x="3534643" y="2863639"/>
                    </a:cubicBezTo>
                    <a:lnTo>
                      <a:pt x="3534643" y="3358038"/>
                    </a:lnTo>
                    <a:cubicBezTo>
                      <a:pt x="3140361" y="3341190"/>
                      <a:pt x="2355758" y="2943305"/>
                      <a:pt x="2018419" y="2430467"/>
                    </a:cubicBezTo>
                    <a:lnTo>
                      <a:pt x="2018419" y="3413745"/>
                    </a:lnTo>
                    <a:lnTo>
                      <a:pt x="1517091" y="3413745"/>
                    </a:lnTo>
                    <a:lnTo>
                      <a:pt x="1517091" y="2430467"/>
                    </a:lnTo>
                    <a:cubicBezTo>
                      <a:pt x="1179752" y="2943305"/>
                      <a:pt x="395149" y="3341190"/>
                      <a:pt x="867" y="3358038"/>
                    </a:cubicBezTo>
                    <a:lnTo>
                      <a:pt x="867" y="2863639"/>
                    </a:lnTo>
                    <a:cubicBezTo>
                      <a:pt x="226839" y="2847860"/>
                      <a:pt x="646532" y="2629080"/>
                      <a:pt x="821106" y="2410447"/>
                    </a:cubicBezTo>
                    <a:lnTo>
                      <a:pt x="697061" y="2410447"/>
                    </a:lnTo>
                    <a:lnTo>
                      <a:pt x="146049" y="2410447"/>
                    </a:lnTo>
                    <a:lnTo>
                      <a:pt x="146049" y="2010399"/>
                    </a:lnTo>
                    <a:lnTo>
                      <a:pt x="146049" y="1804022"/>
                    </a:lnTo>
                    <a:lnTo>
                      <a:pt x="146049" y="1454774"/>
                    </a:lnTo>
                    <a:lnTo>
                      <a:pt x="146049" y="1248397"/>
                    </a:lnTo>
                    <a:lnTo>
                      <a:pt x="146049" y="848349"/>
                    </a:lnTo>
                    <a:lnTo>
                      <a:pt x="697061" y="848349"/>
                    </a:lnTo>
                    <a:lnTo>
                      <a:pt x="1517091" y="848349"/>
                    </a:lnTo>
                    <a:lnTo>
                      <a:pt x="1517091" y="695950"/>
                    </a:lnTo>
                    <a:lnTo>
                      <a:pt x="0" y="695950"/>
                    </a:lnTo>
                    <a:lnTo>
                      <a:pt x="0" y="238748"/>
                    </a:lnTo>
                    <a:lnTo>
                      <a:pt x="1517091" y="23874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9" name="正方形/長方形 42">
                <a:extLst>
                  <a:ext uri="{FF2B5EF4-FFF2-40B4-BE49-F238E27FC236}">
                    <a16:creationId xmlns:a16="http://schemas.microsoft.com/office/drawing/2014/main" id="{9A6CD626-4B79-2DAC-919D-8813E1E0CA3A}"/>
                  </a:ext>
                </a:extLst>
              </p:cNvPr>
              <p:cNvSpPr/>
              <p:nvPr/>
            </p:nvSpPr>
            <p:spPr>
              <a:xfrm>
                <a:off x="2836413" y="5958207"/>
                <a:ext cx="427164" cy="468909"/>
              </a:xfrm>
              <a:custGeom>
                <a:avLst/>
                <a:gdLst/>
                <a:ahLst/>
                <a:cxnLst/>
                <a:rect l="l" t="t" r="r" b="b"/>
                <a:pathLst>
                  <a:path w="2892338" h="3175000">
                    <a:moveTo>
                      <a:pt x="542838" y="1783472"/>
                    </a:moveTo>
                    <a:lnTo>
                      <a:pt x="542838" y="2702009"/>
                    </a:lnTo>
                    <a:lnTo>
                      <a:pt x="2349500" y="2702009"/>
                    </a:lnTo>
                    <a:lnTo>
                      <a:pt x="2349500" y="1783472"/>
                    </a:lnTo>
                    <a:close/>
                    <a:moveTo>
                      <a:pt x="542838" y="472992"/>
                    </a:moveTo>
                    <a:lnTo>
                      <a:pt x="542838" y="1310481"/>
                    </a:lnTo>
                    <a:lnTo>
                      <a:pt x="2349500" y="1310481"/>
                    </a:lnTo>
                    <a:lnTo>
                      <a:pt x="2349500" y="472992"/>
                    </a:lnTo>
                    <a:close/>
                    <a:moveTo>
                      <a:pt x="0" y="0"/>
                    </a:moveTo>
                    <a:lnTo>
                      <a:pt x="542838" y="0"/>
                    </a:lnTo>
                    <a:lnTo>
                      <a:pt x="542838" y="1"/>
                    </a:lnTo>
                    <a:lnTo>
                      <a:pt x="2349500" y="1"/>
                    </a:lnTo>
                    <a:lnTo>
                      <a:pt x="2349500" y="0"/>
                    </a:lnTo>
                    <a:lnTo>
                      <a:pt x="2892338" y="0"/>
                    </a:lnTo>
                    <a:lnTo>
                      <a:pt x="2892338" y="3174998"/>
                    </a:lnTo>
                    <a:lnTo>
                      <a:pt x="2775198" y="3174998"/>
                    </a:lnTo>
                    <a:lnTo>
                      <a:pt x="2775198" y="3175000"/>
                    </a:lnTo>
                    <a:lnTo>
                      <a:pt x="68220" y="3175000"/>
                    </a:lnTo>
                    <a:lnTo>
                      <a:pt x="68220" y="3174998"/>
                    </a:lnTo>
                    <a:lnTo>
                      <a:pt x="0" y="317499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  <p:sp>
            <p:nvSpPr>
              <p:cNvPr id="10" name="正方形/長方形 49">
                <a:extLst>
                  <a:ext uri="{FF2B5EF4-FFF2-40B4-BE49-F238E27FC236}">
                    <a16:creationId xmlns:a16="http://schemas.microsoft.com/office/drawing/2014/main" id="{887083CC-0BDC-42A8-C40D-F8F6200C08BB}"/>
                  </a:ext>
                </a:extLst>
              </p:cNvPr>
              <p:cNvSpPr/>
              <p:nvPr/>
            </p:nvSpPr>
            <p:spPr>
              <a:xfrm rot="5400000">
                <a:off x="3329565" y="5923462"/>
                <a:ext cx="509796" cy="508767"/>
              </a:xfrm>
              <a:custGeom>
                <a:avLst/>
                <a:gdLst/>
                <a:ahLst/>
                <a:cxnLst/>
                <a:rect l="l" t="t" r="r" b="b"/>
                <a:pathLst>
                  <a:path w="3451847" h="3444875">
                    <a:moveTo>
                      <a:pt x="0" y="1989587"/>
                    </a:moveTo>
                    <a:lnTo>
                      <a:pt x="0" y="1446749"/>
                    </a:lnTo>
                    <a:lnTo>
                      <a:pt x="564980" y="1446749"/>
                    </a:lnTo>
                    <a:lnTo>
                      <a:pt x="564980" y="0"/>
                    </a:lnTo>
                    <a:lnTo>
                      <a:pt x="1037971" y="0"/>
                    </a:lnTo>
                    <a:lnTo>
                      <a:pt x="1037971" y="954578"/>
                    </a:lnTo>
                    <a:cubicBezTo>
                      <a:pt x="1504719" y="833710"/>
                      <a:pt x="2104887" y="573298"/>
                      <a:pt x="2491275" y="0"/>
                    </a:cubicBezTo>
                    <a:lnTo>
                      <a:pt x="3098548" y="0"/>
                    </a:lnTo>
                    <a:cubicBezTo>
                      <a:pt x="2572412" y="837834"/>
                      <a:pt x="1857057" y="1323704"/>
                      <a:pt x="1114567" y="1446749"/>
                    </a:cubicBezTo>
                    <a:lnTo>
                      <a:pt x="2457283" y="1446749"/>
                    </a:lnTo>
                    <a:lnTo>
                      <a:pt x="2457283" y="882650"/>
                    </a:lnTo>
                    <a:lnTo>
                      <a:pt x="2930274" y="882650"/>
                    </a:lnTo>
                    <a:lnTo>
                      <a:pt x="2930274" y="1446749"/>
                    </a:lnTo>
                    <a:lnTo>
                      <a:pt x="3451847" y="1446749"/>
                    </a:lnTo>
                    <a:lnTo>
                      <a:pt x="3451847" y="1989587"/>
                    </a:lnTo>
                    <a:lnTo>
                      <a:pt x="2930274" y="1989587"/>
                    </a:lnTo>
                    <a:lnTo>
                      <a:pt x="2930274" y="2553684"/>
                    </a:lnTo>
                    <a:lnTo>
                      <a:pt x="2457283" y="2553684"/>
                    </a:lnTo>
                    <a:lnTo>
                      <a:pt x="2457283" y="1989587"/>
                    </a:lnTo>
                    <a:lnTo>
                      <a:pt x="1061690" y="1989587"/>
                    </a:lnTo>
                    <a:cubicBezTo>
                      <a:pt x="1822961" y="2098286"/>
                      <a:pt x="2559912" y="2587138"/>
                      <a:pt x="3098547" y="3444875"/>
                    </a:cubicBezTo>
                    <a:lnTo>
                      <a:pt x="2491274" y="3444875"/>
                    </a:lnTo>
                    <a:cubicBezTo>
                      <a:pt x="2104886" y="2871578"/>
                      <a:pt x="1504719" y="2611166"/>
                      <a:pt x="1037971" y="2490298"/>
                    </a:cubicBezTo>
                    <a:lnTo>
                      <a:pt x="1037971" y="3436334"/>
                    </a:lnTo>
                    <a:lnTo>
                      <a:pt x="564980" y="3436334"/>
                    </a:lnTo>
                    <a:lnTo>
                      <a:pt x="564980" y="198958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ja-JP" altLang="en-US" sz="1633">
                  <a:latin typeface="メイリオ" panose="020B0604030504040204" pitchFamily="50" charset="-128"/>
                  <a:ea typeface="メイリオ" panose="020B0604030504040204" pitchFamily="50" charset="-128"/>
                  <a:sym typeface="メイリオ" panose="020B0604030504040204" pitchFamily="50" charset="-128"/>
                </a:endParaRPr>
              </a:p>
            </p:txBody>
          </p:sp>
        </p:grpSp>
        <p:sp>
          <p:nvSpPr>
            <p:cNvPr id="4" name="フリーフォーム 42">
              <a:extLst>
                <a:ext uri="{FF2B5EF4-FFF2-40B4-BE49-F238E27FC236}">
                  <a16:creationId xmlns:a16="http://schemas.microsoft.com/office/drawing/2014/main" id="{D4216BE5-1FF5-43E9-A221-A08F3C50EFCB}"/>
                </a:ext>
              </a:extLst>
            </p:cNvPr>
            <p:cNvSpPr/>
            <p:nvPr/>
          </p:nvSpPr>
          <p:spPr>
            <a:xfrm>
              <a:off x="728453" y="1526554"/>
              <a:ext cx="1778804" cy="955029"/>
            </a:xfrm>
            <a:custGeom>
              <a:avLst/>
              <a:gdLst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47"/>
                <a:gd name="connsiteX1" fmla="*/ 4143983 w 4747098"/>
                <a:gd name="connsiteY1" fmla="*/ 0 h 2548647"/>
                <a:gd name="connsiteX2" fmla="*/ 4717915 w 4747098"/>
                <a:gd name="connsiteY2" fmla="*/ 807396 h 2548647"/>
                <a:gd name="connsiteX3" fmla="*/ 4231532 w 4747098"/>
                <a:gd name="connsiteY3" fmla="*/ 1590473 h 2548647"/>
                <a:gd name="connsiteX4" fmla="*/ 3934839 w 4747098"/>
                <a:gd name="connsiteY4" fmla="*/ 1590473 h 2548647"/>
                <a:gd name="connsiteX5" fmla="*/ 4747098 w 4747098"/>
                <a:gd name="connsiteY5" fmla="*/ 2519464 h 2548647"/>
                <a:gd name="connsiteX6" fmla="*/ 3934839 w 4747098"/>
                <a:gd name="connsiteY6" fmla="*/ 2519464 h 2548647"/>
                <a:gd name="connsiteX7" fmla="*/ 2767519 w 4747098"/>
                <a:gd name="connsiteY7" fmla="*/ 1035996 h 2548647"/>
                <a:gd name="connsiteX8" fmla="*/ 3934839 w 4747098"/>
                <a:gd name="connsiteY8" fmla="*/ 1035996 h 2548647"/>
                <a:gd name="connsiteX9" fmla="*/ 4100209 w 4747098"/>
                <a:gd name="connsiteY9" fmla="*/ 807396 h 2548647"/>
                <a:gd name="connsiteX10" fmla="*/ 3929975 w 4747098"/>
                <a:gd name="connsiteY10" fmla="*/ 569068 h 2548647"/>
                <a:gd name="connsiteX11" fmla="*/ 2427051 w 4747098"/>
                <a:gd name="connsiteY11" fmla="*/ 569068 h 2548647"/>
                <a:gd name="connsiteX12" fmla="*/ 2427051 w 4747098"/>
                <a:gd name="connsiteY12" fmla="*/ 1857983 h 2548647"/>
                <a:gd name="connsiteX13" fmla="*/ 1177047 w 4747098"/>
                <a:gd name="connsiteY13" fmla="*/ 2548647 h 2548647"/>
                <a:gd name="connsiteX14" fmla="*/ 0 w 4747098"/>
                <a:gd name="connsiteY14" fmla="*/ 1857983 h 2548647"/>
                <a:gd name="connsiteX15" fmla="*/ 0 w 4747098"/>
                <a:gd name="connsiteY15" fmla="*/ 1035996 h 2548647"/>
                <a:gd name="connsiteX16" fmla="*/ 612843 w 4747098"/>
                <a:gd name="connsiteY16" fmla="*/ 1035996 h 2548647"/>
                <a:gd name="connsiteX17" fmla="*/ 612843 w 4747098"/>
                <a:gd name="connsiteY17" fmla="*/ 1726660 h 2548647"/>
                <a:gd name="connsiteX18" fmla="*/ 1167319 w 4747098"/>
                <a:gd name="connsiteY18" fmla="*/ 1979579 h 2548647"/>
                <a:gd name="connsiteX19" fmla="*/ 1814209 w 4747098"/>
                <a:gd name="connsiteY19" fmla="*/ 1731524 h 2548647"/>
                <a:gd name="connsiteX20" fmla="*/ 1814209 w 4747098"/>
                <a:gd name="connsiteY20" fmla="*/ 0 h 2548647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63"/>
                <a:gd name="connsiteX1" fmla="*/ 4143983 w 4747098"/>
                <a:gd name="connsiteY1" fmla="*/ 0 h 2548663"/>
                <a:gd name="connsiteX2" fmla="*/ 4717915 w 4747098"/>
                <a:gd name="connsiteY2" fmla="*/ 807396 h 2548663"/>
                <a:gd name="connsiteX3" fmla="*/ 4231532 w 4747098"/>
                <a:gd name="connsiteY3" fmla="*/ 1590473 h 2548663"/>
                <a:gd name="connsiteX4" fmla="*/ 3934839 w 4747098"/>
                <a:gd name="connsiteY4" fmla="*/ 1590473 h 2548663"/>
                <a:gd name="connsiteX5" fmla="*/ 4747098 w 4747098"/>
                <a:gd name="connsiteY5" fmla="*/ 2519464 h 2548663"/>
                <a:gd name="connsiteX6" fmla="*/ 3934839 w 4747098"/>
                <a:gd name="connsiteY6" fmla="*/ 2519464 h 2548663"/>
                <a:gd name="connsiteX7" fmla="*/ 2767519 w 4747098"/>
                <a:gd name="connsiteY7" fmla="*/ 1035996 h 2548663"/>
                <a:gd name="connsiteX8" fmla="*/ 3934839 w 4747098"/>
                <a:gd name="connsiteY8" fmla="*/ 1035996 h 2548663"/>
                <a:gd name="connsiteX9" fmla="*/ 4100209 w 4747098"/>
                <a:gd name="connsiteY9" fmla="*/ 807396 h 2548663"/>
                <a:gd name="connsiteX10" fmla="*/ 3929975 w 4747098"/>
                <a:gd name="connsiteY10" fmla="*/ 569068 h 2548663"/>
                <a:gd name="connsiteX11" fmla="*/ 2427051 w 4747098"/>
                <a:gd name="connsiteY11" fmla="*/ 569068 h 2548663"/>
                <a:gd name="connsiteX12" fmla="*/ 2427051 w 4747098"/>
                <a:gd name="connsiteY12" fmla="*/ 1857983 h 2548663"/>
                <a:gd name="connsiteX13" fmla="*/ 1177047 w 4747098"/>
                <a:gd name="connsiteY13" fmla="*/ 2548647 h 2548663"/>
                <a:gd name="connsiteX14" fmla="*/ 0 w 4747098"/>
                <a:gd name="connsiteY14" fmla="*/ 1857983 h 2548663"/>
                <a:gd name="connsiteX15" fmla="*/ 0 w 4747098"/>
                <a:gd name="connsiteY15" fmla="*/ 1035996 h 2548663"/>
                <a:gd name="connsiteX16" fmla="*/ 612843 w 4747098"/>
                <a:gd name="connsiteY16" fmla="*/ 1035996 h 2548663"/>
                <a:gd name="connsiteX17" fmla="*/ 612843 w 4747098"/>
                <a:gd name="connsiteY17" fmla="*/ 1726660 h 2548663"/>
                <a:gd name="connsiteX18" fmla="*/ 1167319 w 4747098"/>
                <a:gd name="connsiteY18" fmla="*/ 1979579 h 2548663"/>
                <a:gd name="connsiteX19" fmla="*/ 1814209 w 4747098"/>
                <a:gd name="connsiteY19" fmla="*/ 1731524 h 2548663"/>
                <a:gd name="connsiteX20" fmla="*/ 1814209 w 4747098"/>
                <a:gd name="connsiteY20" fmla="*/ 0 h 2548663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  <a:gd name="connsiteX0" fmla="*/ 1814209 w 4747098"/>
                <a:gd name="connsiteY0" fmla="*/ 0 h 2548687"/>
                <a:gd name="connsiteX1" fmla="*/ 4143983 w 4747098"/>
                <a:gd name="connsiteY1" fmla="*/ 0 h 2548687"/>
                <a:gd name="connsiteX2" fmla="*/ 4717915 w 4747098"/>
                <a:gd name="connsiteY2" fmla="*/ 807396 h 2548687"/>
                <a:gd name="connsiteX3" fmla="*/ 4231532 w 4747098"/>
                <a:gd name="connsiteY3" fmla="*/ 1590473 h 2548687"/>
                <a:gd name="connsiteX4" fmla="*/ 3934839 w 4747098"/>
                <a:gd name="connsiteY4" fmla="*/ 1590473 h 2548687"/>
                <a:gd name="connsiteX5" fmla="*/ 4747098 w 4747098"/>
                <a:gd name="connsiteY5" fmla="*/ 2519464 h 2548687"/>
                <a:gd name="connsiteX6" fmla="*/ 3934839 w 4747098"/>
                <a:gd name="connsiteY6" fmla="*/ 2519464 h 2548687"/>
                <a:gd name="connsiteX7" fmla="*/ 2767519 w 4747098"/>
                <a:gd name="connsiteY7" fmla="*/ 1035996 h 2548687"/>
                <a:gd name="connsiteX8" fmla="*/ 3934839 w 4747098"/>
                <a:gd name="connsiteY8" fmla="*/ 1035996 h 2548687"/>
                <a:gd name="connsiteX9" fmla="*/ 4100209 w 4747098"/>
                <a:gd name="connsiteY9" fmla="*/ 807396 h 2548687"/>
                <a:gd name="connsiteX10" fmla="*/ 3929975 w 4747098"/>
                <a:gd name="connsiteY10" fmla="*/ 569068 h 2548687"/>
                <a:gd name="connsiteX11" fmla="*/ 2427051 w 4747098"/>
                <a:gd name="connsiteY11" fmla="*/ 569068 h 2548687"/>
                <a:gd name="connsiteX12" fmla="*/ 2427051 w 4747098"/>
                <a:gd name="connsiteY12" fmla="*/ 1857983 h 2548687"/>
                <a:gd name="connsiteX13" fmla="*/ 1177047 w 4747098"/>
                <a:gd name="connsiteY13" fmla="*/ 2548647 h 2548687"/>
                <a:gd name="connsiteX14" fmla="*/ 0 w 4747098"/>
                <a:gd name="connsiteY14" fmla="*/ 1857983 h 2548687"/>
                <a:gd name="connsiteX15" fmla="*/ 0 w 4747098"/>
                <a:gd name="connsiteY15" fmla="*/ 1035996 h 2548687"/>
                <a:gd name="connsiteX16" fmla="*/ 612843 w 4747098"/>
                <a:gd name="connsiteY16" fmla="*/ 1035996 h 2548687"/>
                <a:gd name="connsiteX17" fmla="*/ 612843 w 4747098"/>
                <a:gd name="connsiteY17" fmla="*/ 1726660 h 2548687"/>
                <a:gd name="connsiteX18" fmla="*/ 1167319 w 4747098"/>
                <a:gd name="connsiteY18" fmla="*/ 1979579 h 2548687"/>
                <a:gd name="connsiteX19" fmla="*/ 1814209 w 4747098"/>
                <a:gd name="connsiteY19" fmla="*/ 1731524 h 2548687"/>
                <a:gd name="connsiteX20" fmla="*/ 1814209 w 4747098"/>
                <a:gd name="connsiteY20" fmla="*/ 0 h 2548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47098" h="2548687">
                  <a:moveTo>
                    <a:pt x="1814209" y="0"/>
                  </a:moveTo>
                  <a:lnTo>
                    <a:pt x="4143983" y="0"/>
                  </a:lnTo>
                  <a:cubicBezTo>
                    <a:pt x="4324080" y="6486"/>
                    <a:pt x="4721157" y="221304"/>
                    <a:pt x="4717915" y="807396"/>
                  </a:cubicBezTo>
                  <a:cubicBezTo>
                    <a:pt x="4714673" y="1393488"/>
                    <a:pt x="4381163" y="1587230"/>
                    <a:pt x="4231532" y="1590473"/>
                  </a:cubicBezTo>
                  <a:cubicBezTo>
                    <a:pt x="4081901" y="1593716"/>
                    <a:pt x="4033737" y="1590473"/>
                    <a:pt x="3934839" y="1590473"/>
                  </a:cubicBezTo>
                  <a:lnTo>
                    <a:pt x="4747098" y="2519464"/>
                  </a:lnTo>
                  <a:lnTo>
                    <a:pt x="3934839" y="2519464"/>
                  </a:lnTo>
                  <a:lnTo>
                    <a:pt x="2767519" y="1035996"/>
                  </a:lnTo>
                  <a:lnTo>
                    <a:pt x="3934839" y="1035996"/>
                  </a:lnTo>
                  <a:cubicBezTo>
                    <a:pt x="3999995" y="1042582"/>
                    <a:pt x="4108316" y="980872"/>
                    <a:pt x="4100209" y="807396"/>
                  </a:cubicBezTo>
                  <a:cubicBezTo>
                    <a:pt x="4106694" y="616085"/>
                    <a:pt x="3984644" y="570689"/>
                    <a:pt x="3929975" y="569068"/>
                  </a:cubicBezTo>
                  <a:cubicBezTo>
                    <a:pt x="3875306" y="567447"/>
                    <a:pt x="2928026" y="569068"/>
                    <a:pt x="2427051" y="569068"/>
                  </a:cubicBezTo>
                  <a:lnTo>
                    <a:pt x="2427051" y="1857983"/>
                  </a:lnTo>
                  <a:cubicBezTo>
                    <a:pt x="2423808" y="2375170"/>
                    <a:pt x="1817451" y="2547026"/>
                    <a:pt x="1177047" y="2548647"/>
                  </a:cubicBezTo>
                  <a:cubicBezTo>
                    <a:pt x="599873" y="2551890"/>
                    <a:pt x="8106" y="2360578"/>
                    <a:pt x="0" y="1857983"/>
                  </a:cubicBezTo>
                  <a:lnTo>
                    <a:pt x="0" y="1035996"/>
                  </a:lnTo>
                  <a:lnTo>
                    <a:pt x="612843" y="1035996"/>
                  </a:lnTo>
                  <a:lnTo>
                    <a:pt x="612843" y="1726660"/>
                  </a:lnTo>
                  <a:cubicBezTo>
                    <a:pt x="612843" y="1952017"/>
                    <a:pt x="924128" y="1987686"/>
                    <a:pt x="1167319" y="1979579"/>
                  </a:cubicBezTo>
                  <a:cubicBezTo>
                    <a:pt x="1431588" y="1984443"/>
                    <a:pt x="1822316" y="1955260"/>
                    <a:pt x="1814209" y="1731524"/>
                  </a:cubicBezTo>
                  <a:lnTo>
                    <a:pt x="1814209" y="0"/>
                  </a:lnTo>
                  <a:close/>
                </a:path>
              </a:pathLst>
            </a:custGeom>
            <a:solidFill>
              <a:srgbClr val="378640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 sz="1633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067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0695E7A-FA2A-9C9E-46CA-4B5B762E48C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334968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695E7A-FA2A-9C9E-46CA-4B5B762E48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A3DFFD8-4A20-1DDC-4682-098E9C1F1AA0}"/>
              </a:ext>
            </a:extLst>
          </p:cNvPr>
          <p:cNvSpPr/>
          <p:nvPr userDrawn="1"/>
        </p:nvSpPr>
        <p:spPr>
          <a:xfrm>
            <a:off x="0" y="0"/>
            <a:ext cx="2686050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4" name="テキスト プレースホルダー 4">
            <a:extLst>
              <a:ext uri="{FF2B5EF4-FFF2-40B4-BE49-F238E27FC236}">
                <a16:creationId xmlns:a16="http://schemas.microsoft.com/office/drawing/2014/main" id="{8CE85A16-39F5-27A2-667B-7F65FEE27A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7599" y="3350829"/>
            <a:ext cx="2452502" cy="3429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en-US" altLang="ja-JP"/>
              <a:t>Index</a:t>
            </a:r>
            <a:endParaRPr kumimoji="1" lang="ja-JP" altLang="en-US"/>
          </a:p>
        </p:txBody>
      </p:sp>
      <p:sp>
        <p:nvSpPr>
          <p:cNvPr id="8" name="テキスト プレースホルダー 4">
            <a:extLst>
              <a:ext uri="{FF2B5EF4-FFF2-40B4-BE49-F238E27FC236}">
                <a16:creationId xmlns:a16="http://schemas.microsoft.com/office/drawing/2014/main" id="{BFFAC5A5-87A8-6EDF-7A01-B5B05C43A1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5950" y="2979604"/>
            <a:ext cx="2454151" cy="529459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pPr lvl="0"/>
            <a:r>
              <a:rPr kumimoji="1" lang="ja-JP" altLang="en-US"/>
              <a:t>目次</a:t>
            </a:r>
          </a:p>
        </p:txBody>
      </p:sp>
    </p:spTree>
    <p:extLst>
      <p:ext uri="{BB962C8B-B14F-4D97-AF65-F5344CB8AC3E}">
        <p14:creationId xmlns:p14="http://schemas.microsoft.com/office/powerpoint/2010/main" val="32633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440A7242-56B2-1EBB-E72F-8133D631DC8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8475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0A7242-56B2-1EBB-E72F-8133D631DC8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vert="horz" anchor="b">
            <a:normAutofit/>
          </a:bodyPr>
          <a:lstStyle>
            <a:lvl1pPr algn="ctr">
              <a:defRPr sz="6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805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6E2069F-C0C1-F131-1568-F321647BC1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67905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E2069F-C0C1-F131-1568-F321647BC1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79368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581D5FD-F2B9-DF43-1C46-56F2E8936E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142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81D5FD-F2B9-DF43-1C46-56F2E8936E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vert="horz" anchor="b">
            <a:normAutofit/>
          </a:bodyPr>
          <a:lstStyle>
            <a:lvl1pPr>
              <a:defRPr sz="60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1460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910926DC-AB6E-D540-F50E-FAA683E49A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3318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926DC-AB6E-D540-F50E-FAA683E49A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745625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hink-cell data - do not delete" hidden="1">
            <a:extLst>
              <a:ext uri="{FF2B5EF4-FFF2-40B4-BE49-F238E27FC236}">
                <a16:creationId xmlns:a16="http://schemas.microsoft.com/office/drawing/2014/main" id="{0D4ECC55-4CBC-B88F-C5FB-1E11625B99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54285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1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D4ECC55-4CBC-B88F-C5FB-1E11625B99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90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5AFD5B1-4F11-792C-C204-2CB09BB776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76364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AFD5B1-4F11-792C-C204-2CB09BB7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39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EC6758B-D8B3-D571-DAA3-56CEDD56749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50849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EC6758B-D8B3-D571-DAA3-56CEDD5674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732682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4A7B7F4-C605-F09F-3757-77C9CCD440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41553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7B7F4-C605-F09F-3757-77C9CCD440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 sz="28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 sz="24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 sz="20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733483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10F27A3-38EC-DC96-FE40-32769370F5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93998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0F27A3-38EC-DC96-FE40-32769370F5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vert="horz" anchor="b">
            <a:normAutofit/>
          </a:bodyPr>
          <a:lstStyle>
            <a:lvl1pPr>
              <a:defRPr sz="3200" b="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8614241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D37E401-6123-C899-D4DF-4515EE91C31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6936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D37E401-6123-C899-D4DF-4515EE91C3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7623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579E6D9-4D2E-C195-8665-3EAA1CD20C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6895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3" imgW="606" imgH="608" progId="TCLayout.ActiveDocument.1">
                  <p:embed/>
                </p:oleObj>
              </mc:Choice>
              <mc:Fallback>
                <p:oleObj name="think-cellスライド" r:id="rId3" imgW="606" imgH="608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79E6D9-4D2E-C195-8665-3EAA1CD20C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  <a:lvl2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2pPr>
            <a:lvl3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3pPr>
            <a:lvl4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4pPr>
            <a:lvl5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7620320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tags" Target="../tags/tag2.xml"/><Relationship Id="rId12" Type="http://schemas.openxmlformats.org/officeDocument/2006/relationships/oleObject" Target="../embeddings/oleObject1.bin"/><Relationship Id="rId13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2.xml"/><Relationship Id="rId3" Type="http://schemas.openxmlformats.org/officeDocument/2006/relationships/tags" Target="../tags/tag12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3" Type="http://schemas.openxmlformats.org/officeDocument/2006/relationships/tags" Target="../tags/tag14.xml"/><Relationship Id="rId14" Type="http://schemas.openxmlformats.org/officeDocument/2006/relationships/oleObject" Target="../embeddings/oleObject13.bin"/><Relationship Id="rId15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20770D3-6E7C-0617-D16C-69D0D8AE0A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0948962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2" imgW="398" imgH="405" progId="TCLayout.ActiveDocument.1">
                  <p:embed/>
                </p:oleObj>
              </mc:Choice>
              <mc:Fallback>
                <p:oleObj name="think-cellスライド" r:id="rId12" imgW="398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20770D3-6E7C-0617-D16C-69D0D8AE0A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384030E-D975-6BAD-B261-EDFB3AAFE816}"/>
              </a:ext>
            </a:extLst>
          </p:cNvPr>
          <p:cNvSpPr/>
          <p:nvPr userDrawn="1"/>
        </p:nvSpPr>
        <p:spPr>
          <a:xfrm>
            <a:off x="0" y="6562572"/>
            <a:ext cx="12192000" cy="3069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38027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0" r:id="rId3"/>
    <p:sldLayoutId id="2147483659" r:id="rId4"/>
    <p:sldLayoutId id="2147483660" r:id="rId5"/>
    <p:sldLayoutId id="2147483652" r:id="rId6"/>
    <p:sldLayoutId id="2147483661" r:id="rId7"/>
    <p:sldLayoutId id="2147483654" r:id="rId8"/>
    <p:sldLayoutId id="214748365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F177D5C-6A31-54AB-2B75-D102C513B7F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423836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4" imgW="398" imgH="405" progId="TCLayout.ActiveDocument.1">
                  <p:embed/>
                </p:oleObj>
              </mc:Choice>
              <mc:Fallback>
                <p:oleObj name="think-cellスライド" r:id="rId4" imgW="398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77D5C-6A31-54AB-2B75-D102C513B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F5F197B-7239-18F2-432A-7A87ECD683D5}"/>
              </a:ext>
            </a:extLst>
          </p:cNvPr>
          <p:cNvSpPr/>
          <p:nvPr userDrawn="1"/>
        </p:nvSpPr>
        <p:spPr>
          <a:xfrm>
            <a:off x="11496600" y="6562571"/>
            <a:ext cx="648072" cy="261218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lIns="0" tIns="0" rIns="216000" bIns="0" rtlCol="0" anchor="ctr" anchorCtr="0"/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1DCFA-917F-7743-ADC0-510F16953B30}" type="slidenum">
              <a:rPr kumimoji="0" lang="ja-JP" altLang="en-US" sz="1100" b="0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  <a:sym typeface="メイリオ" panose="020B0604030504040204" pitchFamily="50" charset="-128"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ja-JP" altLang="en-US" sz="1100" b="0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  <a:sym typeface="メイリオ" panose="020B0604030504040204" pitchFamily="50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1ABB2A-5BCC-9015-DA71-2B68055666E5}"/>
              </a:ext>
            </a:extLst>
          </p:cNvPr>
          <p:cNvSpPr txBox="1"/>
          <p:nvPr userDrawn="1"/>
        </p:nvSpPr>
        <p:spPr>
          <a:xfrm>
            <a:off x="7062652" y="6590927"/>
            <a:ext cx="4629870" cy="278332"/>
          </a:xfrm>
          <a:prstGeom prst="rect">
            <a:avLst/>
          </a:prstGeom>
          <a:noFill/>
        </p:spPr>
        <p:txBody>
          <a:bodyPr wrap="square" tIns="36000" bIns="72000">
            <a:spAutoFit/>
          </a:bodyPr>
          <a:lstStyle/>
          <a:p>
            <a:pPr algn="r"/>
            <a:r>
              <a:rPr lang="en-US" altLang="ja-JP" sz="1100" b="0">
                <a:solidFill>
                  <a:schemeClr val="accent1"/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t>Copyright © East Japan Railway Company All Rights Reserved.</a:t>
            </a:r>
            <a:endParaRPr lang="ja-JP" altLang="en-US" sz="1100" b="0">
              <a:solidFill>
                <a:schemeClr val="accent1"/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7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4A0CDF2-C6EC-AC76-A649-0D16409D85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004280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スライド" r:id="rId14" imgW="398" imgH="405" progId="TCLayout.ActiveDocument.1">
                  <p:embed/>
                </p:oleObj>
              </mc:Choice>
              <mc:Fallback>
                <p:oleObj name="think-cellスライド" r:id="rId14" imgW="398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4A0CDF2-C6EC-AC76-A649-0D16409D85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0E02A643-9BB0-4E02-80B2-2C0A5E5D738E}" type="datetimeFigureOut">
              <a:rPr lang="ja-JP" altLang="en-US" smtClean="0"/>
              <a:pPr/>
              <a:t>2026/2/12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defRPr>
            </a:lvl1pPr>
          </a:lstStyle>
          <a:p>
            <a:endParaRPr lang="ja-JP" altLang="en-US">
              <a:sym typeface="メイリオ" panose="020B0604030504040204" pitchFamily="50" charset="-128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メイリオ" panose="020B0604030504040204" pitchFamily="50" charset="-128"/>
              </a:defRPr>
            </a:lvl1pPr>
          </a:lstStyle>
          <a:p>
            <a:fld id="{A99D720A-4AD5-4DCF-885F-DE5297996123}" type="slidenum">
              <a:rPr lang="ja-JP" altLang="en-US" smtClean="0"/>
              <a:pPr/>
              <a:t>‹#›</a:t>
            </a:fld>
            <a:endParaRPr lang="ja-JP" altLang="en-US">
              <a:latin typeface="メイリオ" panose="020B0604030504040204" pitchFamily="50" charset="-128"/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71F8A0-DF8B-E0BF-D8E2-BA24F33E177F}"/>
              </a:ext>
            </a:extLst>
          </p:cNvPr>
          <p:cNvSpPr txBox="1">
            <a:spLocks/>
          </p:cNvSpPr>
          <p:nvPr userDrawn="1"/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9D720A-4AD5-4DCF-885F-DE5297996123}" type="slidenum">
              <a:rPr kumimoji="1" lang="ja-JP" altLang="en-US" sz="14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sym typeface="メイリオ" panose="020B0604030504040204" pitchFamily="50" charset="-128"/>
              </a:rPr>
              <a:pPr/>
              <a:t>‹#›</a:t>
            </a:fld>
            <a:endParaRPr kumimoji="1" lang="ja-JP" altLang="en-US" sz="1400" b="1">
              <a:solidFill>
                <a:schemeClr val="tx1">
                  <a:lumMod val="50000"/>
                  <a:lumOff val="50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sym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53201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  <a:sym typeface="メイリオ" panose="020B0604030504040204" pitchFamily="50" charset="-12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  <a:sym typeface="メイリオ" panose="020B0604030504040204" pitchFamily="50" charset="-128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対話するだけで提案書が完成するAIシステムの紹介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株式会社シグマクシス</a:t>
            </a:r>
          </a:p>
          <a:p>
            <a:r>
              <a:t>2026/2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7" name="Picture 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アジェンダ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提案書作成の課題</a:t>
            </a:r>
          </a:p>
          <a:p>
            <a:r>
              <a:t>2. システムの仕組み</a:t>
            </a:r>
          </a:p>
          <a:p>
            <a:r>
              <a:t>3. 使うほど賢くなる仕組み</a:t>
            </a:r>
          </a:p>
          <a:p>
            <a:r>
              <a:t>4. 今後の展開</a:t>
            </a:r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提案書作成の課題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時間・品質・再利用の3つの壁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・提案書1本に平均3〜5時間、うち半分以上がレイアウト調整</a:t>
            </a:r>
          </a:p>
          <a:p>
            <a:r>
              <a:t>・テンプレートの使い方が人によってバラバラで品質にばらつき</a:t>
            </a:r>
          </a:p>
          <a:p>
            <a:r>
              <a:t>・過去の良い資料が個人PCに埋もれ、ナレッジとして再利用されない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時間</a:t>
            </a:r>
            <a:br/>
            <a:r>
              <a:t>3〜5時間/本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品質</a:t>
            </a:r>
            <a:br/>
            <a:r>
              <a:t>属人的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4114800"/>
            <a:ext cx="2286000" cy="8229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再利用</a:t>
            </a:r>
            <a:br/>
            <a:r>
              <a:t>埋もれる</a:t>
            </a:r>
          </a:p>
        </p:txBody>
      </p:sp>
      <p:pic>
        <p:nvPicPr>
          <p:cNvPr id="8" name="Picture 7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371600"/>
            <a:ext cx="3657600" cy="19950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2. システムの仕組み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思考と実行を分離する3層構造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・思考層: Claude Code がユーザーと対話しJSONアウトラインを生成</a:t>
            </a:r>
          </a:p>
          <a:p>
            <a:r>
              <a:t>・中間言語: JSONでスライド構造・図解・画像プロンプトを定義</a:t>
            </a:r>
          </a:p>
          <a:p>
            <a:r>
              <a:t>・実行層: pptx_engine.py が python-pptx でテンプレートに忠実描画</a:t>
            </a:r>
          </a:p>
          <a:p>
            <a:r>
              <a:t>・画像層: Gemini API が各スライドにAI画像を自動生成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思考層</a:t>
            </a:r>
            <a:br/>
            <a:r>
              <a:t>Claude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92608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4023360"/>
            <a:ext cx="2011680" cy="914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中間言語</a:t>
            </a:r>
            <a:br/>
            <a:r>
              <a:t>JSON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577840" y="425196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4023360"/>
            <a:ext cx="237744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実行層</a:t>
            </a:r>
            <a:br/>
            <a:r>
              <a:t>pptx_engine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対話だけで完結する操作フロー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・Step1: 要望を伝える → AIがTier 1アウトラインを自動生成</a:t>
            </a:r>
          </a:p>
          <a:p>
            <a:r>
              <a:t>・Step2: VSCodeで直接編集 or チャットで修正指示</a:t>
            </a:r>
          </a:p>
          <a:p>
            <a:r>
              <a:t>・Step3: 承認後、Tier 2展開 → PPTX結合 → PowerPoint自動起動</a:t>
            </a:r>
          </a:p>
          <a:p>
            <a:r>
              <a:t>・Step4: サムネイルPNG生成 → AIが視覚的に品質チェック・改善提案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Step1</a:t>
            </a:r>
            <a:br/>
            <a:r>
              <a:t>要望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19456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5176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Step2</a:t>
            </a:r>
            <a:br/>
            <a:r>
              <a:t>JSON編集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8912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Step3</a:t>
            </a:r>
            <a:br/>
            <a:r>
              <a:t>PPTX生成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583680" y="4297680"/>
            <a:ext cx="36576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0880" y="4114800"/>
            <a:ext cx="164592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Step4</a:t>
            </a:r>
            <a:br/>
            <a:r>
              <a:t>視覚確認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3. 使うほど賢くなる仕組み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オンデマンドスキルでAIが専門家に変身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・skills/ フォルダにデザイン原則・評価基準・構成ガイドを格納</a:t>
            </a:r>
          </a:p>
          <a:p>
            <a:r>
              <a:t>・通常の生成では読み込まない → トークンを節約</a:t>
            </a:r>
          </a:p>
          <a:p>
            <a:r>
              <a:t>・診断・改善時に必要なスキルだけ Read → その場で専門家に</a:t>
            </a:r>
          </a:p>
          <a:p>
            <a:r>
              <a:t>・ノウハウを追記するたびにAIの能力が蓄積的に向上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design_principles</a:t>
            </a:r>
            <a:br/>
            <a:r>
              <a:t>デザイン原則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critique_rubric</a:t>
            </a:r>
            <a:br/>
            <a:r>
              <a:t>評価ルーブリック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5394960" y="3931920"/>
            <a:ext cx="2286000" cy="914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outline_guide</a:t>
            </a:r>
            <a:br/>
            <a:r>
              <a:t>構成ガイド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プロジェクト単位のナレッジ蓄積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・プロジェクトごとにサブフォルダを自動生成</a:t>
            </a:r>
          </a:p>
          <a:p>
            <a:r>
              <a:t>・outline.json + Tier 2 JSON + PPTX + サムネイルを一箇所に集約</a:t>
            </a:r>
          </a:p>
          <a:p>
            <a:r>
              <a:t>・GitHubにコミット → チーム共有・過去資料の検索が容易</a:t>
            </a:r>
          </a:p>
          <a:p>
            <a:r>
              <a:t>・レシピ化すれば同じ構成の提案書を即座に再生成可能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474720"/>
            <a:ext cx="1828800" cy="64008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slides/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20260212_DX提案/</a:t>
            </a:r>
            <a:br/>
            <a:r>
              <a:t>outline + slides/ + .pptx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297680"/>
            <a:ext cx="3200400" cy="109728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20260215_報告書/</a:t>
            </a:r>
            <a:br/>
            <a:r>
              <a:t>outline + slides/ + .pptx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4. 今後の展開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自律的に進化するシステムへ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・レシピライブラリ充実 → 業種・用途別テンプレートを蓄積</a:t>
            </a:r>
          </a:p>
          <a:p>
            <a:r>
              <a:t>・視覚的セルフコレクションの自動化 → 生成→確認→修正ループ</a:t>
            </a:r>
          </a:p>
          <a:p>
            <a:r>
              <a:t>・マルチテンプレート対応 → 複数のPPTXテンプレートに拡張</a:t>
            </a:r>
          </a:p>
          <a:p>
            <a:r>
              <a:t>・スライド単位の差し替え → 既存PPTXの一部だけ更新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現在</a:t>
            </a:r>
            <a:br/>
            <a:r>
              <a:t>v2.0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8328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近未来</a:t>
            </a:r>
            <a:br/>
            <a:r>
              <a:t>レシピ拡充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60720" y="4297680"/>
            <a:ext cx="457200" cy="45720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114800"/>
            <a:ext cx="2286000" cy="82296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将来</a:t>
            </a:r>
            <a:br/>
            <a:r>
              <a:t>自律進化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14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2.xml><?xml version="1.0" encoding="utf-8"?>
<a:theme xmlns:a="http://schemas.openxmlformats.org/drawingml/2006/main" name="1_Office テーマ">
  <a:themeElements>
    <a:clrScheme name="東日本旅客鉄道株式会社">
      <a:dk1>
        <a:sysClr val="windowText" lastClr="000000"/>
      </a:dk1>
      <a:lt1>
        <a:sysClr val="window" lastClr="FFFFFF"/>
      </a:lt1>
      <a:dk2>
        <a:srgbClr val="4A4C4E"/>
      </a:dk2>
      <a:lt2>
        <a:srgbClr val="5A5E5D"/>
      </a:lt2>
      <a:accent1>
        <a:srgbClr val="3B8B42"/>
      </a:accent1>
      <a:accent2>
        <a:srgbClr val="FFCA00"/>
      </a:accent2>
      <a:accent3>
        <a:srgbClr val="FF260D"/>
      </a:accent3>
      <a:accent4>
        <a:srgbClr val="F62837"/>
      </a:accent4>
      <a:accent5>
        <a:srgbClr val="006AAD"/>
      </a:accent5>
      <a:accent6>
        <a:srgbClr val="C92F44"/>
      </a:accent6>
      <a:hlink>
        <a:srgbClr val="0070C0"/>
      </a:hlink>
      <a:folHlink>
        <a:srgbClr val="7030A0"/>
      </a:folHlink>
    </a:clrScheme>
    <a:fontScheme name="JRE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solidFill>
            <a:schemeClr val="accent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東日本旅客鉄道株式会社テンプレート（非公式）.potx" id="{19EB1957-43C4-4F3C-BE69-D5E0C16C1857}" vid="{76B89C84-D6E2-489F-99FF-684AFE81A0EA}"/>
    </a:ext>
  </a:extLst>
</a:theme>
</file>

<file path=ppt/theme/theme3.xml><?xml version="1.0" encoding="utf-8"?>
<a:theme xmlns:a="http://schemas.openxmlformats.org/drawingml/2006/main" name="1_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東日本旅客鉄道株式会社テンプレート（非公式）</Template>
  <TotalTime>347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0" baseType="lpstr">
      <vt:lpstr>メイリオ</vt:lpstr>
      <vt:lpstr>游ゴシック</vt:lpstr>
      <vt:lpstr>Arial</vt:lpstr>
      <vt:lpstr>Wingdings</vt:lpstr>
      <vt:lpstr>Wingdings 2</vt:lpstr>
      <vt:lpstr>Office テーマ</vt:lpstr>
      <vt:lpstr>1_Office テーマ</vt:lpstr>
      <vt:lpstr>1_HDOfficeLightV0</vt:lpstr>
      <vt:lpstr>think-cellスライド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Okuda Mitsuhiro</cp:lastModifiedBy>
  <cp:revision>21</cp:revision>
  <cp:lastPrinted>2026-01-30T02:31:55Z</cp:lastPrinted>
  <dcterms:created xsi:type="dcterms:W3CDTF">2025-10-07T06:53:21Z</dcterms:created>
  <dcterms:modified xsi:type="dcterms:W3CDTF">2026-02-12T09:46:06Z</dcterms:modified>
</cp:coreProperties>
</file>