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SX</a:t>
            </a:r>
          </a:p>
          <a:p>
            <a:r>
              <a:t>2026年2月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導入効果と今後の展開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426" y="405079"/>
            <a:ext cx="4897526" cy="60487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・作成に平均8時間、急ぎの案件では徹夜も発生</a:t>
            </a:r>
          </a:p>
          <a:p>
            <a:r>
              <a:t>・デザインの属人化で品質にばらつきが生じる</a:t>
            </a:r>
          </a:p>
          <a:p>
            <a:r>
              <a:t>・過去資産が埋もれ、毎回ゼロからの作成を強いられる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提案書作成には時間・品質・再利用の3つの根本課題があり、属人化が深刻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3566160" cy="1371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時間の壁</a:t>
            </a:r>
            <a:br/>
            <a:r>
              <a:t>平均8時間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3200400"/>
            <a:ext cx="3566160" cy="1371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品質の壁</a:t>
            </a:r>
            <a:br/>
            <a:r>
              <a:t>属人化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3200400"/>
            <a:ext cx="3566160" cy="1371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再利用の壁</a:t>
            </a:r>
            <a:br/>
            <a:r>
              <a:t>ゼロから作成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設計意図と実行を分離する3層構造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・思考層: AIがユーザーと対話し、スライドの設計意図を決定</a:t>
            </a:r>
          </a:p>
          <a:p>
            <a:r>
              <a:t>・レシピ層: パターン・トーン・ラベルをテンプレート非依存で記述</a:t>
            </a:r>
          </a:p>
          <a:p>
            <a:r>
              <a:t>・実行層: 生成エンジンがレシピをテンプレート固有のPPTXに変換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AIが設計意図をレシピに変換し、エンジンがテンプレートに忠実に描画する分業構造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416052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レシピ層</a:t>
            </a:r>
            <a:br/>
            <a:r>
              <a:t>パターン定義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60720" y="416052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レシピが実現するテンプレート横断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・従来: テンプレートごとにゼロから作り直し、座標・色を手動調整</a:t>
            </a:r>
          </a:p>
          <a:p>
            <a:r>
              <a:t>・レシピ方式: 設計意図を1回記述すれば複数テンプレートに自動変換</a:t>
            </a:r>
          </a:p>
          <a:p>
            <a:r>
              <a:t>・同じレシピからSX提案書・JR提案書など異なるデザインに展開可能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テンプレート非依存のレシピから、異なるテンプレートのPPTXを自動生成できる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2560320" cy="9144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従来</a:t>
            </a:r>
            <a:br/>
            <a:r>
              <a:t>テンプレ別に手作業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08960" y="4069080"/>
            <a:ext cx="54864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49039" y="3840480"/>
            <a:ext cx="256032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レシピ方式</a:t>
            </a:r>
            <a:br/>
            <a:r>
              <a:t>1回の記述で複数展開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・Step1: 要望を伝える → AIが構成案とレシピを自動生成</a:t>
            </a:r>
          </a:p>
          <a:p>
            <a:r>
              <a:t>・Step2: レシピを確認・修正（パターン選択・トーン調整）</a:t>
            </a:r>
          </a:p>
          <a:p>
            <a:r>
              <a:t>・Step3: レシピからPPTXを自動生成（テンプレート準拠）</a:t>
            </a:r>
          </a:p>
          <a:p>
            <a:r>
              <a:t>・Step4: サムネイルで品質チェック → AIが改善を提案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要望を伝えるだけで、レシピ設計からPPTX品質確認まで一気通貫で完結する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164592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60" y="416052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3931920"/>
            <a:ext cx="164592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レシピ確認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80560" y="416052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3931920"/>
            <a:ext cx="164592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66560" y="416052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931920"/>
            <a:ext cx="164592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品質確認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パターンカタログが品質の底上げを実現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・11種の構造パターン: 箇条書き、3カード、フロー、マトリクス等</a:t>
            </a:r>
          </a:p>
          <a:p>
            <a:r>
              <a:t>・6種のフレームワーク: SWOT、空雨傘、As-Is/To-Be、PDCA等</a:t>
            </a:r>
          </a:p>
          <a:p>
            <a:r>
              <a:t>・作成するたびにパターンが増え、次回以降の品質が自動的に向上</a:t>
            </a:r>
          </a:p>
          <a:p>
            <a:r>
              <a:t>・共通スキルとテンプレート固有スキルの2層で知識を管理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SWOT・フロー・比較表などの定型パターンが蓄積され、提案書の品質が継続的に向上する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846320" cy="26434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導入効果と今後の展開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定量効果と将来ロードマップ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・作成時間を8時間から30分に短縮（93%削減）</a:t>
            </a:r>
          </a:p>
          <a:p>
            <a:r>
              <a:t>・テンプレート準拠でデザイン品質を完全統一</a:t>
            </a:r>
          </a:p>
          <a:p>
            <a:r>
              <a:t>・レシピ再利用で過去資産活用率を80%に向上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時間93%削減・品質統一・再利用80%の効果を実現し、自律進化するシステムへ発展する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3566160" cy="137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93%</a:t>
            </a:r>
            <a:br/>
            <a:r>
              <a:t>時間削減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3200400"/>
            <a:ext cx="3566160" cy="137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100%</a:t>
            </a:r>
            <a:br/>
            <a:r>
              <a:t>品質統一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3200400"/>
            <a:ext cx="3566160" cy="137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80%</a:t>
            </a:r>
            <a:br/>
            <a:r>
              <a:t>再利用率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ご確認ありがとうございました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