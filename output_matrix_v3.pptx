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提案価値のマトリックス分析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市場機会 × 実装難度で優先順位を判定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2557576" y="1412748"/>
            <a:ext cx="2907791" cy="3657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5368" y="1412748"/>
            <a:ext cx="2907791" cy="3657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7" name="Rectangle 6"/>
          <p:cNvSpPr/>
          <p:nvPr/>
        </p:nvSpPr>
        <p:spPr>
          <a:xfrm>
            <a:off x="8373160" y="1412748"/>
            <a:ext cx="2907791" cy="3657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低</a:t>
            </a:r>
          </a:p>
        </p:txBody>
      </p:sp>
      <p:sp>
        <p:nvSpPr>
          <p:cNvPr id="8" name="Rectangle 7"/>
          <p:cNvSpPr/>
          <p:nvPr/>
        </p:nvSpPr>
        <p:spPr>
          <a:xfrm>
            <a:off x="911656" y="1869948"/>
            <a:ext cx="1371600" cy="64008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高機会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7576" y="186994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優先度1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実装Go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5368" y="186994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優先度2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要検討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73160" y="186994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保留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将来オプション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1656" y="2510028"/>
            <a:ext cx="1371600" cy="64008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中機会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7576" y="251002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優先度2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要検討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5368" y="251002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中実装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段階的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73160" y="251002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スコープ外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1656" y="3150108"/>
            <a:ext cx="1371600" cy="64008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低機会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7576" y="315010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保留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将来オプション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65368" y="315010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スコープ外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73160" y="315010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実施不要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