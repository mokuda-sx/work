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人間協働：段階的生成パイプライン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3つのステップで、複雑な PPTX 生成を確実に実現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2286000" cy="9144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Tier 1</a:t>
            </a:r>
          </a:p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既存品</a:t>
            </a:r>
          </a:p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（Outline）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4023360"/>
            <a:ext cx="365759" cy="914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66160" y="3657600"/>
            <a:ext cx="2286000" cy="9144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Tier 2</a:t>
            </a:r>
          </a:p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新方式</a:t>
            </a:r>
          </a:p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（ビジュアル）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97880" y="4023360"/>
            <a:ext cx="365760" cy="9144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675120" y="3657600"/>
            <a:ext cx="2286000" cy="9144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Tier 3</a:t>
            </a:r>
          </a:p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完成向かい方</a:t>
            </a:r>
          </a:p>
          <a:p>
            <a:pPr algn="ctr">
              <a:lnSpc>
                <a:spcPct val="115000"/>
              </a:lnSpc>
              <a:defRPr sz="1100" b="0">
                <a:solidFill>
                  <a:srgbClr val="FFFFFF"/>
                </a:solidFill>
                <a:latin typeface="Arial"/>
              </a:defRPr>
            </a:pPr>
            <a:r>
              <a:t>（Output）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