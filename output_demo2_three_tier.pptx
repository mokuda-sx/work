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931920" cy="4572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AI + 人間協働：段階的生成パイプライン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91440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Tier 1</a:t>
            </a:r>
            <a:br/>
            <a:r>
              <a:t>構成設計</a:t>
            </a:r>
            <a:br/>
            <a:r>
              <a:t>(Outline)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1280160"/>
            <a:ext cx="365760" cy="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560320" y="914400"/>
            <a:ext cx="1371600" cy="9144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Tier 2</a:t>
            </a:r>
            <a:br/>
            <a:r>
              <a:t>コンテンツ詳細</a:t>
            </a:r>
            <a:br/>
            <a:r>
              <a:t>(Content)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1280160"/>
            <a:ext cx="365760" cy="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663440" y="914400"/>
            <a:ext cx="13716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出力</a:t>
            </a:r>
            <a:br/>
            <a:r>
              <a:t>最終PPTX</a:t>
            </a:r>
            <a:br/>
            <a:r>
              <a:t>(Output)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