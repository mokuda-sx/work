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提案価値のマトリックス分析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市場機会 × 実装難度で優先順位を判定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1371600"/>
            <a:ext cx="3200400" cy="3657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高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371600"/>
            <a:ext cx="3200400" cy="3657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中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371600"/>
            <a:ext cx="3200400" cy="3657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低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371600" cy="64008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高機会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828800"/>
            <a:ext cx="3200400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優先度1</a:t>
            </a:r>
          </a:p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実装Go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828800"/>
            <a:ext cx="3200400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優先度2</a:t>
            </a:r>
          </a:p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要検討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828800"/>
            <a:ext cx="3200400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保留</a:t>
            </a:r>
          </a:p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将来オプション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1371600" cy="64008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中機会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2468880"/>
            <a:ext cx="3200400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優先度2</a:t>
            </a:r>
          </a:p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要検討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2468880"/>
            <a:ext cx="3200400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中実装</a:t>
            </a:r>
          </a:p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段階的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2468880"/>
            <a:ext cx="3200400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スコープ外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08960"/>
            <a:ext cx="1371600" cy="64008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低機会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3108960"/>
            <a:ext cx="3200400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保留</a:t>
            </a:r>
          </a:p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将来オプション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3108960"/>
            <a:ext cx="3200400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スコープ外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3108960"/>
            <a:ext cx="3200400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実施不要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