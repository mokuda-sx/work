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8"/>
  </p:sldIdLst>
  <p:sldSz cx="12192000" cy="6858000"/>
  <p:notesSz cx="6807200" cy="9939338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タイトルなしのセクション" id="{B1D8018D-9D27-814B-A55C-9931F775F991}">
          <p14:sldIdLst/>
        </p14:section>
        <p14:section name="タイトルなしのセクション" id="{B332ECB8-8222-46A7-BAB6-27D15F632A53}">
          <p14:sldIdLst>
            <p14:sldId id="257"/>
            <p14:sldId id="2141414137"/>
            <p14:sldId id="418"/>
            <p14:sldId id="302"/>
            <p14:sldId id="306"/>
            <p14:sldId id="2141414135"/>
            <p14:sldId id="317"/>
            <p14:sldId id="318"/>
            <p14:sldId id="319"/>
            <p14:sldId id="2141414140"/>
            <p14:sldId id="419"/>
            <p14:sldId id="420"/>
            <p14:sldId id="421"/>
            <p14:sldId id="422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5504"/>
    <a:srgbClr val="EA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13" autoAdjust="0"/>
    <p:restoredTop sz="93899" autoAdjust="0"/>
  </p:normalViewPr>
  <p:slideViewPr>
    <p:cSldViewPr showGuides="1">
      <p:cViewPr varScale="1">
        <p:scale>
          <a:sx n="44" d="100"/>
          <a:sy n="44" d="100"/>
        </p:scale>
        <p:origin x="36" y="200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howGuides="1">
      <p:cViewPr varScale="1">
        <p:scale>
          <a:sx n="49" d="100"/>
          <a:sy n="49" d="100"/>
        </p:scale>
        <p:origin x="2668" y="52"/>
      </p:cViewPr>
      <p:guideLst>
        <p:guide orient="horz" pos="3131"/>
        <p:guide pos="2144"/>
      </p:guideLst>
    </p:cSldViewPr>
  </p:notes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8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7" Type="http://schemas.openxmlformats.org/officeDocument/2006/relationships/handoutMaster" Target="handoutMasters/handout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0727B-9DEC-4968-9848-E4F87D30B763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70FCD-28E0-4969-A121-AC709167E47F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969784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25483-6E6E-42C5-BF11-7E02F1B93D8D}" type="datetimeFigureOut">
              <a:rPr kumimoji="1" lang="ja-JP" altLang="en-US" smtClean="0"/>
              <a:pPr/>
              <a:t>2024/7/22</a:t>
            </a:fld>
            <a:endParaRPr kumimoji="1" lang="ja-JP" altLang="en-US" dirty="0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kumimoji="1" lang="en-US" altLang="ja-JP" dirty="0"/>
              <a:t>© SIGMAXYZ 2009.06.16</a:t>
            </a:r>
            <a:r>
              <a:rPr kumimoji="1" lang="ja-JP" altLang="en-US" dirty="0"/>
              <a:t>パワーポイントパーツ集</a:t>
            </a: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54D4-3460-457E-B9D7-117BAF18C078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35399420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gif"/><Relationship Id="rId3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ドキュメンテーションタイトルあり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1225" y="1432449"/>
            <a:ext cx="10369550" cy="503237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8478"/>
            <a:ext cx="10369550" cy="788497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72AEA40-9A1C-DA43-9FFB-05730EBF9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EAC767EF-948A-AE4C-B1C7-AD19CA98E272}"/>
              </a:ext>
            </a:extLst>
          </p:cNvPr>
          <p:cNvSpPr/>
          <p:nvPr userDrawn="1"/>
        </p:nvSpPr>
        <p:spPr>
          <a:xfrm>
            <a:off x="925830" y="20605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  <p15:guide id="5" orient="horz" pos="397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ドキュメンテーションタイトルあり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サブタイトル 2">
            <a:extLst>
              <a:ext uri="{FF2B5EF4-FFF2-40B4-BE49-F238E27FC236}">
                <a16:creationId xmlns:a16="http://schemas.microsoft.com/office/drawing/2014/main" id="{7ECF76FC-8D57-41CC-93B4-35BB4582162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32561" y="3140960"/>
            <a:ext cx="10348214" cy="288040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  <a:endParaRPr kumimoji="1" lang="en-US" altLang="ja-JP" dirty="0"/>
          </a:p>
          <a:p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0E433F14-110A-46CE-AADB-74F6A8CCD3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45" y="2060575"/>
            <a:ext cx="10369530" cy="647700"/>
          </a:xfrm>
        </p:spPr>
        <p:txBody>
          <a:bodyPr/>
          <a:lstStyle/>
          <a:p>
            <a:r>
              <a:rPr kumimoji="1" lang="ja-JP" altLang="en-US" dirty="0"/>
              <a:t>ドキュメンテーションタイトル（写真なし）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BB30CF7-F45F-4ADC-86D3-29B44DB96A57}"/>
              </a:ext>
            </a:extLst>
          </p:cNvPr>
          <p:cNvSpPr/>
          <p:nvPr userDrawn="1"/>
        </p:nvSpPr>
        <p:spPr>
          <a:xfrm>
            <a:off x="8784167" y="0"/>
            <a:ext cx="3264660" cy="1124680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kumimoji="1" lang="ja-JP" altLang="en-US" sz="1800" dirty="0">
              <a:solidFill>
                <a:schemeClr val="tx1"/>
              </a:solidFill>
            </a:endParaRP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AA4975F-0334-5F46-9B38-4B0C12DEE8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981" userDrawn="1">
          <p15:clr>
            <a:srgbClr val="FBAE40"/>
          </p15:clr>
        </p15:guide>
        <p15:guide id="4" orient="horz" pos="129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4897438" cy="79216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目次・アジェンダページ（写真あり）</a:t>
            </a:r>
          </a:p>
        </p:txBody>
      </p:sp>
      <p:sp>
        <p:nvSpPr>
          <p:cNvPr id="7" name="正方形/長方形 6"/>
          <p:cNvSpPr/>
          <p:nvPr userDrawn="1"/>
        </p:nvSpPr>
        <p:spPr>
          <a:xfrm>
            <a:off x="6383338" y="404814"/>
            <a:ext cx="4897438" cy="6048374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  <p:sp>
        <p:nvSpPr>
          <p:cNvPr id="8" name="フッター プレースホルダ 4"/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9" name="テキスト プレースホルダー 3">
            <a:extLst>
              <a:ext uri="{FF2B5EF4-FFF2-40B4-BE49-F238E27FC236}">
                <a16:creationId xmlns:a16="http://schemas.microsoft.com/office/drawing/2014/main" id="{EE14E344-44DC-B548-AE98-2394DEE1D8A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4897439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8786824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59" userDrawn="1">
          <p15:clr>
            <a:srgbClr val="FBAE40"/>
          </p15:clr>
        </p15:guide>
        <p15:guide id="2" pos="4021" userDrawn="1">
          <p15:clr>
            <a:srgbClr val="FBAE40"/>
          </p15:clr>
        </p15:guide>
        <p15:guide id="3" orient="horz" pos="89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・アジェンダページ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6" y="404813"/>
            <a:ext cx="10369550" cy="792162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目次・アジェンダページ（写真なし）</a:t>
            </a:r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0"/>
          </p:nvPr>
        </p:nvSpPr>
        <p:spPr>
          <a:xfrm>
            <a:off x="911225" y="1414442"/>
            <a:ext cx="10354373" cy="5038746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7" name="フッター プレースホルダ 4">
            <a:extLst>
              <a:ext uri="{FF2B5EF4-FFF2-40B4-BE49-F238E27FC236}">
                <a16:creationId xmlns:a16="http://schemas.microsoft.com/office/drawing/2014/main" id="{0C1577CA-9584-6B4B-B240-E6B742AA37AB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25831" y="417607"/>
            <a:ext cx="10354944" cy="783033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チャプタータイトル（写真あり）</a:t>
            </a:r>
          </a:p>
        </p:txBody>
      </p:sp>
      <p:sp>
        <p:nvSpPr>
          <p:cNvPr id="11" name="サブタイトル 2"/>
          <p:cNvSpPr>
            <a:spLocks noGrp="1"/>
          </p:cNvSpPr>
          <p:nvPr>
            <p:ph type="subTitle" idx="1"/>
          </p:nvPr>
        </p:nvSpPr>
        <p:spPr>
          <a:xfrm>
            <a:off x="925830" y="1420464"/>
            <a:ext cx="10369550" cy="286886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E7140C63-4A09-5549-ACFB-B44558443A0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FF754EAD-35E1-BD41-873E-365AD440B2D1}"/>
              </a:ext>
            </a:extLst>
          </p:cNvPr>
          <p:cNvSpPr/>
          <p:nvPr userDrawn="1"/>
        </p:nvSpPr>
        <p:spPr>
          <a:xfrm>
            <a:off x="925830" y="2205038"/>
            <a:ext cx="10376794" cy="42480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890" userDrawn="1">
          <p15:clr>
            <a:srgbClr val="FBAE40"/>
          </p15:clr>
        </p15:guide>
        <p15:guide id="3" orient="horz" pos="1253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チャプタータイトル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1"/>
          <p:cNvSpPr>
            <a:spLocks noGrp="1"/>
          </p:cNvSpPr>
          <p:nvPr>
            <p:ph type="ctrTitle" hasCustomPrompt="1"/>
          </p:nvPr>
        </p:nvSpPr>
        <p:spPr>
          <a:xfrm>
            <a:off x="911225" y="1916114"/>
            <a:ext cx="7872413" cy="720725"/>
          </a:xfrm>
        </p:spPr>
        <p:txBody>
          <a:bodyPr>
            <a:noAutofit/>
          </a:bodyPr>
          <a:lstStyle>
            <a:lvl1pPr>
              <a:defRPr sz="2400"/>
            </a:lvl1pPr>
          </a:lstStyle>
          <a:p>
            <a:r>
              <a:rPr kumimoji="1" lang="ja-JP" altLang="en-US" dirty="0"/>
              <a:t>チャプタータイトル（写真なし）</a:t>
            </a:r>
          </a:p>
        </p:txBody>
      </p:sp>
      <p:sp>
        <p:nvSpPr>
          <p:cNvPr id="9" name="サブタイトル 2"/>
          <p:cNvSpPr>
            <a:spLocks noGrp="1"/>
          </p:cNvSpPr>
          <p:nvPr>
            <p:ph type="subTitle" idx="1"/>
          </p:nvPr>
        </p:nvSpPr>
        <p:spPr>
          <a:xfrm>
            <a:off x="911225" y="2854326"/>
            <a:ext cx="7872413" cy="574675"/>
          </a:xfrm>
        </p:spPr>
        <p:txBody>
          <a:bodyPr>
            <a:no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マスタ サブタイトルの書式設定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DF142A43-0471-B247-94DB-812EE97196F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  <p15:guide id="2" orient="horz" pos="17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タイトル 7"/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 4">
            <a:extLst>
              <a:ext uri="{FF2B5EF4-FFF2-40B4-BE49-F238E27FC236}">
                <a16:creationId xmlns:a16="http://schemas.microsoft.com/office/drawing/2014/main" id="{CCBAB27C-441A-ED4E-ACF4-12046EF3111D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7" name="サブタイトル 2"/>
          <p:cNvSpPr>
            <a:spLocks noGrp="1"/>
          </p:cNvSpPr>
          <p:nvPr>
            <p:ph type="subTitle" idx="13" hasCustomPrompt="1"/>
          </p:nvPr>
        </p:nvSpPr>
        <p:spPr>
          <a:xfrm>
            <a:off x="911280" y="714742"/>
            <a:ext cx="10369186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コンテンツページ（ヘッドラインあり）</a:t>
            </a:r>
            <a:endParaRPr kumimoji="1" lang="en-US" altLang="ja-JP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CDE4632B-0354-7C40-B64B-284D452FFC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サブタイトル 2">
            <a:extLst>
              <a:ext uri="{FF2B5EF4-FFF2-40B4-BE49-F238E27FC236}">
                <a16:creationId xmlns:a16="http://schemas.microsoft.com/office/drawing/2014/main" id="{3C1E7AA7-D995-084D-9C49-7FE5AB487F3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Confidential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9" name="タイトル 7">
            <a:extLst>
              <a:ext uri="{FF2B5EF4-FFF2-40B4-BE49-F238E27FC236}">
                <a16:creationId xmlns:a16="http://schemas.microsoft.com/office/drawing/2014/main" id="{6F240FCF-4530-2D40-B45C-241A627F2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1" name="テキスト プレースホルダー 2">
            <a:extLst>
              <a:ext uri="{FF2B5EF4-FFF2-40B4-BE49-F238E27FC236}">
                <a16:creationId xmlns:a16="http://schemas.microsoft.com/office/drawing/2014/main" id="{44C6614A-4096-1D44-967A-33AF626900A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2" name="フッター プレースホルダ 4">
            <a:extLst>
              <a:ext uri="{FF2B5EF4-FFF2-40B4-BE49-F238E27FC236}">
                <a16:creationId xmlns:a16="http://schemas.microsoft.com/office/drawing/2014/main" id="{A2837A7C-0036-1944-AC8C-B28EF1A575CE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8E6E3876-0A73-0C47-9E1B-F7A02400BC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9C66FA9F-B5FE-FD4B-831B-170FD1792039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コンテンツページ（ヘッドラインあり／</a:t>
            </a:r>
            <a:r>
              <a:rPr kumimoji="1" lang="en-US" altLang="ja-JP" dirty="0"/>
              <a:t>Internal Use Only </a:t>
            </a:r>
            <a:r>
              <a:rPr kumimoji="1" lang="ja-JP" altLang="en-US" dirty="0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FFEAE58A-38FE-A243-8027-4212FEE5F9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987C7BEB-FFCC-4E44-84FC-51CA7D028B6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5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746034EA-6B41-9345-8733-CB283619D705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あり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47F0CFFE-1854-AF4B-86B6-7DBD937EEC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12" name="サブタイトル 2">
            <a:extLst>
              <a:ext uri="{FF2B5EF4-FFF2-40B4-BE49-F238E27FC236}">
                <a16:creationId xmlns:a16="http://schemas.microsoft.com/office/drawing/2014/main" id="{C184A073-8182-A948-92F1-F788846A8CA4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911280" y="716684"/>
            <a:ext cx="10356545" cy="492353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dirty="0"/>
              <a:t>コンテンツページ（</a:t>
            </a:r>
            <a:r>
              <a:rPr kumimoji="1" lang="ja-JP" altLang="en-US"/>
              <a:t>ヘッドラインあり／</a:t>
            </a:r>
            <a:r>
              <a:rPr kumimoji="1" lang="en-US" altLang="ja-JP" dirty="0"/>
              <a:t>Strictly Confidential </a:t>
            </a:r>
            <a:r>
              <a:rPr kumimoji="1" lang="ja-JP" altLang="en-US"/>
              <a:t>）</a:t>
            </a:r>
            <a:endParaRPr kumimoji="1" lang="en-US" altLang="ja-JP" dirty="0"/>
          </a:p>
        </p:txBody>
      </p:sp>
      <p:sp>
        <p:nvSpPr>
          <p:cNvPr id="13" name="タイトル 7">
            <a:extLst>
              <a:ext uri="{FF2B5EF4-FFF2-40B4-BE49-F238E27FC236}">
                <a16:creationId xmlns:a16="http://schemas.microsoft.com/office/drawing/2014/main" id="{9E8508C7-0D0D-F644-AF8C-A0CAFBCE7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19599"/>
            <a:ext cx="10369550" cy="274226"/>
          </a:xfrm>
        </p:spPr>
        <p:txBody>
          <a:bodyPr>
            <a:noAutofit/>
          </a:bodyPr>
          <a:lstStyle>
            <a:lvl1pPr>
              <a:defRPr sz="1200"/>
            </a:lvl1pPr>
          </a:lstStyle>
          <a:p>
            <a:r>
              <a:rPr kumimoji="1" lang="ja-JP" altLang="en-US" dirty="0"/>
              <a:t>ヘッドライン</a:t>
            </a:r>
          </a:p>
        </p:txBody>
      </p:sp>
      <p:sp>
        <p:nvSpPr>
          <p:cNvPr id="14" name="テキスト プレースホルダー 2">
            <a:extLst>
              <a:ext uri="{FF2B5EF4-FFF2-40B4-BE49-F238E27FC236}">
                <a16:creationId xmlns:a16="http://schemas.microsoft.com/office/drawing/2014/main" id="{C6EF332D-D594-5B42-ACF6-5645449247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11226" y="1412875"/>
            <a:ext cx="10369550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15" name="フッター プレースホルダ 4">
            <a:extLst>
              <a:ext uri="{FF2B5EF4-FFF2-40B4-BE49-F238E27FC236}">
                <a16:creationId xmlns:a16="http://schemas.microsoft.com/office/drawing/2014/main" id="{594245E4-BAAF-CE49-AB77-66ADFBCF1C7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コピーライト通常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プレースホルダー 2"/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5" name="フッター プレースホルダ 4">
            <a:extLst>
              <a:ext uri="{FF2B5EF4-FFF2-40B4-BE49-F238E27FC236}">
                <a16:creationId xmlns:a16="http://schemas.microsoft.com/office/drawing/2014/main" id="{FC909D65-65E6-9E42-A580-2DB4B53841E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D7447D00-890F-6C4D-88EB-B3312DF254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コンテンツページ（ヘッドラインなし）</a:t>
            </a:r>
            <a:endParaRPr kumimoji="1" lang="ja-JP" altLang="en-US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co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167431B9-5695-704A-9E52-979E6924EE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67B71327-E628-A84B-A5CB-D5E81F7AB913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BE65F76-0B32-C047-9F9E-249B8C1180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4"/>
            <a:ext cx="10369550" cy="792161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81F82D70-0499-4349-B363-021DF29233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internal use only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>
            <a:extLst>
              <a:ext uri="{FF2B5EF4-FFF2-40B4-BE49-F238E27FC236}">
                <a16:creationId xmlns:a16="http://schemas.microsoft.com/office/drawing/2014/main" id="{216C937F-81D7-734D-BDD6-53D9664F6D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53" cy="237600"/>
          </a:xfrm>
          <a:prstGeom prst="rect">
            <a:avLst/>
          </a:prstGeom>
        </p:spPr>
      </p:pic>
      <p:sp>
        <p:nvSpPr>
          <p:cNvPr id="10" name="フッター プレースホルダ 4">
            <a:extLst>
              <a:ext uri="{FF2B5EF4-FFF2-40B4-BE49-F238E27FC236}">
                <a16:creationId xmlns:a16="http://schemas.microsoft.com/office/drawing/2014/main" id="{1AAE1D54-AD8E-1443-9DAD-99BAC2F6FEE4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4CAD7DE3-D24B-724E-8B5F-43058FB38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Internal Use Only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6DD7D887-015E-BF4F-8F3C-B332A30D975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コンテンツページヘッドラインなし（strictly confidential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図 6">
            <a:extLst>
              <a:ext uri="{FF2B5EF4-FFF2-40B4-BE49-F238E27FC236}">
                <a16:creationId xmlns:a16="http://schemas.microsoft.com/office/drawing/2014/main" id="{79D50B04-C638-704B-981E-2AB27200479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0"/>
            <a:ext cx="3187147" cy="237600"/>
          </a:xfrm>
          <a:prstGeom prst="rect">
            <a:avLst/>
          </a:prstGeom>
        </p:spPr>
      </p:pic>
      <p:sp>
        <p:nvSpPr>
          <p:cNvPr id="8" name="フッター プレースホルダ 4">
            <a:extLst>
              <a:ext uri="{FF2B5EF4-FFF2-40B4-BE49-F238E27FC236}">
                <a16:creationId xmlns:a16="http://schemas.microsoft.com/office/drawing/2014/main" id="{31E72946-0FD6-324D-BEB4-0585B294B2E7}"/>
              </a:ext>
            </a:extLst>
          </p:cNvPr>
          <p:cNvSpPr txBox="1">
            <a:spLocks/>
          </p:cNvSpPr>
          <p:nvPr userDrawn="1"/>
        </p:nvSpPr>
        <p:spPr>
          <a:xfrm>
            <a:off x="8615966" y="6525431"/>
            <a:ext cx="2880784" cy="260373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ja-JP"/>
            </a:defPPr>
            <a:lvl1pPr marL="0" marR="0" indent="0" algn="l" defTabSz="6858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kumimoji="1" sz="8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090036-EBBF-4B93-956E-A4D69D49721E}" type="slidenum">
              <a:rPr lang="ja-JP" altLang="en-US" sz="800" smtClean="0">
                <a:latin typeface="+mj-ea"/>
                <a:ea typeface="+mj-ea"/>
              </a:rPr>
              <a:pPr algn="r"/>
              <a:t>‹#›</a:t>
            </a:fld>
            <a:endParaRPr lang="ja-JP" altLang="en-US" sz="800" dirty="0">
              <a:latin typeface="+mj-ea"/>
              <a:ea typeface="+mj-ea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B10C7FEF-368B-BF43-A6E3-4342EACADE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1225" y="404813"/>
            <a:ext cx="10369550" cy="792163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ja-JP" altLang="en-US" dirty="0"/>
              <a:t>コンテンツページ（ヘッドラインなし</a:t>
            </a:r>
            <a:r>
              <a:rPr kumimoji="1" lang="ja-JP" altLang="en-US" dirty="0"/>
              <a:t>／</a:t>
            </a:r>
            <a:r>
              <a:rPr kumimoji="1" lang="en-US" altLang="ja-JP" dirty="0"/>
              <a:t>Strictly Confidential </a:t>
            </a:r>
            <a:r>
              <a:rPr lang="ja-JP" altLang="en-US" dirty="0"/>
              <a:t>）</a:t>
            </a:r>
          </a:p>
        </p:txBody>
      </p:sp>
      <p:sp>
        <p:nvSpPr>
          <p:cNvPr id="13" name="テキスト プレースホルダー 2">
            <a:extLst>
              <a:ext uri="{FF2B5EF4-FFF2-40B4-BE49-F238E27FC236}">
                <a16:creationId xmlns:a16="http://schemas.microsoft.com/office/drawing/2014/main" id="{C32ADB6B-C7F6-BF4A-B0C1-87E4AC1ADB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24646" y="1412875"/>
            <a:ext cx="10361348" cy="5040313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270000" indent="0">
              <a:buFontTx/>
              <a:buNone/>
              <a:defRPr/>
            </a:lvl2pPr>
            <a:lvl3pPr marL="540000" indent="0">
              <a:buFontTx/>
              <a:buNone/>
              <a:defRPr/>
            </a:lvl3pPr>
            <a:lvl4pPr marL="756000" indent="0">
              <a:buFontTx/>
              <a:buNone/>
              <a:defRPr/>
            </a:lvl4pPr>
            <a:lvl5pPr marL="936000" indent="0">
              <a:buFontTx/>
              <a:buNone/>
              <a:defRPr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9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エンドスライド（写真あり）</a:t>
            </a:r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1B97A5A2-353B-9143-B145-BD5F80C18A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8A5A985-D6AF-524C-80B1-FAA8F08CAC04}"/>
              </a:ext>
            </a:extLst>
          </p:cNvPr>
          <p:cNvSpPr/>
          <p:nvPr userDrawn="1"/>
        </p:nvSpPr>
        <p:spPr>
          <a:xfrm>
            <a:off x="911225" y="759932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9" userDrawn="1">
          <p15:clr>
            <a:srgbClr val="FBAE40"/>
          </p15:clr>
        </p15:guide>
        <p15:guide id="2" orient="horz" pos="482" userDrawn="1">
          <p15:clr>
            <a:srgbClr val="FBAE40"/>
          </p15:clr>
        </p15:guide>
        <p15:guide id="3" orient="horz" pos="3158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なし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068950"/>
            <a:ext cx="7872413" cy="720100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エンドスライド（写真なし）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B768CEB-FE31-E842-9DE3-DB96C3588AD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2970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2402" y="5157788"/>
            <a:ext cx="7872413" cy="792162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エンドスライド（写真あり＿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707A6EE8-4632-8247-AFF2-A3D53A9F22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2911" y="5157788"/>
            <a:ext cx="366587" cy="366587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6F34BF41-3401-1041-8389-D2F59C3441E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05560E4E-436A-A04B-9EE9-9F684ED122C9}"/>
              </a:ext>
            </a:extLst>
          </p:cNvPr>
          <p:cNvSpPr/>
          <p:nvPr userDrawn="1"/>
        </p:nvSpPr>
        <p:spPr>
          <a:xfrm>
            <a:off x="912402" y="765175"/>
            <a:ext cx="10376794" cy="42481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kumimoji="1" lang="ja-JP" altLang="en-US" sz="1200" dirty="0">
                <a:solidFill>
                  <a:schemeClr val="tx1"/>
                </a:solidFill>
              </a:rPr>
              <a:t>画像挿入位置</a:t>
            </a:r>
          </a:p>
        </p:txBody>
      </p:sp>
    </p:spTree>
    <p:extLst>
      <p:ext uri="{BB962C8B-B14F-4D97-AF65-F5344CB8AC3E}">
        <p14:creationId xmlns:p14="http://schemas.microsoft.com/office/powerpoint/2010/main" val="14433192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3249" userDrawn="1">
          <p15:clr>
            <a:srgbClr val="FBAE40"/>
          </p15:clr>
        </p15:guide>
        <p15:guide id="4" orient="horz" pos="3158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エンドスライド（写真あり_Pマークあり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911225" y="3141103"/>
            <a:ext cx="7872413" cy="575795"/>
          </a:xfrm>
        </p:spPr>
        <p:txBody>
          <a:bodyPr>
            <a:noAutofit/>
          </a:bodyPr>
          <a:lstStyle>
            <a:lvl1pPr>
              <a:defRPr sz="1400" baseline="0"/>
            </a:lvl1pPr>
          </a:lstStyle>
          <a:p>
            <a:r>
              <a:rPr kumimoji="1" lang="ja-JP" altLang="en-US" dirty="0"/>
              <a:t>エンドスライド（写真なし＿</a:t>
            </a:r>
            <a:r>
              <a:rPr kumimoji="1" lang="en-US" altLang="ja-JP" dirty="0"/>
              <a:t>P</a:t>
            </a:r>
            <a:r>
              <a:rPr kumimoji="1" lang="ja-JP" altLang="en-US" dirty="0"/>
              <a:t>マークあり） ）</a:t>
            </a:r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3FD1F3ED-4F2E-8C48-B469-E0F0F6267A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4188" y="3206433"/>
            <a:ext cx="366587" cy="36658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08CAD62-BE17-C242-BC6C-3F745BA34DB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5849" y="6451524"/>
            <a:ext cx="1200302" cy="36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5471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82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Relationship Id="rId20" Type="http://schemas.openxmlformats.org/officeDocument/2006/relationships/image" Target="../media/image1.jpeg"/><Relationship Id="rId21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911225" y="419495"/>
            <a:ext cx="10369550" cy="79216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 dirty="0"/>
              <a:t>マスタ タイトルの書式設定</a:t>
            </a:r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911225" y="1916114"/>
            <a:ext cx="10369551" cy="453707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 dirty="0"/>
              <a:t>マスタ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8616068" y="6513947"/>
            <a:ext cx="2880607" cy="26037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fld id="{2C090036-EBBF-4B93-956E-A4D69D49721E}" type="slidenum">
              <a:rPr lang="ja-JP" altLang="en-US" smtClean="0"/>
              <a:pPr/>
              <a:t>‹#›</a:t>
            </a:fld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BE9324FF-3952-414D-A58F-E655E0C923BB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29"/>
            <a:ext cx="3184604" cy="237411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2BA9F687-96C1-4E63-2BAB-F53CDDDFE2C0}"/>
              </a:ext>
            </a:extLst>
          </p:cNvPr>
          <p:cNvPicPr>
            <a:picLocks noChangeAspect="1"/>
          </p:cNvPicPr>
          <p:nvPr userDrawn="1"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225" y="6525431"/>
            <a:ext cx="3187148" cy="237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81" r:id="rId2"/>
    <p:sldLayoutId id="2147483679" r:id="rId3"/>
    <p:sldLayoutId id="2147483673" r:id="rId4"/>
    <p:sldLayoutId id="2147483670" r:id="rId5"/>
    <p:sldLayoutId id="2147483671" r:id="rId6"/>
    <p:sldLayoutId id="2147483668" r:id="rId7"/>
    <p:sldLayoutId id="2147483682" r:id="rId8"/>
    <p:sldLayoutId id="2147483683" r:id="rId9"/>
    <p:sldLayoutId id="2147483684" r:id="rId10"/>
    <p:sldLayoutId id="2147483672" r:id="rId11"/>
    <p:sldLayoutId id="2147483685" r:id="rId12"/>
    <p:sldLayoutId id="2147483686" r:id="rId13"/>
    <p:sldLayoutId id="2147483687" r:id="rId14"/>
    <p:sldLayoutId id="2147483666" r:id="rId15"/>
    <p:sldLayoutId id="2147483676" r:id="rId16"/>
    <p:sldLayoutId id="2147483675" r:id="rId17"/>
    <p:sldLayoutId id="2147483678" r:id="rId18"/>
  </p:sldLayoutIdLst>
  <p:hf sldNum="0" hdr="0" ftr="0" dt="0"/>
  <p:txStyles>
    <p:titleStyle>
      <a:lvl1pPr algn="l" defTabSz="685800" rtl="0" eaLnBrk="1" latinLnBrk="0" hangingPunct="1">
        <a:spcBef>
          <a:spcPct val="0"/>
        </a:spcBef>
        <a:buNone/>
        <a:defRPr kumimoji="1"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685800" rtl="0" eaLnBrk="1" latinLnBrk="0" hangingPunct="1">
        <a:spcBef>
          <a:spcPts val="0"/>
        </a:spcBef>
        <a:buFontTx/>
        <a:buNone/>
        <a:defRPr kumimoji="1"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270000" indent="0" algn="l" defTabSz="685800" rtl="0" eaLnBrk="1" latinLnBrk="0" hangingPunct="1">
        <a:spcBef>
          <a:spcPts val="0"/>
        </a:spcBef>
        <a:buFontTx/>
        <a:buNone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0" algn="l" defTabSz="685800" rtl="0" eaLnBrk="1" latinLnBrk="0" hangingPunct="1">
        <a:spcBef>
          <a:spcPts val="0"/>
        </a:spcBef>
        <a:buFontTx/>
        <a:buNone/>
        <a:defRPr kumimoji="1"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00" indent="0" algn="l" defTabSz="685800" rtl="0" eaLnBrk="1" latinLnBrk="0" hangingPunct="1">
        <a:spcBef>
          <a:spcPts val="0"/>
        </a:spcBef>
        <a:buFontTx/>
        <a:buNone/>
        <a:defRPr kumimoji="1"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36000" indent="0" algn="l" defTabSz="685800" rtl="0" eaLnBrk="1" latinLnBrk="0" hangingPunct="1">
        <a:spcBef>
          <a:spcPts val="0"/>
        </a:spcBef>
        <a:buFontTx/>
        <a:buNone/>
        <a:defRPr kumimoji="1" sz="800" kern="1200">
          <a:solidFill>
            <a:schemeClr val="tx1"/>
          </a:solidFill>
          <a:latin typeface="ＭＳ Ｐゴシック" pitchFamily="50" charset="-128"/>
          <a:ea typeface="ＭＳ Ｐゴシック" pitchFamily="50" charset="-128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kumimoji="1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54" userDrawn="1">
          <p15:clr>
            <a:srgbClr val="F26B43"/>
          </p15:clr>
        </p15:guide>
        <p15:guide id="2" pos="2147" userDrawn="1">
          <p15:clr>
            <a:srgbClr val="F26B43"/>
          </p15:clr>
        </p15:guide>
        <p15:guide id="3" orient="horz" pos="255" userDrawn="1">
          <p15:clr>
            <a:srgbClr val="F26B43"/>
          </p15:clr>
        </p15:guide>
        <p15:guide id="4" pos="7106" userDrawn="1">
          <p15:clr>
            <a:srgbClr val="F26B43"/>
          </p15:clr>
        </p15:guide>
        <p15:guide id="5" orient="horz" pos="4065" userDrawn="1">
          <p15:clr>
            <a:srgbClr val="F26B43"/>
          </p15:clr>
        </p15:guide>
        <p15:guide id="6" pos="574" userDrawn="1">
          <p15:clr>
            <a:srgbClr val="F26B43"/>
          </p15:clr>
        </p15:guide>
        <p15:guide id="7" orient="horz" pos="2160" userDrawn="1">
          <p15:clr>
            <a:srgbClr val="F26B43"/>
          </p15:clr>
        </p15:guide>
        <p15:guide id="8" pos="5533" userDrawn="1">
          <p15:clr>
            <a:srgbClr val="F26B43"/>
          </p15:clr>
        </p15:guide>
        <p15:guide id="9" pos="7242" userDrawn="1">
          <p15:clr>
            <a:srgbClr val="F26B43"/>
          </p15:clr>
        </p15:guide>
        <p15:guide id="10" orient="horz" pos="1389" userDrawn="1">
          <p15:clr>
            <a:srgbClr val="F26B43"/>
          </p15:clr>
        </p15:guide>
        <p15:guide id="11" orient="horz" pos="3113" userDrawn="1">
          <p15:clr>
            <a:srgbClr val="F26B43"/>
          </p15:clr>
        </p15:guide>
        <p15:guide id="12" orient="horz" pos="3748" userDrawn="1">
          <p15:clr>
            <a:srgbClr val="F26B43"/>
          </p15:clr>
        </p15:guide>
        <p15:guide id="13" pos="4021" userDrawn="1">
          <p15:clr>
            <a:srgbClr val="F26B43"/>
          </p15:clr>
        </p15:guide>
        <p15:guide id="14" pos="365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+ 人間協働：3層フロー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t>段階ごとに必要なコンテキストだけを読み込むことで、AIの生成品質を最適化する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911656" y="1412748"/>
            <a:ext cx="1463040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構成設計</a:t>
            </a:r>
          </a:p>
        </p:txBody>
      </p:sp>
      <p:sp>
        <p:nvSpPr>
          <p:cNvPr id="6" name="Rectangle 5"/>
          <p:cNvSpPr/>
          <p:nvPr/>
        </p:nvSpPr>
        <p:spPr>
          <a:xfrm>
            <a:off x="2557576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構成方針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を決定</a:t>
            </a:r>
          </a:p>
        </p:txBody>
      </p:sp>
      <p:sp>
        <p:nvSpPr>
          <p:cNvPr id="7" name="Block Arc 6"/>
          <p:cNvSpPr/>
          <p:nvPr/>
        </p:nvSpPr>
        <p:spPr>
          <a:xfrm>
            <a:off x="5419648" y="168706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511088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outline.json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9" name="Block Arc 8"/>
          <p:cNvSpPr/>
          <p:nvPr/>
        </p:nvSpPr>
        <p:spPr>
          <a:xfrm>
            <a:off x="8373160" y="168706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64600" y="1412748"/>
            <a:ext cx="2816352" cy="822960"/>
          </a:xfrm>
          <a:prstGeom prst="rect">
            <a:avLst/>
          </a:prstGeom>
          <a:solidFill>
            <a:srgbClr val="404040"/>
          </a:solidFill>
          <a:ln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構成確定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656" y="2372868"/>
            <a:ext cx="1463040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Recipe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意図設計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57576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スライド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パターン選択</a:t>
            </a:r>
          </a:p>
        </p:txBody>
      </p:sp>
      <p:sp>
        <p:nvSpPr>
          <p:cNvPr id="13" name="Block Arc 12"/>
          <p:cNvSpPr/>
          <p:nvPr/>
        </p:nvSpPr>
        <p:spPr>
          <a:xfrm>
            <a:off x="5419648" y="264718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11088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レイアウト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の設計</a:t>
            </a:r>
          </a:p>
        </p:txBody>
      </p:sp>
      <p:sp>
        <p:nvSpPr>
          <p:cNvPr id="15" name="Block Arc 14"/>
          <p:cNvSpPr/>
          <p:nvPr/>
        </p:nvSpPr>
        <p:spPr>
          <a:xfrm>
            <a:off x="8373160" y="264718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64600" y="2372868"/>
            <a:ext cx="2816352" cy="822960"/>
          </a:xfrm>
          <a:prstGeom prst="rect">
            <a:avLst/>
          </a:prstGeom>
          <a:solidFill>
            <a:srgbClr val="8FAADC"/>
          </a:solidFill>
          <a:ln>
            <a:solidFill>
              <a:srgbClr val="8FA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recipe.json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1656" y="3332987"/>
            <a:ext cx="1463040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</a:p>
          <a:p>
            <a:pPr algn="ctr">
              <a:lnSpc>
                <a:spcPct val="100000"/>
              </a:lnSpc>
              <a:defRPr sz="1000">
                <a:solidFill>
                  <a:srgbClr val="FFFFFF"/>
                </a:solidFill>
                <a:latin typeface="Arial"/>
              </a:defRPr>
            </a:pPr>
            <a:r>
              <a:t>実装設計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57576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色・フォント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指定</a:t>
            </a:r>
          </a:p>
        </p:txBody>
      </p:sp>
      <p:sp>
        <p:nvSpPr>
          <p:cNvPr id="19" name="Block Arc 18"/>
          <p:cNvSpPr/>
          <p:nvPr/>
        </p:nvSpPr>
        <p:spPr>
          <a:xfrm>
            <a:off x="5419648" y="360730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11088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座標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配置</a:t>
            </a:r>
          </a:p>
        </p:txBody>
      </p:sp>
      <p:sp>
        <p:nvSpPr>
          <p:cNvPr id="21" name="Block Arc 20"/>
          <p:cNvSpPr/>
          <p:nvPr/>
        </p:nvSpPr>
        <p:spPr>
          <a:xfrm>
            <a:off x="8373160" y="3607308"/>
            <a:ext cx="274320" cy="274320"/>
          </a:xfrm>
          <a:prstGeom prst="blockArc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64600" y="3332987"/>
            <a:ext cx="2816352" cy="822960"/>
          </a:xfrm>
          <a:prstGeom prst="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bIns="27432" lIns="27432" rIns="27432" tIns="27432"/>
          <a:lstStyle/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PPTX JSON</a:t>
            </a:r>
          </a:p>
          <a:p>
            <a:pPr algn="ctr">
              <a:lnSpc>
                <a:spcPct val="100000"/>
              </a:lnSpc>
              <a:defRPr sz="900">
                <a:solidFill>
                  <a:srgbClr val="FFFFFF"/>
                </a:solidFill>
                <a:latin typeface="Arial"/>
              </a:defRPr>
            </a:pPr>
            <a:r>
              <a:t>生成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">
      <a:dk1>
        <a:srgbClr val="000000"/>
      </a:dk1>
      <a:lt1>
        <a:srgbClr val="FFFFFF"/>
      </a:lt1>
      <a:dk2>
        <a:srgbClr val="DF7403"/>
      </a:dk2>
      <a:lt2>
        <a:srgbClr val="EA5504"/>
      </a:lt2>
      <a:accent1>
        <a:srgbClr val="87922A"/>
      </a:accent1>
      <a:accent2>
        <a:srgbClr val="438296"/>
      </a:accent2>
      <a:accent3>
        <a:srgbClr val="407597"/>
      </a:accent3>
      <a:accent4>
        <a:srgbClr val="61688C"/>
      </a:accent4>
      <a:accent5>
        <a:srgbClr val="7D5B83"/>
      </a:accent5>
      <a:accent6>
        <a:srgbClr val="9FA0A0"/>
      </a:accent6>
      <a:hlink>
        <a:srgbClr val="438296"/>
      </a:hlink>
      <a:folHlink>
        <a:srgbClr val="7D5B83"/>
      </a:folHlink>
    </a:clrScheme>
    <a:fontScheme name="ＭＳ Ｐゴシック">
      <a:majorFont>
        <a:latin typeface="ＭＳ Ｐゴシック"/>
        <a:ea typeface="ＭＳ Ｐゴシック"/>
        <a:cs typeface=""/>
      </a:majorFont>
      <a:minorFont>
        <a:latin typeface="ＭＳ Ｐゴシック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9050">
          <a:solidFill>
            <a:schemeClr val="tx1"/>
          </a:solidFill>
        </a:ln>
      </a:spPr>
      <a:bodyPr rtlCol="0" anchor="t" anchorCtr="0"/>
      <a:lstStyle>
        <a:defPPr algn="ctr">
          <a:defRPr kumimoji="1"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0" tIns="0" rIns="0" bIns="0" rtlCol="0">
        <a:noAutofit/>
      </a:bodyPr>
      <a:lstStyle>
        <a:defPPr>
          <a:defRPr kumimoji="1" sz="1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15989</TotalTime>
  <Words>613</Words>
  <Application>Microsoft Office PowerPoint</Application>
  <PresentationFormat>ワイド画面</PresentationFormat>
  <Paragraphs>49</Paragraphs>
  <Slides>14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19" baseType="lpstr">
      <vt:lpstr>ＭＳ Ｐゴシック</vt:lpstr>
      <vt:lpstr>游ゴシック</vt:lpstr>
      <vt:lpstr>Arial</vt:lpstr>
      <vt:lpstr>Calibri</vt:lpstr>
      <vt:lpstr>Office テーマ</vt:lpstr>
      <vt:lpstr>ＸＸＸＸＸプロジェクト ご提案書　※SXロゴあり 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お見積り</vt:lpstr>
      <vt:lpstr>月次作業完了確認書</vt:lpstr>
      <vt:lpstr>プロジェクト満足度調査</vt:lpstr>
      <vt:lpstr>電子サインサービス(DocuSign)利用について</vt:lpstr>
      <vt:lpstr>シグマクシス・グループ人権方針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スライド 1</dc:title>
  <dc:creator>SIGMAXYZ</dc:creator>
  <cp:lastModifiedBy>SXHD-Legal</cp:lastModifiedBy>
  <cp:revision>427</cp:revision>
  <cp:lastPrinted>2018-06-13T22:31:49Z</cp:lastPrinted>
  <dcterms:created xsi:type="dcterms:W3CDTF">2009-06-15T08:28:54Z</dcterms:created>
  <dcterms:modified xsi:type="dcterms:W3CDTF">2024-07-22T01:56:59Z</dcterms:modified>
</cp:coreProperties>
</file>