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3931920" cy="54864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AI + 人間協働：デジタルツイン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Arial"/>
              </a:defRPr>
            </a:pPr>
            <a:r>
              <a:t>Canvas で見ながら配置 → JSON 自動生成 → PPTX 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88720" cy="10972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従来</a:t>
            </a:r>
            <a:br/>
            <a:r>
              <a:t>（テキストベース</a:t>
            </a:r>
            <a:br/>
            <a:r>
              <a:t>計算）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2011680"/>
            <a:ext cx="457200" cy="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468880" y="1645920"/>
            <a:ext cx="1188720" cy="10972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新方式</a:t>
            </a:r>
            <a:br/>
            <a:r>
              <a:t>（ビジュアル</a:t>
            </a:r>
            <a:br/>
            <a:r>
              <a:t>フィードバック）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011680"/>
            <a:ext cx="457200" cy="0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80560" y="1645920"/>
            <a:ext cx="1188720" cy="10972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完璧な</a:t>
            </a:r>
            <a:br/>
            <a:r>
              <a:t>レイアウト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