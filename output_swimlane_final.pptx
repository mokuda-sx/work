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人間協働：3層フロー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段階ごとに必要なコンテキストだけを読み込むことで、AIの生成品質を最適化する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1656" y="1412748"/>
            <a:ext cx="1463040" cy="8229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Tier 1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構成設計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2557576" y="1412748"/>
            <a:ext cx="2816352" cy="8229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構成方針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を決定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419648" y="1687068"/>
            <a:ext cx="274320" cy="274320"/>
          </a:xfrm>
          <a:prstGeom prst="rightArrow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11088" y="1412748"/>
            <a:ext cx="2816352" cy="8229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outline.json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生成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373160" y="1687068"/>
            <a:ext cx="274320" cy="274320"/>
          </a:xfrm>
          <a:prstGeom prst="rightArrow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64600" y="1412748"/>
            <a:ext cx="2816352" cy="8229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スライド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構成確定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1656" y="2372868"/>
            <a:ext cx="1463040" cy="82296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Recipe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意図設計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7576" y="2372868"/>
            <a:ext cx="2816352" cy="82296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スライド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パターン選択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19648" y="2647188"/>
            <a:ext cx="274320" cy="274320"/>
          </a:xfrm>
          <a:prstGeom prst="rightArrow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11088" y="2372868"/>
            <a:ext cx="2816352" cy="82296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レイアウト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の設計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373160" y="2647188"/>
            <a:ext cx="274320" cy="274320"/>
          </a:xfrm>
          <a:prstGeom prst="rightArrow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64600" y="2372868"/>
            <a:ext cx="2816352" cy="82296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recipe.json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1656" y="3332987"/>
            <a:ext cx="1463040" cy="82296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Tier 2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実装設計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57576" y="3332987"/>
            <a:ext cx="2816352" cy="82296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色・フォント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指定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419648" y="3607308"/>
            <a:ext cx="274320" cy="274320"/>
          </a:xfrm>
          <a:prstGeom prst="rightArrow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11088" y="3332987"/>
            <a:ext cx="2816352" cy="82296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座標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配置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373160" y="3607308"/>
            <a:ext cx="274320" cy="274320"/>
          </a:xfrm>
          <a:prstGeom prst="rightArrow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64600" y="3332987"/>
            <a:ext cx="2816352" cy="82296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PPTX JSON</a:t>
            </a:r>
          </a:p>
          <a:p>
            <a:pPr algn="ctr">
              <a:lnSpc>
                <a:spcPct val="10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