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AI生成の課題と解決策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従来の手作業による課題を、Tier化による段階的生成で解決する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4572000" cy="13716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lnSpc>
                <a:spcPct val="115000"/>
              </a:lnSpc>
              <a:defRPr sz="1200" b="0">
                <a:solidFill>
                  <a:srgbClr val="FFFFFF"/>
                </a:solidFill>
                <a:latin typeface="Arial"/>
              </a:defRPr>
            </a:pPr>
            <a:r>
              <a:t>❌ 従来の課題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20640" y="3840480"/>
            <a:ext cx="548639" cy="9144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760720" y="3200400"/>
            <a:ext cx="4572000" cy="13716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lnSpc>
                <a:spcPct val="115000"/>
              </a:lnSpc>
              <a:defRPr sz="1200" b="0">
                <a:solidFill>
                  <a:srgbClr val="FFFFFF"/>
                </a:solidFill>
                <a:latin typeface="Arial"/>
              </a:defRPr>
            </a:pPr>
            <a:r>
              <a:t>✅ 解決策（Tier化）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